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1" r:id="rId25"/>
    <p:sldId id="310" r:id="rId26"/>
    <p:sldId id="312" r:id="rId27"/>
    <p:sldId id="313" r:id="rId28"/>
    <p:sldId id="28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922590-C897-4D5E-94A5-7835129BD264}" v="38" dt="2026-01-05T15:51:23.7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13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1-05T15:50:13.653" v="4776" actId="20577"/>
      <pc:docMkLst>
        <pc:docMk/>
      </pc:docMkLst>
      <pc:sldChg chg="modSp mod">
        <pc:chgData name="Dominique RIGHETTO" userId="512fe077-82ad-424c-88a3-15e852b5861d" providerId="ADAL" clId="{8B7CB91F-10CE-42C2-B9B8-BFF2D3401655}" dt="2026-01-05T07:59:34.002" v="54" actId="2057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1-05T07:59:34.002" v="54" actId="2057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1-05T07:59:29.703" v="52"/>
          <ac:spMkLst>
            <pc:docMk/>
            <pc:sldMk cId="3134628389" sldId="257"/>
            <ac:spMk id="3" creationId="{2C93C62D-952C-3866-AA5A-CA17B8DBDB19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1370680" sldId="25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144566480" sldId="25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79476112" sldId="26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30977501" sldId="261"/>
        </pc:sldMkLst>
      </pc:sldChg>
      <pc:sldChg chg="modSp mod ord">
        <pc:chgData name="Dominique RIGHETTO" userId="512fe077-82ad-424c-88a3-15e852b5861d" providerId="ADAL" clId="{8B7CB91F-10CE-42C2-B9B8-BFF2D3401655}" dt="2026-01-05T08:07:40.323" v="115" actId="20577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1-05T08:00:04.604" v="75" actId="20577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1-05T08:07:40.323" v="115" actId="20577"/>
          <ac:spMkLst>
            <pc:docMk/>
            <pc:sldMk cId="2121745454" sldId="262"/>
            <ac:spMk id="3" creationId="{00000000-0000-0000-0000-000000000000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25272047" sldId="26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128520042" sldId="26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1281480" sldId="26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50816099" sldId="26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32571955" sldId="26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40049130" sldId="26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71472328" sldId="26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321215664" sldId="27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86846428" sldId="27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90768315" sldId="27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0799644" sldId="27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36871477" sldId="27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677355" sldId="27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93519736" sldId="27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028727512" sldId="27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958517259" sldId="27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75813073" sldId="27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684295089" sldId="28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374725439" sldId="28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92368372" sldId="28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246512297" sldId="28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631144203" sldId="28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00263753" sldId="28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15094234" sldId="28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3618436" sldId="28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423159379" sldId="289"/>
        </pc:sldMkLst>
      </pc:sldChg>
      <pc:sldChg chg="modSp add mod">
        <pc:chgData name="Dominique RIGHETTO" userId="512fe077-82ad-424c-88a3-15e852b5861d" providerId="ADAL" clId="{8B7CB91F-10CE-42C2-B9B8-BFF2D3401655}" dt="2026-01-05T08:14:05.282" v="510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1-05T08:14:05.282" v="510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add mod">
        <pc:chgData name="Dominique RIGHETTO" userId="512fe077-82ad-424c-88a3-15e852b5861d" providerId="ADAL" clId="{8B7CB91F-10CE-42C2-B9B8-BFF2D3401655}" dt="2026-01-05T08:19:48.581" v="1027" actId="207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1-05T08:19:48.581" v="1027" actId="207"/>
          <ac:spMkLst>
            <pc:docMk/>
            <pc:sldMk cId="2617813205" sldId="290"/>
            <ac:spMk id="3" creationId="{F9B0CA82-1172-E064-A39F-91CE0E6141A1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310454039" sldId="29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973688033" sldId="291"/>
        </pc:sldMkLst>
      </pc:sldChg>
      <pc:sldChg chg="modSp add mod">
        <pc:chgData name="Dominique RIGHETTO" userId="512fe077-82ad-424c-88a3-15e852b5861d" providerId="ADAL" clId="{8B7CB91F-10CE-42C2-B9B8-BFF2D3401655}" dt="2026-01-05T09:10:01.192" v="2097" actId="6549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1-05T09:10:01.192" v="2097" actId="6549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1-05T08:32:25.027" v="1751" actId="113"/>
          <ac:spMkLst>
            <pc:docMk/>
            <pc:sldMk cId="3084432784" sldId="291"/>
            <ac:spMk id="3" creationId="{A7541EE2-30B3-B306-B7D8-3F0B5DDEBCBF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99481326" sldId="292"/>
        </pc:sldMkLst>
      </pc:sldChg>
      <pc:sldChg chg="addSp modSp add mod">
        <pc:chgData name="Dominique RIGHETTO" userId="512fe077-82ad-424c-88a3-15e852b5861d" providerId="ADAL" clId="{8B7CB91F-10CE-42C2-B9B8-BFF2D3401655}" dt="2026-01-05T09:10:09.386" v="2098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1-05T09:10:09.386" v="2098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1-05T08:27:24.858" v="1463" actId="20577"/>
          <ac:spMkLst>
            <pc:docMk/>
            <pc:sldMk cId="3031573305" sldId="292"/>
            <ac:spMk id="3" creationId="{1FA3B382-E549-6472-3A22-5EDE38691E62}"/>
          </ac:spMkLst>
        </pc:spChg>
        <pc:spChg chg="add mod">
          <ac:chgData name="Dominique RIGHETTO" userId="512fe077-82ad-424c-88a3-15e852b5861d" providerId="ADAL" clId="{8B7CB91F-10CE-42C2-B9B8-BFF2D3401655}" dt="2026-01-05T08:29:47.503" v="1477" actId="1076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1-05T09:10:13.144" v="2099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1-05T09:10:13.144" v="2099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1-05T08:32:37.809" v="1752" actId="6549"/>
          <ac:spMkLst>
            <pc:docMk/>
            <pc:sldMk cId="730804740" sldId="293"/>
            <ac:spMk id="3" creationId="{6854D427-D7FC-33E3-A100-64B6FC01393B}"/>
          </ac:spMkLst>
        </pc:spChg>
        <pc:spChg chg="del">
          <ac:chgData name="Dominique RIGHETTO" userId="512fe077-82ad-424c-88a3-15e852b5861d" providerId="ADAL" clId="{8B7CB91F-10CE-42C2-B9B8-BFF2D3401655}" dt="2026-01-05T08:30:14.818" v="1479" actId="478"/>
          <ac:spMkLst>
            <pc:docMk/>
            <pc:sldMk cId="730804740" sldId="293"/>
            <ac:spMk id="4" creationId="{DEA7D791-D324-FEE2-51D4-C89822A864B2}"/>
          </ac:spMkLst>
        </pc:spChg>
        <pc:picChg chg="add mod">
          <ac:chgData name="Dominique RIGHETTO" userId="512fe077-82ad-424c-88a3-15e852b5861d" providerId="ADAL" clId="{8B7CB91F-10CE-42C2-B9B8-BFF2D3401655}" dt="2026-01-05T08:54:03.978" v="1759" actId="1076"/>
          <ac:picMkLst>
            <pc:docMk/>
            <pc:sldMk cId="730804740" sldId="293"/>
            <ac:picMk id="6" creationId="{832050DC-4707-B6F1-973D-2016AFF7BF74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09:06:02.430" v="2048" actId="14100"/>
        <pc:sldMkLst>
          <pc:docMk/>
          <pc:sldMk cId="617590533" sldId="294"/>
        </pc:sldMkLst>
        <pc:spChg chg="del">
          <ac:chgData name="Dominique RIGHETTO" userId="512fe077-82ad-424c-88a3-15e852b5861d" providerId="ADAL" clId="{8B7CB91F-10CE-42C2-B9B8-BFF2D3401655}" dt="2026-01-05T08:54:30.042" v="1768" actId="478"/>
          <ac:spMkLst>
            <pc:docMk/>
            <pc:sldMk cId="617590533" sldId="294"/>
            <ac:spMk id="2" creationId="{530BA48B-C86E-8A70-4B01-C005BF4B91DE}"/>
          </ac:spMkLst>
        </pc:spChg>
        <pc:spChg chg="del">
          <ac:chgData name="Dominique RIGHETTO" userId="512fe077-82ad-424c-88a3-15e852b5861d" providerId="ADAL" clId="{8B7CB91F-10CE-42C2-B9B8-BFF2D3401655}" dt="2026-01-05T08:54:13.641" v="1761" actId="478"/>
          <ac:spMkLst>
            <pc:docMk/>
            <pc:sldMk cId="617590533" sldId="294"/>
            <ac:spMk id="3" creationId="{9DFA1284-5BA2-FFBF-BAEB-A7A98AD3F048}"/>
          </ac:spMkLst>
        </pc:spChg>
        <pc:spChg chg="add del mod">
          <ac:chgData name="Dominique RIGHETTO" userId="512fe077-82ad-424c-88a3-15e852b5861d" providerId="ADAL" clId="{8B7CB91F-10CE-42C2-B9B8-BFF2D3401655}" dt="2026-01-05T08:54:15.492" v="1762" actId="478"/>
          <ac:spMkLst>
            <pc:docMk/>
            <pc:sldMk cId="617590533" sldId="294"/>
            <ac:spMk id="5" creationId="{B8DB2EF7-6143-B2FD-D779-E706B32F8C31}"/>
          </ac:spMkLst>
        </pc:spChg>
        <pc:spChg chg="add del mod">
          <ac:chgData name="Dominique RIGHETTO" userId="512fe077-82ad-424c-88a3-15e852b5861d" providerId="ADAL" clId="{8B7CB91F-10CE-42C2-B9B8-BFF2D3401655}" dt="2026-01-05T08:54:32.146" v="1769" actId="478"/>
          <ac:spMkLst>
            <pc:docMk/>
            <pc:sldMk cId="617590533" sldId="294"/>
            <ac:spMk id="8" creationId="{7899B9E9-09D0-775D-7C24-E833F7D1D0AA}"/>
          </ac:spMkLst>
        </pc:spChg>
        <pc:picChg chg="mod modCrop">
          <ac:chgData name="Dominique RIGHETTO" userId="512fe077-82ad-424c-88a3-15e852b5861d" providerId="ADAL" clId="{8B7CB91F-10CE-42C2-B9B8-BFF2D3401655}" dt="2026-01-05T09:06:02.430" v="2048" actId="14100"/>
          <ac:picMkLst>
            <pc:docMk/>
            <pc:sldMk cId="617590533" sldId="294"/>
            <ac:picMk id="6" creationId="{1112956B-2F40-599E-049A-D4A8C3513D5A}"/>
          </ac:picMkLst>
        </pc:picChg>
      </pc:sldChg>
      <pc:sldChg chg="addSp delSp modSp add mod ord modNotesTx">
        <pc:chgData name="Dominique RIGHETTO" userId="512fe077-82ad-424c-88a3-15e852b5861d" providerId="ADAL" clId="{8B7CB91F-10CE-42C2-B9B8-BFF2D3401655}" dt="2026-01-05T09:03:17.770" v="2045" actId="1410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1-05T08:56:37.098" v="1793" actId="20577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1-05T09:03:14.458" v="2044" actId="14100"/>
          <ac:spMkLst>
            <pc:docMk/>
            <pc:sldMk cId="2901458821" sldId="295"/>
            <ac:spMk id="3" creationId="{4A7A6585-062B-EC32-2F44-7A3C47246AFE}"/>
          </ac:spMkLst>
        </pc:spChg>
        <pc:picChg chg="add mod">
          <ac:chgData name="Dominique RIGHETTO" userId="512fe077-82ad-424c-88a3-15e852b5861d" providerId="ADAL" clId="{8B7CB91F-10CE-42C2-B9B8-BFF2D3401655}" dt="2026-01-05T09:03:17.770" v="2045" actId="14100"/>
          <ac:picMkLst>
            <pc:docMk/>
            <pc:sldMk cId="2901458821" sldId="295"/>
            <ac:picMk id="5" creationId="{59A3C147-F111-C90C-3E05-6E41BF0EB6D3}"/>
          </ac:picMkLst>
        </pc:picChg>
        <pc:picChg chg="del">
          <ac:chgData name="Dominique RIGHETTO" userId="512fe077-82ad-424c-88a3-15e852b5861d" providerId="ADAL" clId="{8B7CB91F-10CE-42C2-B9B8-BFF2D3401655}" dt="2026-01-05T08:56:47.460" v="1794" actId="478"/>
          <ac:picMkLst>
            <pc:docMk/>
            <pc:sldMk cId="2901458821" sldId="295"/>
            <ac:picMk id="6" creationId="{71AC280B-C571-7834-62BA-EEF79942B9C0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09:59:30.981" v="2329" actId="14861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1-05T09:35:20.761" v="2321" actId="20577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1-05T09:35:39.981" v="2322" actId="20577"/>
          <ac:spMkLst>
            <pc:docMk/>
            <pc:sldMk cId="546162947" sldId="296"/>
            <ac:spMk id="3" creationId="{C89D633C-3E2D-C620-330F-995671BAA090}"/>
          </ac:spMkLst>
        </pc:spChg>
        <pc:picChg chg="add del mod">
          <ac:chgData name="Dominique RIGHETTO" userId="512fe077-82ad-424c-88a3-15e852b5861d" providerId="ADAL" clId="{8B7CB91F-10CE-42C2-B9B8-BFF2D3401655}" dt="2026-01-05T09:58:00.326" v="2323" actId="478"/>
          <ac:picMkLst>
            <pc:docMk/>
            <pc:sldMk cId="546162947" sldId="296"/>
            <ac:picMk id="5" creationId="{E19C5A8C-6DBB-317B-9B48-46D19F9CC066}"/>
          </ac:picMkLst>
        </pc:picChg>
        <pc:picChg chg="del">
          <ac:chgData name="Dominique RIGHETTO" userId="512fe077-82ad-424c-88a3-15e852b5861d" providerId="ADAL" clId="{8B7CB91F-10CE-42C2-B9B8-BFF2D3401655}" dt="2026-01-05T09:07:32.532" v="2087" actId="478"/>
          <ac:picMkLst>
            <pc:docMk/>
            <pc:sldMk cId="546162947" sldId="296"/>
            <ac:picMk id="6" creationId="{61DC0705-AD07-B80F-06C4-D877F4F1EB1A}"/>
          </ac:picMkLst>
        </pc:picChg>
        <pc:picChg chg="add mod">
          <ac:chgData name="Dominique RIGHETTO" userId="512fe077-82ad-424c-88a3-15e852b5861d" providerId="ADAL" clId="{8B7CB91F-10CE-42C2-B9B8-BFF2D3401655}" dt="2026-01-05T09:59:30.981" v="2329" actId="14861"/>
          <ac:picMkLst>
            <pc:docMk/>
            <pc:sldMk cId="546162947" sldId="296"/>
            <ac:picMk id="6" creationId="{99059005-BA3A-F6BB-37CD-87E255CF8D3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24.477" v="4519" actId="108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1-05T10:24:08.837" v="3023" actId="20577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1-05T15:06:24.477" v="4519" actId="108"/>
          <ac:spMkLst>
            <pc:docMk/>
            <pc:sldMk cId="709545358" sldId="297"/>
            <ac:spMk id="3" creationId="{EA2D3DAB-E05A-AC9C-4BBB-4A581D9BF3D5}"/>
          </ac:spMkLst>
        </pc:spChg>
        <pc:picChg chg="add mod">
          <ac:chgData name="Dominique RIGHETTO" userId="512fe077-82ad-424c-88a3-15e852b5861d" providerId="ADAL" clId="{8B7CB91F-10CE-42C2-B9B8-BFF2D3401655}" dt="2026-01-05T10:05:09.338" v="2573" actId="108"/>
          <ac:picMkLst>
            <pc:docMk/>
            <pc:sldMk cId="709545358" sldId="297"/>
            <ac:picMk id="5" creationId="{B2535224-3613-CF14-2DE1-50957EDA5478}"/>
          </ac:picMkLst>
        </pc:picChg>
        <pc:picChg chg="del">
          <ac:chgData name="Dominique RIGHETTO" userId="512fe077-82ad-424c-88a3-15e852b5861d" providerId="ADAL" clId="{8B7CB91F-10CE-42C2-B9B8-BFF2D3401655}" dt="2026-01-05T10:00:04.684" v="2331" actId="478"/>
          <ac:picMkLst>
            <pc:docMk/>
            <pc:sldMk cId="709545358" sldId="297"/>
            <ac:picMk id="6" creationId="{570DB731-1B05-EC28-08B1-F441A2F8AB71}"/>
          </ac:picMkLst>
        </pc:picChg>
        <pc:picChg chg="add mod">
          <ac:chgData name="Dominique RIGHETTO" userId="512fe077-82ad-424c-88a3-15e852b5861d" providerId="ADAL" clId="{8B7CB91F-10CE-42C2-B9B8-BFF2D3401655}" dt="2026-01-05T10:05:11.914" v="2574" actId="108"/>
          <ac:picMkLst>
            <pc:docMk/>
            <pc:sldMk cId="709545358" sldId="297"/>
            <ac:picMk id="8" creationId="{CDEA6B6B-ADE2-DDA5-F518-5F11F0C59B9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0:39:36.372" v="3346" actId="20577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1-05T10:24:15.326" v="3032" actId="20577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1-05T10:39:36.372" v="3346" actId="20577"/>
          <ac:spMkLst>
            <pc:docMk/>
            <pc:sldMk cId="3961351739" sldId="298"/>
            <ac:spMk id="3" creationId="{83029DA1-9BCD-3EBD-0C74-543E48734A9E}"/>
          </ac:spMkLst>
        </pc:spChg>
        <pc:spChg chg="add mod">
          <ac:chgData name="Dominique RIGHETTO" userId="512fe077-82ad-424c-88a3-15e852b5861d" providerId="ADAL" clId="{8B7CB91F-10CE-42C2-B9B8-BFF2D3401655}" dt="2026-01-05T10:21:48.946" v="2888" actId="207"/>
          <ac:spMkLst>
            <pc:docMk/>
            <pc:sldMk cId="3961351739" sldId="298"/>
            <ac:spMk id="7" creationId="{902C893A-AE8C-38CF-319B-BB6D877250CE}"/>
          </ac:spMkLst>
        </pc:spChg>
        <pc:picChg chg="del">
          <ac:chgData name="Dominique RIGHETTO" userId="512fe077-82ad-424c-88a3-15e852b5861d" providerId="ADAL" clId="{8B7CB91F-10CE-42C2-B9B8-BFF2D3401655}" dt="2026-01-05T10:05:48.540" v="2580" actId="478"/>
          <ac:picMkLst>
            <pc:docMk/>
            <pc:sldMk cId="3961351739" sldId="298"/>
            <ac:picMk id="5" creationId="{C5659996-2D64-F9A5-690D-262F08D76BA9}"/>
          </ac:picMkLst>
        </pc:picChg>
        <pc:picChg chg="add mod">
          <ac:chgData name="Dominique RIGHETTO" userId="512fe077-82ad-424c-88a3-15e852b5861d" providerId="ADAL" clId="{8B7CB91F-10CE-42C2-B9B8-BFF2D3401655}" dt="2026-01-05T10:18:29.644" v="2858" actId="1076"/>
          <ac:picMkLst>
            <pc:docMk/>
            <pc:sldMk cId="3961351739" sldId="298"/>
            <ac:picMk id="6" creationId="{4EBD515D-220C-665B-DCFE-5BDD41EA43E8}"/>
          </ac:picMkLst>
        </pc:picChg>
        <pc:picChg chg="del">
          <ac:chgData name="Dominique RIGHETTO" userId="512fe077-82ad-424c-88a3-15e852b5861d" providerId="ADAL" clId="{8B7CB91F-10CE-42C2-B9B8-BFF2D3401655}" dt="2026-01-05T10:05:49.496" v="2581" actId="478"/>
          <ac:picMkLst>
            <pc:docMk/>
            <pc:sldMk cId="3961351739" sldId="298"/>
            <ac:picMk id="8" creationId="{E304B818-AAB6-5713-E8EC-07DE23F6D58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44.005" v="3407" actId="20577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1-05T10:24:23.262" v="3034" actId="20577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1-05T10:42:44.005" v="3407" actId="20577"/>
          <ac:spMkLst>
            <pc:docMk/>
            <pc:sldMk cId="2399632653" sldId="299"/>
            <ac:spMk id="3" creationId="{741381EB-99BC-524D-D960-85D1ABC4DC70}"/>
          </ac:spMkLst>
        </pc:spChg>
        <pc:picChg chg="del">
          <ac:chgData name="Dominique RIGHETTO" userId="512fe077-82ad-424c-88a3-15e852b5861d" providerId="ADAL" clId="{8B7CB91F-10CE-42C2-B9B8-BFF2D3401655}" dt="2026-01-05T10:25:50.207" v="3035" actId="478"/>
          <ac:picMkLst>
            <pc:docMk/>
            <pc:sldMk cId="2399632653" sldId="299"/>
            <ac:picMk id="5" creationId="{27B38A17-D9B0-3D51-B75B-B556450D89EE}"/>
          </ac:picMkLst>
        </pc:picChg>
        <pc:picChg chg="add mod">
          <ac:chgData name="Dominique RIGHETTO" userId="512fe077-82ad-424c-88a3-15e852b5861d" providerId="ADAL" clId="{8B7CB91F-10CE-42C2-B9B8-BFF2D3401655}" dt="2026-01-05T10:26:57.342" v="3043" actId="108"/>
          <ac:picMkLst>
            <pc:docMk/>
            <pc:sldMk cId="2399632653" sldId="299"/>
            <ac:picMk id="6" creationId="{34B80029-5A50-92BD-D91B-7B26F946AAA4}"/>
          </ac:picMkLst>
        </pc:picChg>
        <pc:picChg chg="del">
          <ac:chgData name="Dominique RIGHETTO" userId="512fe077-82ad-424c-88a3-15e852b5861d" providerId="ADAL" clId="{8B7CB91F-10CE-42C2-B9B8-BFF2D3401655}" dt="2026-01-05T10:26:43.564" v="3039" actId="478"/>
          <ac:picMkLst>
            <pc:docMk/>
            <pc:sldMk cId="2399632653" sldId="299"/>
            <ac:picMk id="8" creationId="{0F3F0767-05F2-53BF-C4DA-6C12AAA0F51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34.004" v="4520" actId="108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1-05T15:06:34.004" v="4520" actId="108"/>
          <ac:spMkLst>
            <pc:docMk/>
            <pc:sldMk cId="1761927550" sldId="300"/>
            <ac:spMk id="3" creationId="{0C7D0AE3-4D9F-D903-11DB-723CC3B837B9}"/>
          </ac:spMkLst>
        </pc:spChg>
        <pc:picChg chg="add mod">
          <ac:chgData name="Dominique RIGHETTO" userId="512fe077-82ad-424c-88a3-15e852b5861d" providerId="ADAL" clId="{8B7CB91F-10CE-42C2-B9B8-BFF2D3401655}" dt="2026-01-05T10:28:38.892" v="3190" actId="108"/>
          <ac:picMkLst>
            <pc:docMk/>
            <pc:sldMk cId="1761927550" sldId="300"/>
            <ac:picMk id="5" creationId="{037C562B-8E3E-0BB5-2C7F-AB3C29B44C6A}"/>
          </ac:picMkLst>
        </pc:picChg>
        <pc:picChg chg="del">
          <ac:chgData name="Dominique RIGHETTO" userId="512fe077-82ad-424c-88a3-15e852b5861d" providerId="ADAL" clId="{8B7CB91F-10CE-42C2-B9B8-BFF2D3401655}" dt="2026-01-05T10:27:13.897" v="3051" actId="478"/>
          <ac:picMkLst>
            <pc:docMk/>
            <pc:sldMk cId="1761927550" sldId="300"/>
            <ac:picMk id="6" creationId="{4899777B-5FFC-3F6A-798F-A85A809DCCBF}"/>
          </ac:picMkLst>
        </pc:picChg>
        <pc:picChg chg="del">
          <ac:chgData name="Dominique RIGHETTO" userId="512fe077-82ad-424c-88a3-15e852b5861d" providerId="ADAL" clId="{8B7CB91F-10CE-42C2-B9B8-BFF2D3401655}" dt="2026-01-05T10:28:24.277" v="3186" actId="478"/>
          <ac:picMkLst>
            <pc:docMk/>
            <pc:sldMk cId="1761927550" sldId="300"/>
            <ac:picMk id="8" creationId="{4C71C728-FF18-4D64-431A-56FB07317519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39:59.145" v="3359" actId="20577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1-05T10:34:06.909" v="3334" actId="20577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1-05T10:39:51.533" v="3355" actId="20577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1-05T10:39:59.145" v="3359" actId="20577"/>
          <ac:spMkLst>
            <pc:docMk/>
            <pc:sldMk cId="4107305617" sldId="301"/>
            <ac:spMk id="7" creationId="{00720CE7-DA57-E954-96B6-C6C46BD85D34}"/>
          </ac:spMkLst>
        </pc:spChg>
        <pc:picChg chg="add mod">
          <ac:chgData name="Dominique RIGHETTO" userId="512fe077-82ad-424c-88a3-15e852b5861d" providerId="ADAL" clId="{8B7CB91F-10CE-42C2-B9B8-BFF2D3401655}" dt="2026-01-05T10:37:41.652" v="3338" actId="14861"/>
          <ac:picMkLst>
            <pc:docMk/>
            <pc:sldMk cId="4107305617" sldId="301"/>
            <ac:picMk id="5" creationId="{AED93A08-AC91-1552-0522-6366FEE89055}"/>
          </ac:picMkLst>
        </pc:picChg>
        <pc:picChg chg="del">
          <ac:chgData name="Dominique RIGHETTO" userId="512fe077-82ad-424c-88a3-15e852b5861d" providerId="ADAL" clId="{8B7CB91F-10CE-42C2-B9B8-BFF2D3401655}" dt="2026-01-05T10:33:30.470" v="3332" actId="478"/>
          <ac:picMkLst>
            <pc:docMk/>
            <pc:sldMk cId="4107305617" sldId="301"/>
            <ac:picMk id="6" creationId="{121C7093-80E3-5906-5D94-7A484BABE94E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38.769" v="3405" actId="20577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1-05T10:40:27.299" v="3364" actId="20577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1-05T10:42:38.769" v="3405" actId="20577"/>
          <ac:spMkLst>
            <pc:docMk/>
            <pc:sldMk cId="3214065329" sldId="302"/>
            <ac:spMk id="3" creationId="{AE353607-3A14-0643-DFFA-C974C4DCCC09}"/>
          </ac:spMkLst>
        </pc:spChg>
        <pc:picChg chg="add mod">
          <ac:chgData name="Dominique RIGHETTO" userId="512fe077-82ad-424c-88a3-15e852b5861d" providerId="ADAL" clId="{8B7CB91F-10CE-42C2-B9B8-BFF2D3401655}" dt="2026-01-05T10:42:19.671" v="3400" actId="14861"/>
          <ac:picMkLst>
            <pc:docMk/>
            <pc:sldMk cId="3214065329" sldId="302"/>
            <ac:picMk id="5" creationId="{466B5590-4ED1-AC27-53F1-E62264BECCF5}"/>
          </ac:picMkLst>
        </pc:picChg>
        <pc:picChg chg="del">
          <ac:chgData name="Dominique RIGHETTO" userId="512fe077-82ad-424c-88a3-15e852b5861d" providerId="ADAL" clId="{8B7CB91F-10CE-42C2-B9B8-BFF2D3401655}" dt="2026-01-05T10:41:58.694" v="3394" actId="478"/>
          <ac:picMkLst>
            <pc:docMk/>
            <pc:sldMk cId="3214065329" sldId="302"/>
            <ac:picMk id="6" creationId="{9A1F706E-74E3-6496-8FCE-CA94A957266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06:41.432" v="4521" actId="108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1-05T10:43:40.044" v="3412" actId="20577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1-05T15:06:41.432" v="4521" actId="108"/>
          <ac:spMkLst>
            <pc:docMk/>
            <pc:sldMk cId="715954666" sldId="303"/>
            <ac:spMk id="3" creationId="{488F0DFF-4B1E-61BD-3A0C-17B1828785FB}"/>
          </ac:spMkLst>
        </pc:spChg>
        <pc:picChg chg="del mod">
          <ac:chgData name="Dominique RIGHETTO" userId="512fe077-82ad-424c-88a3-15e852b5861d" providerId="ADAL" clId="{8B7CB91F-10CE-42C2-B9B8-BFF2D3401655}" dt="2026-01-05T10:45:36.969" v="3602" actId="478"/>
          <ac:picMkLst>
            <pc:docMk/>
            <pc:sldMk cId="715954666" sldId="303"/>
            <ac:picMk id="5" creationId="{7E48A633-9522-9785-791F-5471505C42F7}"/>
          </ac:picMkLst>
        </pc:picChg>
        <pc:picChg chg="add mod">
          <ac:chgData name="Dominique RIGHETTO" userId="512fe077-82ad-424c-88a3-15e852b5861d" providerId="ADAL" clId="{8B7CB91F-10CE-42C2-B9B8-BFF2D3401655}" dt="2026-01-05T15:04:26.999" v="4510" actId="1076"/>
          <ac:picMkLst>
            <pc:docMk/>
            <pc:sldMk cId="715954666" sldId="303"/>
            <ac:picMk id="6" creationId="{475FA4F2-50B1-AA80-BC0E-12B86ECF77B6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8:38.463" v="3641" actId="20577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1-05T10:46:17.725" v="3613" actId="20577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1-05T10:46:29.543" v="3632" actId="313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1-05T10:48:38.463" v="3641" actId="20577"/>
          <ac:spMkLst>
            <pc:docMk/>
            <pc:sldMk cId="24537132" sldId="304"/>
            <ac:spMk id="7" creationId="{6158CC15-0C5B-B386-40D7-1FC6D70E2110}"/>
          </ac:spMkLst>
        </pc:spChg>
        <pc:picChg chg="del">
          <ac:chgData name="Dominique RIGHETTO" userId="512fe077-82ad-424c-88a3-15e852b5861d" providerId="ADAL" clId="{8B7CB91F-10CE-42C2-B9B8-BFF2D3401655}" dt="2026-01-05T10:48:05.185" v="3633" actId="478"/>
          <ac:picMkLst>
            <pc:docMk/>
            <pc:sldMk cId="24537132" sldId="304"/>
            <ac:picMk id="5" creationId="{ED462643-CC0B-F1FB-B6D0-080C0CA80837}"/>
          </ac:picMkLst>
        </pc:picChg>
        <pc:picChg chg="add mod">
          <ac:chgData name="Dominique RIGHETTO" userId="512fe077-82ad-424c-88a3-15e852b5861d" providerId="ADAL" clId="{8B7CB91F-10CE-42C2-B9B8-BFF2D3401655}" dt="2026-01-05T10:48:13.259" v="3637" actId="14861"/>
          <ac:picMkLst>
            <pc:docMk/>
            <pc:sldMk cId="24537132" sldId="304"/>
            <ac:picMk id="6" creationId="{6B4CFFA8-1969-CA7F-940D-965CDD058C7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4:48:49.033" v="4197" actId="14100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1-05T10:50:35.575" v="3675" actId="20577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1-05T10:56:43.415" v="3760" actId="313"/>
          <ac:spMkLst>
            <pc:docMk/>
            <pc:sldMk cId="989586433" sldId="305"/>
            <ac:spMk id="3" creationId="{4DBACDBD-B750-A641-A360-8510B71B52F8}"/>
          </ac:spMkLst>
        </pc:spChg>
        <pc:spChg chg="add mod ord">
          <ac:chgData name="Dominique RIGHETTO" userId="512fe077-82ad-424c-88a3-15e852b5861d" providerId="ADAL" clId="{8B7CB91F-10CE-42C2-B9B8-BFF2D3401655}" dt="2026-01-05T14:48:49.033" v="4197" actId="14100"/>
          <ac:spMkLst>
            <pc:docMk/>
            <pc:sldMk cId="989586433" sldId="305"/>
            <ac:spMk id="7" creationId="{AA1481E2-E225-CB1E-5FC0-20D0387972C4}"/>
          </ac:spMkLst>
        </pc:spChg>
        <pc:spChg chg="add mod">
          <ac:chgData name="Dominique RIGHETTO" userId="512fe077-82ad-424c-88a3-15e852b5861d" providerId="ADAL" clId="{8B7CB91F-10CE-42C2-B9B8-BFF2D3401655}" dt="2026-01-05T14:48:40.318" v="4194" actId="1076"/>
          <ac:spMkLst>
            <pc:docMk/>
            <pc:sldMk cId="989586433" sldId="305"/>
            <ac:spMk id="9" creationId="{43CC8CFB-4C99-259F-A2E1-C1966F2A9256}"/>
          </ac:spMkLst>
        </pc:spChg>
        <pc:spChg chg="add del mod">
          <ac:chgData name="Dominique RIGHETTO" userId="512fe077-82ad-424c-88a3-15e852b5861d" providerId="ADAL" clId="{8B7CB91F-10CE-42C2-B9B8-BFF2D3401655}" dt="2026-01-05T14:46:27.088" v="4185" actId="478"/>
          <ac:spMkLst>
            <pc:docMk/>
            <pc:sldMk cId="989586433" sldId="305"/>
            <ac:spMk id="12" creationId="{F0128405-7D4E-CF9E-D8CB-320938C1CEAC}"/>
          </ac:spMkLst>
        </pc:spChg>
        <pc:picChg chg="del">
          <ac:chgData name="Dominique RIGHETTO" userId="512fe077-82ad-424c-88a3-15e852b5861d" providerId="ADAL" clId="{8B7CB91F-10CE-42C2-B9B8-BFF2D3401655}" dt="2026-01-05T10:48:59.831" v="3645" actId="478"/>
          <ac:picMkLst>
            <pc:docMk/>
            <pc:sldMk cId="989586433" sldId="305"/>
            <ac:picMk id="5" creationId="{19E4CFDB-9F54-674E-5280-33F4416CA6C5}"/>
          </ac:picMkLst>
        </pc:picChg>
        <pc:picChg chg="add del mod">
          <ac:chgData name="Dominique RIGHETTO" userId="512fe077-82ad-424c-88a3-15e852b5861d" providerId="ADAL" clId="{8B7CB91F-10CE-42C2-B9B8-BFF2D3401655}" dt="2026-01-05T14:44:29.699" v="4160" actId="478"/>
          <ac:picMkLst>
            <pc:docMk/>
            <pc:sldMk cId="989586433" sldId="305"/>
            <ac:picMk id="5" creationId="{C7A73C33-6AB9-F717-0095-281B790D3D92}"/>
          </ac:picMkLst>
        </pc:picChg>
        <pc:picChg chg="add del mod">
          <ac:chgData name="Dominique RIGHETTO" userId="512fe077-82ad-424c-88a3-15e852b5861d" providerId="ADAL" clId="{8B7CB91F-10CE-42C2-B9B8-BFF2D3401655}" dt="2026-01-05T14:42:40.702" v="4144" actId="478"/>
          <ac:picMkLst>
            <pc:docMk/>
            <pc:sldMk cId="989586433" sldId="305"/>
            <ac:picMk id="6" creationId="{E63415D6-6D65-95E4-C7BC-8A1B52CE7E8A}"/>
          </ac:picMkLst>
        </pc:picChg>
        <pc:picChg chg="add mod">
          <ac:chgData name="Dominique RIGHETTO" userId="512fe077-82ad-424c-88a3-15e852b5861d" providerId="ADAL" clId="{8B7CB91F-10CE-42C2-B9B8-BFF2D3401655}" dt="2026-01-05T14:48:30.216" v="4191" actId="14100"/>
          <ac:picMkLst>
            <pc:docMk/>
            <pc:sldMk cId="989586433" sldId="305"/>
            <ac:picMk id="8" creationId="{D6C333E4-EAB2-386F-0AA9-7808BDB89AD5}"/>
          </ac:picMkLst>
        </pc:picChg>
        <pc:picChg chg="add mod modCrop">
          <ac:chgData name="Dominique RIGHETTO" userId="512fe077-82ad-424c-88a3-15e852b5861d" providerId="ADAL" clId="{8B7CB91F-10CE-42C2-B9B8-BFF2D3401655}" dt="2026-01-05T14:48:36.590" v="4193" actId="14100"/>
          <ac:picMkLst>
            <pc:docMk/>
            <pc:sldMk cId="989586433" sldId="305"/>
            <ac:picMk id="11" creationId="{14FDD82F-A001-EF7F-B4A6-AC95A767E4F0}"/>
          </ac:picMkLst>
        </pc:picChg>
      </pc:sldChg>
      <pc:sldChg chg="delSp modSp add mod ord">
        <pc:chgData name="Dominique RIGHETTO" userId="512fe077-82ad-424c-88a3-15e852b5861d" providerId="ADAL" clId="{8B7CB91F-10CE-42C2-B9B8-BFF2D3401655}" dt="2026-01-05T14:49:44.140" v="4207" actId="20577"/>
        <pc:sldMkLst>
          <pc:docMk/>
          <pc:sldMk cId="1692727651" sldId="306"/>
        </pc:sldMkLst>
        <pc:spChg chg="mod">
          <ac:chgData name="Dominique RIGHETTO" userId="512fe077-82ad-424c-88a3-15e852b5861d" providerId="ADAL" clId="{8B7CB91F-10CE-42C2-B9B8-BFF2D3401655}" dt="2026-01-05T13:31:31.412" v="3779" actId="20577"/>
          <ac:spMkLst>
            <pc:docMk/>
            <pc:sldMk cId="1692727651" sldId="306"/>
            <ac:spMk id="2" creationId="{11157380-E6C6-BFA4-9C04-458C2CBB76E3}"/>
          </ac:spMkLst>
        </pc:spChg>
        <pc:spChg chg="mod">
          <ac:chgData name="Dominique RIGHETTO" userId="512fe077-82ad-424c-88a3-15e852b5861d" providerId="ADAL" clId="{8B7CB91F-10CE-42C2-B9B8-BFF2D3401655}" dt="2026-01-05T14:49:44.140" v="4207" actId="20577"/>
          <ac:spMkLst>
            <pc:docMk/>
            <pc:sldMk cId="1692727651" sldId="306"/>
            <ac:spMk id="3" creationId="{3891132A-A1FF-9CE4-2144-AF041DB3EBB3}"/>
          </ac:spMkLst>
        </pc:spChg>
        <pc:picChg chg="del">
          <ac:chgData name="Dominique RIGHETTO" userId="512fe077-82ad-424c-88a3-15e852b5861d" providerId="ADAL" clId="{8B7CB91F-10CE-42C2-B9B8-BFF2D3401655}" dt="2026-01-05T13:33:21.581" v="3904" actId="478"/>
          <ac:picMkLst>
            <pc:docMk/>
            <pc:sldMk cId="1692727651" sldId="306"/>
            <ac:picMk id="6" creationId="{DDB3C190-729A-F4E7-6478-4C100CDCEB0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4:41:36.204" v="4143" actId="14861"/>
        <pc:sldMkLst>
          <pc:docMk/>
          <pc:sldMk cId="3958721667" sldId="307"/>
        </pc:sldMkLst>
        <pc:spChg chg="del">
          <ac:chgData name="Dominique RIGHETTO" userId="512fe077-82ad-424c-88a3-15e852b5861d" providerId="ADAL" clId="{8B7CB91F-10CE-42C2-B9B8-BFF2D3401655}" dt="2026-01-05T14:40:34.348" v="4137" actId="478"/>
          <ac:spMkLst>
            <pc:docMk/>
            <pc:sldMk cId="3958721667" sldId="307"/>
            <ac:spMk id="3" creationId="{C0CC1EA4-5EDA-5F21-FF78-5DA844B609EB}"/>
          </ac:spMkLst>
        </pc:spChg>
        <pc:spChg chg="add del mod">
          <ac:chgData name="Dominique RIGHETTO" userId="512fe077-82ad-424c-88a3-15e852b5861d" providerId="ADAL" clId="{8B7CB91F-10CE-42C2-B9B8-BFF2D3401655}" dt="2026-01-05T14:40:37.832" v="4138" actId="478"/>
          <ac:spMkLst>
            <pc:docMk/>
            <pc:sldMk cId="3958721667" sldId="307"/>
            <ac:spMk id="5" creationId="{5B0D9699-5C21-4AB7-EBBF-5A4BB39B4F42}"/>
          </ac:spMkLst>
        </pc:spChg>
        <pc:picChg chg="add mod">
          <ac:chgData name="Dominique RIGHETTO" userId="512fe077-82ad-424c-88a3-15e852b5861d" providerId="ADAL" clId="{8B7CB91F-10CE-42C2-B9B8-BFF2D3401655}" dt="2026-01-05T14:41:36.204" v="4143" actId="14861"/>
          <ac:picMkLst>
            <pc:docMk/>
            <pc:sldMk cId="3958721667" sldId="307"/>
            <ac:picMk id="7" creationId="{1E8E8772-F4E3-6F5A-F5C5-E01FF188109F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4:53:34.318" v="4230" actId="207"/>
        <pc:sldMkLst>
          <pc:docMk/>
          <pc:sldMk cId="2964034352" sldId="308"/>
        </pc:sldMkLst>
        <pc:spChg chg="mod">
          <ac:chgData name="Dominique RIGHETTO" userId="512fe077-82ad-424c-88a3-15e852b5861d" providerId="ADAL" clId="{8B7CB91F-10CE-42C2-B9B8-BFF2D3401655}" dt="2026-01-05T14:50:16.554" v="4212" actId="20577"/>
          <ac:spMkLst>
            <pc:docMk/>
            <pc:sldMk cId="2964034352" sldId="308"/>
            <ac:spMk id="2" creationId="{315112D2-667A-5ACA-2D54-8841534A1F0B}"/>
          </ac:spMkLst>
        </pc:spChg>
        <pc:spChg chg="mod">
          <ac:chgData name="Dominique RIGHETTO" userId="512fe077-82ad-424c-88a3-15e852b5861d" providerId="ADAL" clId="{8B7CB91F-10CE-42C2-B9B8-BFF2D3401655}" dt="2026-01-05T14:50:23.442" v="4221" actId="20577"/>
          <ac:spMkLst>
            <pc:docMk/>
            <pc:sldMk cId="2964034352" sldId="308"/>
            <ac:spMk id="3" creationId="{A8F0DB80-3BA9-573F-68E4-4730BBA07D63}"/>
          </ac:spMkLst>
        </pc:spChg>
        <pc:spChg chg="mod">
          <ac:chgData name="Dominique RIGHETTO" userId="512fe077-82ad-424c-88a3-15e852b5861d" providerId="ADAL" clId="{8B7CB91F-10CE-42C2-B9B8-BFF2D3401655}" dt="2026-01-05T14:53:34.318" v="4230" actId="207"/>
          <ac:spMkLst>
            <pc:docMk/>
            <pc:sldMk cId="2964034352" sldId="308"/>
            <ac:spMk id="7" creationId="{57A1192D-9FD8-26B8-E303-C1AD3B37DEEE}"/>
          </ac:spMkLst>
        </pc:spChg>
        <pc:picChg chg="add mod">
          <ac:chgData name="Dominique RIGHETTO" userId="512fe077-82ad-424c-88a3-15e852b5861d" providerId="ADAL" clId="{8B7CB91F-10CE-42C2-B9B8-BFF2D3401655}" dt="2026-01-05T14:53:03.572" v="4227" actId="108"/>
          <ac:picMkLst>
            <pc:docMk/>
            <pc:sldMk cId="2964034352" sldId="308"/>
            <ac:picMk id="5" creationId="{40913B38-1455-23B0-9894-4B7225F128A5}"/>
          </ac:picMkLst>
        </pc:picChg>
        <pc:picChg chg="del">
          <ac:chgData name="Dominique RIGHETTO" userId="512fe077-82ad-424c-88a3-15e852b5861d" providerId="ADAL" clId="{8B7CB91F-10CE-42C2-B9B8-BFF2D3401655}" dt="2026-01-05T14:52:51.224" v="4222" actId="478"/>
          <ac:picMkLst>
            <pc:docMk/>
            <pc:sldMk cId="2964034352" sldId="308"/>
            <ac:picMk id="6" creationId="{7B801C81-762A-D5EE-7DAD-6E34625E8A73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21:18.865" v="4624" actId="14100"/>
        <pc:sldMkLst>
          <pc:docMk/>
          <pc:sldMk cId="625439952" sldId="309"/>
        </pc:sldMkLst>
        <pc:spChg chg="mod">
          <ac:chgData name="Dominique RIGHETTO" userId="512fe077-82ad-424c-88a3-15e852b5861d" providerId="ADAL" clId="{8B7CB91F-10CE-42C2-B9B8-BFF2D3401655}" dt="2026-01-05T14:59:21.621" v="4235" actId="20577"/>
          <ac:spMkLst>
            <pc:docMk/>
            <pc:sldMk cId="625439952" sldId="309"/>
            <ac:spMk id="2" creationId="{0F3B0007-69E6-BDDF-D1A7-F14E86700773}"/>
          </ac:spMkLst>
        </pc:spChg>
        <pc:spChg chg="mod">
          <ac:chgData name="Dominique RIGHETTO" userId="512fe077-82ad-424c-88a3-15e852b5861d" providerId="ADAL" clId="{8B7CB91F-10CE-42C2-B9B8-BFF2D3401655}" dt="2026-01-05T15:08:46.969" v="4555" actId="20577"/>
          <ac:spMkLst>
            <pc:docMk/>
            <pc:sldMk cId="625439952" sldId="309"/>
            <ac:spMk id="3" creationId="{278B57A3-956B-6E65-1863-5D3E5605B75E}"/>
          </ac:spMkLst>
        </pc:spChg>
        <pc:spChg chg="del">
          <ac:chgData name="Dominique RIGHETTO" userId="512fe077-82ad-424c-88a3-15e852b5861d" providerId="ADAL" clId="{8B7CB91F-10CE-42C2-B9B8-BFF2D3401655}" dt="2026-01-05T14:59:36.995" v="4244" actId="478"/>
          <ac:spMkLst>
            <pc:docMk/>
            <pc:sldMk cId="625439952" sldId="309"/>
            <ac:spMk id="7" creationId="{30A8EB54-950B-AE3D-6A7B-0D5A0E87E466}"/>
          </ac:spMkLst>
        </pc:spChg>
        <pc:spChg chg="del">
          <ac:chgData name="Dominique RIGHETTO" userId="512fe077-82ad-424c-88a3-15e852b5861d" providerId="ADAL" clId="{8B7CB91F-10CE-42C2-B9B8-BFF2D3401655}" dt="2026-01-05T14:59:33.876" v="4242" actId="478"/>
          <ac:spMkLst>
            <pc:docMk/>
            <pc:sldMk cId="625439952" sldId="309"/>
            <ac:spMk id="9" creationId="{61CA3FDA-0972-D95E-580C-1D7E1A643872}"/>
          </ac:spMkLst>
        </pc:spChg>
        <pc:spChg chg="add mod">
          <ac:chgData name="Dominique RIGHETTO" userId="512fe077-82ad-424c-88a3-15e852b5861d" providerId="ADAL" clId="{8B7CB91F-10CE-42C2-B9B8-BFF2D3401655}" dt="2026-01-05T15:19:11.214" v="4608" actId="20577"/>
          <ac:spMkLst>
            <pc:docMk/>
            <pc:sldMk cId="625439952" sldId="309"/>
            <ac:spMk id="10" creationId="{A7BFD8A7-ED6E-CB26-E0EE-5F2A6543B2BE}"/>
          </ac:spMkLst>
        </pc:spChg>
        <pc:spChg chg="add mod ord">
          <ac:chgData name="Dominique RIGHETTO" userId="512fe077-82ad-424c-88a3-15e852b5861d" providerId="ADAL" clId="{8B7CB91F-10CE-42C2-B9B8-BFF2D3401655}" dt="2026-01-05T15:21:18.865" v="4624" actId="14100"/>
          <ac:spMkLst>
            <pc:docMk/>
            <pc:sldMk cId="625439952" sldId="309"/>
            <ac:spMk id="12" creationId="{0364D1ED-1FFF-D3D7-3378-10C1EA44D21F}"/>
          </ac:spMkLst>
        </pc:spChg>
        <pc:picChg chg="add del mod modCrop">
          <ac:chgData name="Dominique RIGHETTO" userId="512fe077-82ad-424c-88a3-15e852b5861d" providerId="ADAL" clId="{8B7CB91F-10CE-42C2-B9B8-BFF2D3401655}" dt="2026-01-05T15:20:51.214" v="4614" actId="478"/>
          <ac:picMkLst>
            <pc:docMk/>
            <pc:sldMk cId="625439952" sldId="309"/>
            <ac:picMk id="5" creationId="{565F0C9E-6E6E-F1F9-48D7-936F32B20595}"/>
          </ac:picMkLst>
        </pc:picChg>
        <pc:picChg chg="add mod">
          <ac:chgData name="Dominique RIGHETTO" userId="512fe077-82ad-424c-88a3-15e852b5861d" providerId="ADAL" clId="{8B7CB91F-10CE-42C2-B9B8-BFF2D3401655}" dt="2026-01-05T15:07:11.046" v="4527"/>
          <ac:picMkLst>
            <pc:docMk/>
            <pc:sldMk cId="625439952" sldId="309"/>
            <ac:picMk id="6" creationId="{060D9616-7F41-3059-7EFF-243BEF9597F9}"/>
          </ac:picMkLst>
        </pc:picChg>
        <pc:picChg chg="del">
          <ac:chgData name="Dominique RIGHETTO" userId="512fe077-82ad-424c-88a3-15e852b5861d" providerId="ADAL" clId="{8B7CB91F-10CE-42C2-B9B8-BFF2D3401655}" dt="2026-01-05T14:59:32.356" v="4241" actId="478"/>
          <ac:picMkLst>
            <pc:docMk/>
            <pc:sldMk cId="625439952" sldId="309"/>
            <ac:picMk id="8" creationId="{A62A7847-7334-10FE-79FE-06D50DE8DBC4}"/>
          </ac:picMkLst>
        </pc:picChg>
        <pc:picChg chg="del">
          <ac:chgData name="Dominique RIGHETTO" userId="512fe077-82ad-424c-88a3-15e852b5861d" providerId="ADAL" clId="{8B7CB91F-10CE-42C2-B9B8-BFF2D3401655}" dt="2026-01-05T14:59:34.716" v="4243" actId="478"/>
          <ac:picMkLst>
            <pc:docMk/>
            <pc:sldMk cId="625439952" sldId="309"/>
            <ac:picMk id="11" creationId="{FF1A43D7-04AD-62F4-0529-434A05957678}"/>
          </ac:picMkLst>
        </pc:picChg>
        <pc:picChg chg="add mod">
          <ac:chgData name="Dominique RIGHETTO" userId="512fe077-82ad-424c-88a3-15e852b5861d" providerId="ADAL" clId="{8B7CB91F-10CE-42C2-B9B8-BFF2D3401655}" dt="2026-01-05T15:21:03.305" v="4619" actId="14100"/>
          <ac:picMkLst>
            <pc:docMk/>
            <pc:sldMk cId="625439952" sldId="309"/>
            <ac:picMk id="14" creationId="{6ECDF1AA-B65E-A525-23B4-1B6370788CE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23:02.147" v="4658" actId="20577"/>
        <pc:sldMkLst>
          <pc:docMk/>
          <pc:sldMk cId="497681082" sldId="310"/>
        </pc:sldMkLst>
        <pc:spChg chg="mod">
          <ac:chgData name="Dominique RIGHETTO" userId="512fe077-82ad-424c-88a3-15e852b5861d" providerId="ADAL" clId="{8B7CB91F-10CE-42C2-B9B8-BFF2D3401655}" dt="2026-01-05T15:01:47.219" v="4293" actId="20577"/>
          <ac:spMkLst>
            <pc:docMk/>
            <pc:sldMk cId="497681082" sldId="310"/>
            <ac:spMk id="2" creationId="{C48E3CF9-CB24-1DB0-A3CE-9DBCDE187153}"/>
          </ac:spMkLst>
        </pc:spChg>
        <pc:spChg chg="mod">
          <ac:chgData name="Dominique RIGHETTO" userId="512fe077-82ad-424c-88a3-15e852b5861d" providerId="ADAL" clId="{8B7CB91F-10CE-42C2-B9B8-BFF2D3401655}" dt="2026-01-05T15:23:02.147" v="4658" actId="20577"/>
          <ac:spMkLst>
            <pc:docMk/>
            <pc:sldMk cId="497681082" sldId="310"/>
            <ac:spMk id="3" creationId="{7724CFBE-895C-529D-962F-48F3B3F99C9A}"/>
          </ac:spMkLst>
        </pc:spChg>
        <pc:picChg chg="add mod">
          <ac:chgData name="Dominique RIGHETTO" userId="512fe077-82ad-424c-88a3-15e852b5861d" providerId="ADAL" clId="{8B7CB91F-10CE-42C2-B9B8-BFF2D3401655}" dt="2026-01-05T15:04:44.524" v="4517" actId="1076"/>
          <ac:picMkLst>
            <pc:docMk/>
            <pc:sldMk cId="497681082" sldId="310"/>
            <ac:picMk id="5" creationId="{98E7A59E-620D-AB2E-0ABE-776E5686CFD5}"/>
          </ac:picMkLst>
        </pc:picChg>
        <pc:picChg chg="del">
          <ac:chgData name="Dominique RIGHETTO" userId="512fe077-82ad-424c-88a3-15e852b5861d" providerId="ADAL" clId="{8B7CB91F-10CE-42C2-B9B8-BFF2D3401655}" dt="2026-01-05T15:03:32.051" v="4474" actId="478"/>
          <ac:picMkLst>
            <pc:docMk/>
            <pc:sldMk cId="497681082" sldId="310"/>
            <ac:picMk id="6" creationId="{CEF149A3-B6C9-B8F6-6621-F9AE4F7B490C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19:26.609" v="4610" actId="1076"/>
        <pc:sldMkLst>
          <pc:docMk/>
          <pc:sldMk cId="1502947638" sldId="311"/>
        </pc:sldMkLst>
        <pc:spChg chg="del">
          <ac:chgData name="Dominique RIGHETTO" userId="512fe077-82ad-424c-88a3-15e852b5861d" providerId="ADAL" clId="{8B7CB91F-10CE-42C2-B9B8-BFF2D3401655}" dt="2026-01-05T15:07:19.483" v="4529" actId="478"/>
          <ac:spMkLst>
            <pc:docMk/>
            <pc:sldMk cId="1502947638" sldId="311"/>
            <ac:spMk id="3" creationId="{0A2D07C9-CB99-6D3B-F209-98AA779960A1}"/>
          </ac:spMkLst>
        </pc:spChg>
        <pc:spChg chg="add del mod">
          <ac:chgData name="Dominique RIGHETTO" userId="512fe077-82ad-424c-88a3-15e852b5861d" providerId="ADAL" clId="{8B7CB91F-10CE-42C2-B9B8-BFF2D3401655}" dt="2026-01-05T15:07:20.928" v="4530" actId="478"/>
          <ac:spMkLst>
            <pc:docMk/>
            <pc:sldMk cId="1502947638" sldId="311"/>
            <ac:spMk id="6" creationId="{F4DF2A68-AD91-9259-9EFD-F55BE655885D}"/>
          </ac:spMkLst>
        </pc:spChg>
        <pc:picChg chg="del">
          <ac:chgData name="Dominique RIGHETTO" userId="512fe077-82ad-424c-88a3-15e852b5861d" providerId="ADAL" clId="{8B7CB91F-10CE-42C2-B9B8-BFF2D3401655}" dt="2026-01-05T15:07:21.789" v="4531" actId="478"/>
          <ac:picMkLst>
            <pc:docMk/>
            <pc:sldMk cId="1502947638" sldId="311"/>
            <ac:picMk id="5" creationId="{9D05FDD9-2189-4212-83A0-3FB54DAABE3D}"/>
          </ac:picMkLst>
        </pc:picChg>
        <pc:picChg chg="add del mod modCrop">
          <ac:chgData name="Dominique RIGHETTO" userId="512fe077-82ad-424c-88a3-15e852b5861d" providerId="ADAL" clId="{8B7CB91F-10CE-42C2-B9B8-BFF2D3401655}" dt="2026-01-05T15:17:00.266" v="4580" actId="478"/>
          <ac:picMkLst>
            <pc:docMk/>
            <pc:sldMk cId="1502947638" sldId="311"/>
            <ac:picMk id="8" creationId="{6B0BB634-23C3-A70A-54AC-D138D5B822EA}"/>
          </ac:picMkLst>
        </pc:picChg>
        <pc:picChg chg="add mod modCrop">
          <ac:chgData name="Dominique RIGHETTO" userId="512fe077-82ad-424c-88a3-15e852b5861d" providerId="ADAL" clId="{8B7CB91F-10CE-42C2-B9B8-BFF2D3401655}" dt="2026-01-05T15:19:26.609" v="4610" actId="1076"/>
          <ac:picMkLst>
            <pc:docMk/>
            <pc:sldMk cId="1502947638" sldId="311"/>
            <ac:picMk id="10" creationId="{C676507D-8D55-F03F-60D5-6EA1D309D23F}"/>
          </ac:picMkLst>
        </pc:picChg>
        <pc:picChg chg="add mod">
          <ac:chgData name="Dominique RIGHETTO" userId="512fe077-82ad-424c-88a3-15e852b5861d" providerId="ADAL" clId="{8B7CB91F-10CE-42C2-B9B8-BFF2D3401655}" dt="2026-01-05T15:19:23.010" v="4609" actId="1076"/>
          <ac:picMkLst>
            <pc:docMk/>
            <pc:sldMk cId="1502947638" sldId="311"/>
            <ac:picMk id="12" creationId="{7029D462-864D-D455-3E8C-2BC297238028}"/>
          </ac:picMkLst>
        </pc:picChg>
      </pc:sldChg>
      <pc:sldChg chg="addSp delSp modSp add del mod">
        <pc:chgData name="Dominique RIGHETTO" userId="512fe077-82ad-424c-88a3-15e852b5861d" providerId="ADAL" clId="{8B7CB91F-10CE-42C2-B9B8-BFF2D3401655}" dt="2026-01-05T15:22:10.947" v="4625" actId="47"/>
        <pc:sldMkLst>
          <pc:docMk/>
          <pc:sldMk cId="417307664" sldId="312"/>
        </pc:sldMkLst>
        <pc:picChg chg="add del mod">
          <ac:chgData name="Dominique RIGHETTO" userId="512fe077-82ad-424c-88a3-15e852b5861d" providerId="ADAL" clId="{8B7CB91F-10CE-42C2-B9B8-BFF2D3401655}" dt="2026-01-05T15:09:55.101" v="4556" actId="478"/>
          <ac:picMkLst>
            <pc:docMk/>
            <pc:sldMk cId="417307664" sldId="312"/>
            <ac:picMk id="4" creationId="{F09F7F5E-ADAB-2E25-FA07-EC95D2B68FDE}"/>
          </ac:picMkLst>
        </pc:picChg>
        <pc:picChg chg="del">
          <ac:chgData name="Dominique RIGHETTO" userId="512fe077-82ad-424c-88a3-15e852b5861d" providerId="ADAL" clId="{8B7CB91F-10CE-42C2-B9B8-BFF2D3401655}" dt="2026-01-05T15:08:25.100" v="4539" actId="478"/>
          <ac:picMkLst>
            <pc:docMk/>
            <pc:sldMk cId="417307664" sldId="312"/>
            <ac:picMk id="8" creationId="{34F69B83-5398-119C-60A6-C14965AA410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49:14.065" v="4755" actId="14861"/>
        <pc:sldMkLst>
          <pc:docMk/>
          <pc:sldMk cId="750126829" sldId="312"/>
        </pc:sldMkLst>
        <pc:spChg chg="mod">
          <ac:chgData name="Dominique RIGHETTO" userId="512fe077-82ad-424c-88a3-15e852b5861d" providerId="ADAL" clId="{8B7CB91F-10CE-42C2-B9B8-BFF2D3401655}" dt="2026-01-05T15:23:31.737" v="4665" actId="20577"/>
          <ac:spMkLst>
            <pc:docMk/>
            <pc:sldMk cId="750126829" sldId="312"/>
            <ac:spMk id="2" creationId="{98F14790-074C-95E2-C4EF-910EA1CD2AF1}"/>
          </ac:spMkLst>
        </pc:spChg>
        <pc:spChg chg="mod">
          <ac:chgData name="Dominique RIGHETTO" userId="512fe077-82ad-424c-88a3-15e852b5861d" providerId="ADAL" clId="{8B7CB91F-10CE-42C2-B9B8-BFF2D3401655}" dt="2026-01-05T15:24:03.038" v="4748" actId="20577"/>
          <ac:spMkLst>
            <pc:docMk/>
            <pc:sldMk cId="750126829" sldId="312"/>
            <ac:spMk id="3" creationId="{BE28F0C4-9907-93B2-D5DA-46FB3B31BFBF}"/>
          </ac:spMkLst>
        </pc:spChg>
        <pc:spChg chg="mod">
          <ac:chgData name="Dominique RIGHETTO" userId="512fe077-82ad-424c-88a3-15e852b5861d" providerId="ADAL" clId="{8B7CB91F-10CE-42C2-B9B8-BFF2D3401655}" dt="2026-01-05T15:24:29.591" v="4751" actId="207"/>
          <ac:spMkLst>
            <pc:docMk/>
            <pc:sldMk cId="750126829" sldId="312"/>
            <ac:spMk id="7" creationId="{BA798E0F-45CC-AAFD-85E7-A216053474BA}"/>
          </ac:spMkLst>
        </pc:spChg>
        <pc:picChg chg="del">
          <ac:chgData name="Dominique RIGHETTO" userId="512fe077-82ad-424c-88a3-15e852b5861d" providerId="ADAL" clId="{8B7CB91F-10CE-42C2-B9B8-BFF2D3401655}" dt="2026-01-05T15:23:34.457" v="4666" actId="478"/>
          <ac:picMkLst>
            <pc:docMk/>
            <pc:sldMk cId="750126829" sldId="312"/>
            <ac:picMk id="5" creationId="{F4CE89E5-16AC-4C09-B9BF-3738906E7E27}"/>
          </ac:picMkLst>
        </pc:picChg>
        <pc:picChg chg="add mod">
          <ac:chgData name="Dominique RIGHETTO" userId="512fe077-82ad-424c-88a3-15e852b5861d" providerId="ADAL" clId="{8B7CB91F-10CE-42C2-B9B8-BFF2D3401655}" dt="2026-01-05T15:49:14.065" v="4755" actId="14861"/>
          <ac:picMkLst>
            <pc:docMk/>
            <pc:sldMk cId="750126829" sldId="312"/>
            <ac:picMk id="6" creationId="{A12CF8EB-E28E-6000-70F9-43E20A4527EC}"/>
          </ac:picMkLst>
        </pc:picChg>
      </pc:sldChg>
      <pc:sldChg chg="delSp modSp add mod ord">
        <pc:chgData name="Dominique RIGHETTO" userId="512fe077-82ad-424c-88a3-15e852b5861d" providerId="ADAL" clId="{8B7CB91F-10CE-42C2-B9B8-BFF2D3401655}" dt="2026-01-05T15:50:13.653" v="4776" actId="20577"/>
        <pc:sldMkLst>
          <pc:docMk/>
          <pc:sldMk cId="1989195103" sldId="313"/>
        </pc:sldMkLst>
        <pc:spChg chg="mod">
          <ac:chgData name="Dominique RIGHETTO" userId="512fe077-82ad-424c-88a3-15e852b5861d" providerId="ADAL" clId="{8B7CB91F-10CE-42C2-B9B8-BFF2D3401655}" dt="2026-01-05T15:50:13.653" v="4776" actId="20577"/>
          <ac:spMkLst>
            <pc:docMk/>
            <pc:sldMk cId="1989195103" sldId="313"/>
            <ac:spMk id="2" creationId="{C57B4822-73D2-F2DE-4902-BDBAB052CFDC}"/>
          </ac:spMkLst>
        </pc:spChg>
        <pc:spChg chg="mod">
          <ac:chgData name="Dominique RIGHETTO" userId="512fe077-82ad-424c-88a3-15e852b5861d" providerId="ADAL" clId="{8B7CB91F-10CE-42C2-B9B8-BFF2D3401655}" dt="2026-01-05T15:50:09.955" v="4774" actId="5793"/>
          <ac:spMkLst>
            <pc:docMk/>
            <pc:sldMk cId="1989195103" sldId="313"/>
            <ac:spMk id="3" creationId="{2BDD3EBC-02D0-7D15-A14C-72BB94993CF4}"/>
          </ac:spMkLst>
        </pc:spChg>
        <pc:spChg chg="del">
          <ac:chgData name="Dominique RIGHETTO" userId="512fe077-82ad-424c-88a3-15e852b5861d" providerId="ADAL" clId="{8B7CB91F-10CE-42C2-B9B8-BFF2D3401655}" dt="2026-01-05T15:50:04.100" v="4770" actId="478"/>
          <ac:spMkLst>
            <pc:docMk/>
            <pc:sldMk cId="1989195103" sldId="313"/>
            <ac:spMk id="10" creationId="{3F184BA4-1FB2-84AE-360A-E469D75A8F7A}"/>
          </ac:spMkLst>
        </pc:spChg>
        <pc:spChg chg="del">
          <ac:chgData name="Dominique RIGHETTO" userId="512fe077-82ad-424c-88a3-15e852b5861d" providerId="ADAL" clId="{8B7CB91F-10CE-42C2-B9B8-BFF2D3401655}" dt="2026-01-05T15:50:02.238" v="4769" actId="478"/>
          <ac:spMkLst>
            <pc:docMk/>
            <pc:sldMk cId="1989195103" sldId="313"/>
            <ac:spMk id="12" creationId="{CECE5D38-4E4A-B501-5C10-170C135016C1}"/>
          </ac:spMkLst>
        </pc:spChg>
        <pc:picChg chg="del">
          <ac:chgData name="Dominique RIGHETTO" userId="512fe077-82ad-424c-88a3-15e852b5861d" providerId="ADAL" clId="{8B7CB91F-10CE-42C2-B9B8-BFF2D3401655}" dt="2026-01-05T15:50:00.941" v="4768" actId="478"/>
          <ac:picMkLst>
            <pc:docMk/>
            <pc:sldMk cId="1989195103" sldId="313"/>
            <ac:picMk id="14" creationId="{B9C54380-54CA-94C8-BF91-239A1FF95C15}"/>
          </ac:picMkLst>
        </pc:picChg>
      </pc:sldChg>
      <pc:sldMasterChg chg="addSp delSp modSp mod">
        <pc:chgData name="Dominique RIGHETTO" userId="512fe077-82ad-424c-88a3-15e852b5861d" providerId="ADAL" clId="{8B7CB91F-10CE-42C2-B9B8-BFF2D3401655}" dt="2026-01-05T08:06:56.232" v="112" actId="207"/>
        <pc:sldMasterMkLst>
          <pc:docMk/>
          <pc:sldMasterMk cId="1793245750" sldId="2147483660"/>
        </pc:sldMasterMkLst>
        <pc:spChg chg="mod">
          <ac:chgData name="Dominique RIGHETTO" userId="512fe077-82ad-424c-88a3-15e852b5861d" providerId="ADAL" clId="{8B7CB91F-10CE-42C2-B9B8-BFF2D3401655}" dt="2026-01-05T08:06:56.232" v="112" actId="207"/>
          <ac:spMkLst>
            <pc:docMk/>
            <pc:sldMasterMk cId="1793245750" sldId="2147483660"/>
            <ac:spMk id="4" creationId="{ED83292F-AC8A-143B-9890-6915DA5A9A3C}"/>
          </ac:spMkLst>
        </pc:spChg>
        <pc:spChg chg="add del">
          <ac:chgData name="Dominique RIGHETTO" userId="512fe077-82ad-424c-88a3-15e852b5861d" providerId="ADAL" clId="{8B7CB91F-10CE-42C2-B9B8-BFF2D3401655}" dt="2026-01-05T08:06:15.206" v="110" actId="478"/>
          <ac:spMkLst>
            <pc:docMk/>
            <pc:sldMasterMk cId="1793245750" sldId="2147483660"/>
            <ac:spMk id="9" creationId="{96E298DD-28E2-4F1F-A4F0-407D8199D6F6}"/>
          </ac:spMkLst>
        </pc:spChg>
        <pc:spChg chg="del mod">
          <ac:chgData name="Dominique RIGHETTO" userId="512fe077-82ad-424c-88a3-15e852b5861d" providerId="ADAL" clId="{8B7CB91F-10CE-42C2-B9B8-BFF2D3401655}" dt="2026-01-05T08:06:02.351" v="108" actId="478"/>
          <ac:spMkLst>
            <pc:docMk/>
            <pc:sldMasterMk cId="1793245750" sldId="2147483660"/>
            <ac:spMk id="10" creationId="{EDD6BA80-B3B1-41ED-94FC-30F2434D99FA}"/>
          </ac:spMkLst>
        </pc:spChg>
        <pc:spChg chg="add del">
          <ac:chgData name="Dominique RIGHETTO" userId="512fe077-82ad-424c-88a3-15e852b5861d" providerId="ADAL" clId="{8B7CB91F-10CE-42C2-B9B8-BFF2D3401655}" dt="2026-01-05T08:02:35.963" v="88" actId="478"/>
          <ac:spMkLst>
            <pc:docMk/>
            <pc:sldMasterMk cId="1793245750" sldId="2147483660"/>
            <ac:spMk id="13" creationId="{F98C9CA4-8A09-4C8A-B688-AF68F27D86FA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20071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2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</a:t>
            </a: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PDF format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5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5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7999" y="2567225"/>
            <a:ext cx="11419971" cy="1723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sz="160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sz="1600" dirty="0">
              <a:latin typeface="Consolas" panose="020B0609020204030204" pitchFamily="49" charset="0"/>
            </a:endParaRPr>
          </a:p>
          <a:p>
            <a:pPr algn="l"/>
            <a:r>
              <a:rPr lang="en-US" sz="1600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File size is limited to 10 MB.</a:t>
            </a:r>
            <a:endParaRPr lang="fr-FR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5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 of malicious </a:t>
            </a:r>
            <a:r>
              <a:rPr lang="en-US" sz="2800" b="0">
                <a:solidFill>
                  <a:schemeClr val="tx2"/>
                </a:solidFill>
              </a:rPr>
              <a:t>PDF file:</a:t>
            </a: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059005-BA3A-F6BB-37CD-87E255CF8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560" y="2001898"/>
            <a:ext cx="8270880" cy="39244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The goal was to test is the service ensure that the provided file is a valid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EA6B6B-ADE2-DDA5-F518-5F11F0C59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02226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is valid PDF by try loading it via a PDF parser.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JavaScript code that can trigger actions on behalf of the user</a:t>
            </a:r>
            <a:r>
              <a:rPr lang="en-US" sz="2800" b="0" dirty="0">
                <a:solidFill>
                  <a:schemeClr val="accent5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</a:t>
            </a:r>
            <a:r>
              <a:rPr lang="en-US" sz="1600" dirty="0">
                <a:solidFill>
                  <a:schemeClr val="accent3"/>
                </a:solidFill>
              </a:rPr>
              <a:t>32</a:t>
            </a:r>
            <a:r>
              <a:rPr lang="en-US" sz="1600" noProof="0" dirty="0">
                <a:solidFill>
                  <a:schemeClr val="accent3"/>
                </a:solidFill>
              </a:rPr>
              <a:t>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319" y="1945758"/>
            <a:ext cx="8893976" cy="45522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attachment file can be opened and executed by the user using instruction into the PDF indented to trick him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dirty="0">
                <a:solidFill>
                  <a:schemeClr val="tx2"/>
                </a:solidFill>
              </a:rPr>
              <a:t> (XFA) form with an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dirty="0">
                <a:solidFill>
                  <a:schemeClr val="tx2"/>
                </a:solidFill>
              </a:rPr>
              <a:t>reference to an external domain: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29" y="2423619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Arrow: Bent-Up 8">
            <a:extLst>
              <a:ext uri="{FF2B5EF4-FFF2-40B4-BE49-F238E27FC236}">
                <a16:creationId xmlns:a16="http://schemas.microsoft.com/office/drawing/2014/main" id="{43CC8CFB-4C99-259F-A2E1-C1966F2A9256}"/>
              </a:ext>
            </a:extLst>
          </p:cNvPr>
          <p:cNvSpPr/>
          <p:nvPr/>
        </p:nvSpPr>
        <p:spPr>
          <a:xfrm rot="5400000">
            <a:off x="21897" y="3450221"/>
            <a:ext cx="1669312" cy="903767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701"/>
          <a:stretch>
            <a:fillRect/>
          </a:stretch>
        </p:blipFill>
        <p:spPr>
          <a:xfrm>
            <a:off x="1308437" y="3540642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850064" y="4263656"/>
            <a:ext cx="10157906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library used to parse the PDF file is not prone to the following vulnerabilities:</a:t>
            </a:r>
          </a:p>
          <a:p>
            <a:pPr lvl="1"/>
            <a:r>
              <a:rPr lang="fr-FR" sz="2400" b="0" dirty="0">
                <a:solidFill>
                  <a:schemeClr val="tx2"/>
                </a:solidFill>
                <a:hlinkClick r:id="rId2"/>
              </a:rPr>
              <a:t>XML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External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Entity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injection</a:t>
            </a:r>
            <a:r>
              <a:rPr lang="fr-FR" sz="2400" b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Such vulnerabilities can lead to abuse like the following:</a:t>
            </a:r>
          </a:p>
          <a:p>
            <a:pPr lvl="1"/>
            <a:r>
              <a:rPr lang="en-US" sz="2400" dirty="0"/>
              <a:t>Read local files on the host on which the service is deployed.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Instruct the </a:t>
            </a:r>
            <a:r>
              <a:rPr lang="en-US" sz="2400" dirty="0"/>
              <a:t>host, on which the service is deployed, to perform network requests.</a:t>
            </a:r>
          </a:p>
          <a:p>
            <a:pPr lvl="1"/>
            <a:r>
              <a:rPr lang="en-US" sz="2400" dirty="0"/>
              <a:t>…</a:t>
            </a:r>
            <a:endParaRPr lang="en-US" sz="24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XFA forms.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4269493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link can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sixth test was performed with a valid PDF file …: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1296</Words>
  <Application>Microsoft Office PowerPoint</Application>
  <PresentationFormat>Widescreen</PresentationFormat>
  <Paragraphs>139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Century Gothic</vt:lpstr>
      <vt:lpstr>Consolas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Let’s the story begin – Round n°1</vt:lpstr>
      <vt:lpstr>📖 Let’s the story begin – Round n°1</vt:lpstr>
      <vt:lpstr>📖 Let’s the story begin – Round n°2</vt:lpstr>
      <vt:lpstr>📖 Let’s the story begin – Round n°2</vt:lpstr>
      <vt:lpstr>📖 Let’s the story begin – Round n°2</vt:lpstr>
      <vt:lpstr>📖 Let’s the story begin – Round n°3</vt:lpstr>
      <vt:lpstr>📖 Let’s the story begin – Round n°3</vt:lpstr>
      <vt:lpstr>📖 Let’s the story begin – Round n°3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n°6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2026-01-05T15:51:26Z</dcterms:modified>
</cp:coreProperties>
</file>