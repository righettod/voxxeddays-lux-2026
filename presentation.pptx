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7" r:id="rId2"/>
    <p:sldId id="262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306" r:id="rId21"/>
    <p:sldId id="307" r:id="rId22"/>
    <p:sldId id="308" r:id="rId23"/>
    <p:sldId id="309" r:id="rId24"/>
    <p:sldId id="311" r:id="rId25"/>
    <p:sldId id="310" r:id="rId26"/>
    <p:sldId id="312" r:id="rId27"/>
    <p:sldId id="313" r:id="rId28"/>
    <p:sldId id="314" r:id="rId29"/>
    <p:sldId id="315" r:id="rId30"/>
    <p:sldId id="316" r:id="rId31"/>
    <p:sldId id="317" r:id="rId32"/>
    <p:sldId id="319" r:id="rId33"/>
    <p:sldId id="288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922590-C897-4D5E-94A5-7835129BD264}" v="40" dt="2026-01-05T18:49:54.0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1235" autoAdjust="0"/>
  </p:normalViewPr>
  <p:slideViewPr>
    <p:cSldViewPr snapToGrid="0">
      <p:cViewPr varScale="1">
        <p:scale>
          <a:sx n="90" d="100"/>
          <a:sy n="90" d="100"/>
        </p:scale>
        <p:origin x="13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ique RIGHETTO" userId="512fe077-82ad-424c-88a3-15e852b5861d" providerId="ADAL" clId="{8B7CB91F-10CE-42C2-B9B8-BFF2D3401655}"/>
    <pc:docChg chg="undo custSel addSld delSld modSld sldOrd modMainMaster">
      <pc:chgData name="Dominique RIGHETTO" userId="512fe077-82ad-424c-88a3-15e852b5861d" providerId="ADAL" clId="{8B7CB91F-10CE-42C2-B9B8-BFF2D3401655}" dt="2026-01-05T19:40:15.637" v="5517" actId="14861"/>
      <pc:docMkLst>
        <pc:docMk/>
      </pc:docMkLst>
      <pc:sldChg chg="modSp mod">
        <pc:chgData name="Dominique RIGHETTO" userId="512fe077-82ad-424c-88a3-15e852b5861d" providerId="ADAL" clId="{8B7CB91F-10CE-42C2-B9B8-BFF2D3401655}" dt="2026-01-05T07:59:34.002" v="54" actId="20577"/>
        <pc:sldMkLst>
          <pc:docMk/>
          <pc:sldMk cId="3134628389" sldId="257"/>
        </pc:sldMkLst>
        <pc:spChg chg="mod">
          <ac:chgData name="Dominique RIGHETTO" userId="512fe077-82ad-424c-88a3-15e852b5861d" providerId="ADAL" clId="{8B7CB91F-10CE-42C2-B9B8-BFF2D3401655}" dt="2026-01-05T07:59:34.002" v="54" actId="20577"/>
          <ac:spMkLst>
            <pc:docMk/>
            <pc:sldMk cId="3134628389" sldId="257"/>
            <ac:spMk id="2" creationId="{C48248EE-9276-F13B-C146-B824E74053FA}"/>
          </ac:spMkLst>
        </pc:spChg>
        <pc:spChg chg="mod">
          <ac:chgData name="Dominique RIGHETTO" userId="512fe077-82ad-424c-88a3-15e852b5861d" providerId="ADAL" clId="{8B7CB91F-10CE-42C2-B9B8-BFF2D3401655}" dt="2026-01-05T07:59:29.703" v="52"/>
          <ac:spMkLst>
            <pc:docMk/>
            <pc:sldMk cId="3134628389" sldId="257"/>
            <ac:spMk id="3" creationId="{2C93C62D-952C-3866-AA5A-CA17B8DBDB19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551370680" sldId="25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144566480" sldId="25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979476112" sldId="26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730977501" sldId="261"/>
        </pc:sldMkLst>
      </pc:sldChg>
      <pc:sldChg chg="modSp mod ord">
        <pc:chgData name="Dominique RIGHETTO" userId="512fe077-82ad-424c-88a3-15e852b5861d" providerId="ADAL" clId="{8B7CB91F-10CE-42C2-B9B8-BFF2D3401655}" dt="2026-01-05T08:07:40.323" v="115" actId="20577"/>
        <pc:sldMkLst>
          <pc:docMk/>
          <pc:sldMk cId="2121745454" sldId="262"/>
        </pc:sldMkLst>
        <pc:spChg chg="mod">
          <ac:chgData name="Dominique RIGHETTO" userId="512fe077-82ad-424c-88a3-15e852b5861d" providerId="ADAL" clId="{8B7CB91F-10CE-42C2-B9B8-BFF2D3401655}" dt="2026-01-05T08:00:04.604" v="75" actId="20577"/>
          <ac:spMkLst>
            <pc:docMk/>
            <pc:sldMk cId="2121745454" sldId="262"/>
            <ac:spMk id="2" creationId="{00000000-0000-0000-0000-000000000000}"/>
          </ac:spMkLst>
        </pc:spChg>
        <pc:spChg chg="mod">
          <ac:chgData name="Dominique RIGHETTO" userId="512fe077-82ad-424c-88a3-15e852b5861d" providerId="ADAL" clId="{8B7CB91F-10CE-42C2-B9B8-BFF2D3401655}" dt="2026-01-05T08:07:40.323" v="115" actId="20577"/>
          <ac:spMkLst>
            <pc:docMk/>
            <pc:sldMk cId="2121745454" sldId="262"/>
            <ac:spMk id="3" creationId="{00000000-0000-0000-0000-000000000000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725272047" sldId="26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128520042" sldId="26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571281480" sldId="26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050816099" sldId="26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632571955" sldId="26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240049130" sldId="26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71472328" sldId="26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321215664" sldId="27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986846428" sldId="271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90768315" sldId="272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570799644" sldId="27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536871477" sldId="27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677355" sldId="27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693519736" sldId="27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028727512" sldId="27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958517259" sldId="27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575813073" sldId="27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684295089" sldId="28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374725439" sldId="281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292368372" sldId="282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246512297" sldId="28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631144203" sldId="28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000263753" sldId="28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715094234" sldId="28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553618436" sldId="28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423159379" sldId="289"/>
        </pc:sldMkLst>
      </pc:sldChg>
      <pc:sldChg chg="modSp add mod">
        <pc:chgData name="Dominique RIGHETTO" userId="512fe077-82ad-424c-88a3-15e852b5861d" providerId="ADAL" clId="{8B7CB91F-10CE-42C2-B9B8-BFF2D3401655}" dt="2026-01-05T08:14:05.282" v="510" actId="20577"/>
        <pc:sldMkLst>
          <pc:docMk/>
          <pc:sldMk cId="1700977977" sldId="289"/>
        </pc:sldMkLst>
        <pc:spChg chg="mod">
          <ac:chgData name="Dominique RIGHETTO" userId="512fe077-82ad-424c-88a3-15e852b5861d" providerId="ADAL" clId="{8B7CB91F-10CE-42C2-B9B8-BFF2D3401655}" dt="2026-01-05T08:14:05.282" v="510" actId="20577"/>
          <ac:spMkLst>
            <pc:docMk/>
            <pc:sldMk cId="1700977977" sldId="289"/>
            <ac:spMk id="3" creationId="{DD39683C-541A-B4BA-B911-E5EC3EABE467}"/>
          </ac:spMkLst>
        </pc:spChg>
      </pc:sldChg>
      <pc:sldChg chg="modSp add mod">
        <pc:chgData name="Dominique RIGHETTO" userId="512fe077-82ad-424c-88a3-15e852b5861d" providerId="ADAL" clId="{8B7CB91F-10CE-42C2-B9B8-BFF2D3401655}" dt="2026-01-05T08:19:48.581" v="1027" actId="207"/>
        <pc:sldMkLst>
          <pc:docMk/>
          <pc:sldMk cId="2617813205" sldId="290"/>
        </pc:sldMkLst>
        <pc:spChg chg="mod">
          <ac:chgData name="Dominique RIGHETTO" userId="512fe077-82ad-424c-88a3-15e852b5861d" providerId="ADAL" clId="{8B7CB91F-10CE-42C2-B9B8-BFF2D3401655}" dt="2026-01-05T08:19:48.581" v="1027" actId="207"/>
          <ac:spMkLst>
            <pc:docMk/>
            <pc:sldMk cId="2617813205" sldId="290"/>
            <ac:spMk id="3" creationId="{F9B0CA82-1172-E064-A39F-91CE0E6141A1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310454039" sldId="29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973688033" sldId="291"/>
        </pc:sldMkLst>
      </pc:sldChg>
      <pc:sldChg chg="modSp add mod">
        <pc:chgData name="Dominique RIGHETTO" userId="512fe077-82ad-424c-88a3-15e852b5861d" providerId="ADAL" clId="{8B7CB91F-10CE-42C2-B9B8-BFF2D3401655}" dt="2026-01-05T09:10:01.192" v="2097" actId="6549"/>
        <pc:sldMkLst>
          <pc:docMk/>
          <pc:sldMk cId="3084432784" sldId="291"/>
        </pc:sldMkLst>
        <pc:spChg chg="mod">
          <ac:chgData name="Dominique RIGHETTO" userId="512fe077-82ad-424c-88a3-15e852b5861d" providerId="ADAL" clId="{8B7CB91F-10CE-42C2-B9B8-BFF2D3401655}" dt="2026-01-05T09:10:01.192" v="2097" actId="6549"/>
          <ac:spMkLst>
            <pc:docMk/>
            <pc:sldMk cId="3084432784" sldId="291"/>
            <ac:spMk id="2" creationId="{90A5A9F8-D7B1-CFB1-B8C0-57440D5A186F}"/>
          </ac:spMkLst>
        </pc:spChg>
        <pc:spChg chg="mod">
          <ac:chgData name="Dominique RIGHETTO" userId="512fe077-82ad-424c-88a3-15e852b5861d" providerId="ADAL" clId="{8B7CB91F-10CE-42C2-B9B8-BFF2D3401655}" dt="2026-01-05T08:32:25.027" v="1751" actId="113"/>
          <ac:spMkLst>
            <pc:docMk/>
            <pc:sldMk cId="3084432784" sldId="291"/>
            <ac:spMk id="3" creationId="{A7541EE2-30B3-B306-B7D8-3F0B5DDEBCBF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799481326" sldId="292"/>
        </pc:sldMkLst>
      </pc:sldChg>
      <pc:sldChg chg="addSp modSp add mod">
        <pc:chgData name="Dominique RIGHETTO" userId="512fe077-82ad-424c-88a3-15e852b5861d" providerId="ADAL" clId="{8B7CB91F-10CE-42C2-B9B8-BFF2D3401655}" dt="2026-01-05T09:10:09.386" v="2098"/>
        <pc:sldMkLst>
          <pc:docMk/>
          <pc:sldMk cId="3031573305" sldId="292"/>
        </pc:sldMkLst>
        <pc:spChg chg="mod">
          <ac:chgData name="Dominique RIGHETTO" userId="512fe077-82ad-424c-88a3-15e852b5861d" providerId="ADAL" clId="{8B7CB91F-10CE-42C2-B9B8-BFF2D3401655}" dt="2026-01-05T09:10:09.386" v="2098"/>
          <ac:spMkLst>
            <pc:docMk/>
            <pc:sldMk cId="3031573305" sldId="292"/>
            <ac:spMk id="2" creationId="{074592FB-20DA-7B7E-2963-1F994212B6AB}"/>
          </ac:spMkLst>
        </pc:spChg>
        <pc:spChg chg="mod">
          <ac:chgData name="Dominique RIGHETTO" userId="512fe077-82ad-424c-88a3-15e852b5861d" providerId="ADAL" clId="{8B7CB91F-10CE-42C2-B9B8-BFF2D3401655}" dt="2026-01-05T08:27:24.858" v="1463" actId="20577"/>
          <ac:spMkLst>
            <pc:docMk/>
            <pc:sldMk cId="3031573305" sldId="292"/>
            <ac:spMk id="3" creationId="{1FA3B382-E549-6472-3A22-5EDE38691E62}"/>
          </ac:spMkLst>
        </pc:spChg>
        <pc:spChg chg="add mod">
          <ac:chgData name="Dominique RIGHETTO" userId="512fe077-82ad-424c-88a3-15e852b5861d" providerId="ADAL" clId="{8B7CB91F-10CE-42C2-B9B8-BFF2D3401655}" dt="2026-01-05T08:29:47.503" v="1477" actId="1076"/>
          <ac:spMkLst>
            <pc:docMk/>
            <pc:sldMk cId="3031573305" sldId="292"/>
            <ac:spMk id="4" creationId="{071CBD58-90D4-73F6-8ADC-0CFA2AA3E41A}"/>
          </ac:spMkLst>
        </pc:spChg>
      </pc:sldChg>
      <pc:sldChg chg="addSp delSp modSp add mod">
        <pc:chgData name="Dominique RIGHETTO" userId="512fe077-82ad-424c-88a3-15e852b5861d" providerId="ADAL" clId="{8B7CB91F-10CE-42C2-B9B8-BFF2D3401655}" dt="2026-01-05T09:10:13.144" v="2099"/>
        <pc:sldMkLst>
          <pc:docMk/>
          <pc:sldMk cId="730804740" sldId="293"/>
        </pc:sldMkLst>
        <pc:spChg chg="mod">
          <ac:chgData name="Dominique RIGHETTO" userId="512fe077-82ad-424c-88a3-15e852b5861d" providerId="ADAL" clId="{8B7CB91F-10CE-42C2-B9B8-BFF2D3401655}" dt="2026-01-05T09:10:13.144" v="2099"/>
          <ac:spMkLst>
            <pc:docMk/>
            <pc:sldMk cId="730804740" sldId="293"/>
            <ac:spMk id="2" creationId="{0A348616-5B74-14DC-9C90-4B9F75074BBF}"/>
          </ac:spMkLst>
        </pc:spChg>
        <pc:spChg chg="mod">
          <ac:chgData name="Dominique RIGHETTO" userId="512fe077-82ad-424c-88a3-15e852b5861d" providerId="ADAL" clId="{8B7CB91F-10CE-42C2-B9B8-BFF2D3401655}" dt="2026-01-05T08:32:37.809" v="1752" actId="6549"/>
          <ac:spMkLst>
            <pc:docMk/>
            <pc:sldMk cId="730804740" sldId="293"/>
            <ac:spMk id="3" creationId="{6854D427-D7FC-33E3-A100-64B6FC01393B}"/>
          </ac:spMkLst>
        </pc:spChg>
        <pc:spChg chg="del">
          <ac:chgData name="Dominique RIGHETTO" userId="512fe077-82ad-424c-88a3-15e852b5861d" providerId="ADAL" clId="{8B7CB91F-10CE-42C2-B9B8-BFF2D3401655}" dt="2026-01-05T08:30:14.818" v="1479" actId="478"/>
          <ac:spMkLst>
            <pc:docMk/>
            <pc:sldMk cId="730804740" sldId="293"/>
            <ac:spMk id="4" creationId="{DEA7D791-D324-FEE2-51D4-C89822A864B2}"/>
          </ac:spMkLst>
        </pc:spChg>
        <pc:picChg chg="add mod">
          <ac:chgData name="Dominique RIGHETTO" userId="512fe077-82ad-424c-88a3-15e852b5861d" providerId="ADAL" clId="{8B7CB91F-10CE-42C2-B9B8-BFF2D3401655}" dt="2026-01-05T08:54:03.978" v="1759" actId="1076"/>
          <ac:picMkLst>
            <pc:docMk/>
            <pc:sldMk cId="730804740" sldId="293"/>
            <ac:picMk id="6" creationId="{832050DC-4707-B6F1-973D-2016AFF7BF74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09:06:02.430" v="2048" actId="14100"/>
        <pc:sldMkLst>
          <pc:docMk/>
          <pc:sldMk cId="617590533" sldId="294"/>
        </pc:sldMkLst>
        <pc:spChg chg="del">
          <ac:chgData name="Dominique RIGHETTO" userId="512fe077-82ad-424c-88a3-15e852b5861d" providerId="ADAL" clId="{8B7CB91F-10CE-42C2-B9B8-BFF2D3401655}" dt="2026-01-05T08:54:30.042" v="1768" actId="478"/>
          <ac:spMkLst>
            <pc:docMk/>
            <pc:sldMk cId="617590533" sldId="294"/>
            <ac:spMk id="2" creationId="{530BA48B-C86E-8A70-4B01-C005BF4B91DE}"/>
          </ac:spMkLst>
        </pc:spChg>
        <pc:spChg chg="del">
          <ac:chgData name="Dominique RIGHETTO" userId="512fe077-82ad-424c-88a3-15e852b5861d" providerId="ADAL" clId="{8B7CB91F-10CE-42C2-B9B8-BFF2D3401655}" dt="2026-01-05T08:54:13.641" v="1761" actId="478"/>
          <ac:spMkLst>
            <pc:docMk/>
            <pc:sldMk cId="617590533" sldId="294"/>
            <ac:spMk id="3" creationId="{9DFA1284-5BA2-FFBF-BAEB-A7A98AD3F048}"/>
          </ac:spMkLst>
        </pc:spChg>
        <pc:spChg chg="add del mod">
          <ac:chgData name="Dominique RIGHETTO" userId="512fe077-82ad-424c-88a3-15e852b5861d" providerId="ADAL" clId="{8B7CB91F-10CE-42C2-B9B8-BFF2D3401655}" dt="2026-01-05T08:54:15.492" v="1762" actId="478"/>
          <ac:spMkLst>
            <pc:docMk/>
            <pc:sldMk cId="617590533" sldId="294"/>
            <ac:spMk id="5" creationId="{B8DB2EF7-6143-B2FD-D779-E706B32F8C31}"/>
          </ac:spMkLst>
        </pc:spChg>
        <pc:spChg chg="add del mod">
          <ac:chgData name="Dominique RIGHETTO" userId="512fe077-82ad-424c-88a3-15e852b5861d" providerId="ADAL" clId="{8B7CB91F-10CE-42C2-B9B8-BFF2D3401655}" dt="2026-01-05T08:54:32.146" v="1769" actId="478"/>
          <ac:spMkLst>
            <pc:docMk/>
            <pc:sldMk cId="617590533" sldId="294"/>
            <ac:spMk id="8" creationId="{7899B9E9-09D0-775D-7C24-E833F7D1D0AA}"/>
          </ac:spMkLst>
        </pc:spChg>
        <pc:picChg chg="mod modCrop">
          <ac:chgData name="Dominique RIGHETTO" userId="512fe077-82ad-424c-88a3-15e852b5861d" providerId="ADAL" clId="{8B7CB91F-10CE-42C2-B9B8-BFF2D3401655}" dt="2026-01-05T09:06:02.430" v="2048" actId="14100"/>
          <ac:picMkLst>
            <pc:docMk/>
            <pc:sldMk cId="617590533" sldId="294"/>
            <ac:picMk id="6" creationId="{1112956B-2F40-599E-049A-D4A8C3513D5A}"/>
          </ac:picMkLst>
        </pc:picChg>
      </pc:sldChg>
      <pc:sldChg chg="addSp delSp modSp add mod ord modNotesTx">
        <pc:chgData name="Dominique RIGHETTO" userId="512fe077-82ad-424c-88a3-15e852b5861d" providerId="ADAL" clId="{8B7CB91F-10CE-42C2-B9B8-BFF2D3401655}" dt="2026-01-05T09:03:17.770" v="2045" actId="14100"/>
        <pc:sldMkLst>
          <pc:docMk/>
          <pc:sldMk cId="2901458821" sldId="295"/>
        </pc:sldMkLst>
        <pc:spChg chg="mod">
          <ac:chgData name="Dominique RIGHETTO" userId="512fe077-82ad-424c-88a3-15e852b5861d" providerId="ADAL" clId="{8B7CB91F-10CE-42C2-B9B8-BFF2D3401655}" dt="2026-01-05T08:56:37.098" v="1793" actId="20577"/>
          <ac:spMkLst>
            <pc:docMk/>
            <pc:sldMk cId="2901458821" sldId="295"/>
            <ac:spMk id="2" creationId="{9101858E-4AE4-5455-A79C-229865D15439}"/>
          </ac:spMkLst>
        </pc:spChg>
        <pc:spChg chg="mod">
          <ac:chgData name="Dominique RIGHETTO" userId="512fe077-82ad-424c-88a3-15e852b5861d" providerId="ADAL" clId="{8B7CB91F-10CE-42C2-B9B8-BFF2D3401655}" dt="2026-01-05T09:03:14.458" v="2044" actId="14100"/>
          <ac:spMkLst>
            <pc:docMk/>
            <pc:sldMk cId="2901458821" sldId="295"/>
            <ac:spMk id="3" creationId="{4A7A6585-062B-EC32-2F44-7A3C47246AFE}"/>
          </ac:spMkLst>
        </pc:spChg>
        <pc:picChg chg="add mod">
          <ac:chgData name="Dominique RIGHETTO" userId="512fe077-82ad-424c-88a3-15e852b5861d" providerId="ADAL" clId="{8B7CB91F-10CE-42C2-B9B8-BFF2D3401655}" dt="2026-01-05T09:03:17.770" v="2045" actId="14100"/>
          <ac:picMkLst>
            <pc:docMk/>
            <pc:sldMk cId="2901458821" sldId="295"/>
            <ac:picMk id="5" creationId="{59A3C147-F111-C90C-3E05-6E41BF0EB6D3}"/>
          </ac:picMkLst>
        </pc:picChg>
        <pc:picChg chg="del">
          <ac:chgData name="Dominique RIGHETTO" userId="512fe077-82ad-424c-88a3-15e852b5861d" providerId="ADAL" clId="{8B7CB91F-10CE-42C2-B9B8-BFF2D3401655}" dt="2026-01-05T08:56:47.460" v="1794" actId="478"/>
          <ac:picMkLst>
            <pc:docMk/>
            <pc:sldMk cId="2901458821" sldId="295"/>
            <ac:picMk id="6" creationId="{71AC280B-C571-7834-62BA-EEF79942B9C0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9:40:15.637" v="5517" actId="14861"/>
        <pc:sldMkLst>
          <pc:docMk/>
          <pc:sldMk cId="546162947" sldId="296"/>
        </pc:sldMkLst>
        <pc:spChg chg="mod">
          <ac:chgData name="Dominique RIGHETTO" userId="512fe077-82ad-424c-88a3-15e852b5861d" providerId="ADAL" clId="{8B7CB91F-10CE-42C2-B9B8-BFF2D3401655}" dt="2026-01-05T09:35:20.761" v="2321" actId="20577"/>
          <ac:spMkLst>
            <pc:docMk/>
            <pc:sldMk cId="546162947" sldId="296"/>
            <ac:spMk id="2" creationId="{8357D9B5-4296-FD66-6454-201612494AC3}"/>
          </ac:spMkLst>
        </pc:spChg>
        <pc:spChg chg="mod">
          <ac:chgData name="Dominique RIGHETTO" userId="512fe077-82ad-424c-88a3-15e852b5861d" providerId="ADAL" clId="{8B7CB91F-10CE-42C2-B9B8-BFF2D3401655}" dt="2026-01-05T09:35:39.981" v="2322" actId="20577"/>
          <ac:spMkLst>
            <pc:docMk/>
            <pc:sldMk cId="546162947" sldId="296"/>
            <ac:spMk id="3" creationId="{C89D633C-3E2D-C620-330F-995671BAA090}"/>
          </ac:spMkLst>
        </pc:spChg>
        <pc:picChg chg="add mod">
          <ac:chgData name="Dominique RIGHETTO" userId="512fe077-82ad-424c-88a3-15e852b5861d" providerId="ADAL" clId="{8B7CB91F-10CE-42C2-B9B8-BFF2D3401655}" dt="2026-01-05T19:40:15.637" v="5517" actId="14861"/>
          <ac:picMkLst>
            <pc:docMk/>
            <pc:sldMk cId="546162947" sldId="296"/>
            <ac:picMk id="5" creationId="{305D51B7-6C8B-DF60-8292-37CF7D79B792}"/>
          </ac:picMkLst>
        </pc:picChg>
        <pc:picChg chg="add del mod">
          <ac:chgData name="Dominique RIGHETTO" userId="512fe077-82ad-424c-88a3-15e852b5861d" providerId="ADAL" clId="{8B7CB91F-10CE-42C2-B9B8-BFF2D3401655}" dt="2026-01-05T09:58:00.326" v="2323" actId="478"/>
          <ac:picMkLst>
            <pc:docMk/>
            <pc:sldMk cId="546162947" sldId="296"/>
            <ac:picMk id="5" creationId="{E19C5A8C-6DBB-317B-9B48-46D19F9CC066}"/>
          </ac:picMkLst>
        </pc:picChg>
        <pc:picChg chg="del">
          <ac:chgData name="Dominique RIGHETTO" userId="512fe077-82ad-424c-88a3-15e852b5861d" providerId="ADAL" clId="{8B7CB91F-10CE-42C2-B9B8-BFF2D3401655}" dt="2026-01-05T09:07:32.532" v="2087" actId="478"/>
          <ac:picMkLst>
            <pc:docMk/>
            <pc:sldMk cId="546162947" sldId="296"/>
            <ac:picMk id="6" creationId="{61DC0705-AD07-B80F-06C4-D877F4F1EB1A}"/>
          </ac:picMkLst>
        </pc:picChg>
        <pc:picChg chg="add del mod">
          <ac:chgData name="Dominique RIGHETTO" userId="512fe077-82ad-424c-88a3-15e852b5861d" providerId="ADAL" clId="{8B7CB91F-10CE-42C2-B9B8-BFF2D3401655}" dt="2026-01-05T19:40:09.229" v="5514" actId="478"/>
          <ac:picMkLst>
            <pc:docMk/>
            <pc:sldMk cId="546162947" sldId="296"/>
            <ac:picMk id="6" creationId="{99059005-BA3A-F6BB-37CD-87E255CF8D33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5:06:24.477" v="4519" actId="108"/>
        <pc:sldMkLst>
          <pc:docMk/>
          <pc:sldMk cId="709545358" sldId="297"/>
        </pc:sldMkLst>
        <pc:spChg chg="mod">
          <ac:chgData name="Dominique RIGHETTO" userId="512fe077-82ad-424c-88a3-15e852b5861d" providerId="ADAL" clId="{8B7CB91F-10CE-42C2-B9B8-BFF2D3401655}" dt="2026-01-05T10:24:08.837" v="3023" actId="20577"/>
          <ac:spMkLst>
            <pc:docMk/>
            <pc:sldMk cId="709545358" sldId="297"/>
            <ac:spMk id="2" creationId="{B845A4E6-506C-8A54-282B-B9A27DF974D9}"/>
          </ac:spMkLst>
        </pc:spChg>
        <pc:spChg chg="mod">
          <ac:chgData name="Dominique RIGHETTO" userId="512fe077-82ad-424c-88a3-15e852b5861d" providerId="ADAL" clId="{8B7CB91F-10CE-42C2-B9B8-BFF2D3401655}" dt="2026-01-05T15:06:24.477" v="4519" actId="108"/>
          <ac:spMkLst>
            <pc:docMk/>
            <pc:sldMk cId="709545358" sldId="297"/>
            <ac:spMk id="3" creationId="{EA2D3DAB-E05A-AC9C-4BBB-4A581D9BF3D5}"/>
          </ac:spMkLst>
        </pc:spChg>
        <pc:picChg chg="add mod">
          <ac:chgData name="Dominique RIGHETTO" userId="512fe077-82ad-424c-88a3-15e852b5861d" providerId="ADAL" clId="{8B7CB91F-10CE-42C2-B9B8-BFF2D3401655}" dt="2026-01-05T10:05:09.338" v="2573" actId="108"/>
          <ac:picMkLst>
            <pc:docMk/>
            <pc:sldMk cId="709545358" sldId="297"/>
            <ac:picMk id="5" creationId="{B2535224-3613-CF14-2DE1-50957EDA5478}"/>
          </ac:picMkLst>
        </pc:picChg>
        <pc:picChg chg="del">
          <ac:chgData name="Dominique RIGHETTO" userId="512fe077-82ad-424c-88a3-15e852b5861d" providerId="ADAL" clId="{8B7CB91F-10CE-42C2-B9B8-BFF2D3401655}" dt="2026-01-05T10:00:04.684" v="2331" actId="478"/>
          <ac:picMkLst>
            <pc:docMk/>
            <pc:sldMk cId="709545358" sldId="297"/>
            <ac:picMk id="6" creationId="{570DB731-1B05-EC28-08B1-F441A2F8AB71}"/>
          </ac:picMkLst>
        </pc:picChg>
        <pc:picChg chg="add mod">
          <ac:chgData name="Dominique RIGHETTO" userId="512fe077-82ad-424c-88a3-15e852b5861d" providerId="ADAL" clId="{8B7CB91F-10CE-42C2-B9B8-BFF2D3401655}" dt="2026-01-05T10:05:11.914" v="2574" actId="108"/>
          <ac:picMkLst>
            <pc:docMk/>
            <pc:sldMk cId="709545358" sldId="297"/>
            <ac:picMk id="8" creationId="{CDEA6B6B-ADE2-DDA5-F518-5F11F0C59B9D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0:39:36.372" v="3346" actId="20577"/>
        <pc:sldMkLst>
          <pc:docMk/>
          <pc:sldMk cId="3961351739" sldId="298"/>
        </pc:sldMkLst>
        <pc:spChg chg="mod">
          <ac:chgData name="Dominique RIGHETTO" userId="512fe077-82ad-424c-88a3-15e852b5861d" providerId="ADAL" clId="{8B7CB91F-10CE-42C2-B9B8-BFF2D3401655}" dt="2026-01-05T10:24:15.326" v="3032" actId="20577"/>
          <ac:spMkLst>
            <pc:docMk/>
            <pc:sldMk cId="3961351739" sldId="298"/>
            <ac:spMk id="2" creationId="{A48B1937-E229-DAB6-0930-B3E44E3920DE}"/>
          </ac:spMkLst>
        </pc:spChg>
        <pc:spChg chg="mod">
          <ac:chgData name="Dominique RIGHETTO" userId="512fe077-82ad-424c-88a3-15e852b5861d" providerId="ADAL" clId="{8B7CB91F-10CE-42C2-B9B8-BFF2D3401655}" dt="2026-01-05T10:39:36.372" v="3346" actId="20577"/>
          <ac:spMkLst>
            <pc:docMk/>
            <pc:sldMk cId="3961351739" sldId="298"/>
            <ac:spMk id="3" creationId="{83029DA1-9BCD-3EBD-0C74-543E48734A9E}"/>
          </ac:spMkLst>
        </pc:spChg>
        <pc:spChg chg="add mod">
          <ac:chgData name="Dominique RIGHETTO" userId="512fe077-82ad-424c-88a3-15e852b5861d" providerId="ADAL" clId="{8B7CB91F-10CE-42C2-B9B8-BFF2D3401655}" dt="2026-01-05T10:21:48.946" v="2888" actId="207"/>
          <ac:spMkLst>
            <pc:docMk/>
            <pc:sldMk cId="3961351739" sldId="298"/>
            <ac:spMk id="7" creationId="{902C893A-AE8C-38CF-319B-BB6D877250CE}"/>
          </ac:spMkLst>
        </pc:spChg>
        <pc:picChg chg="del">
          <ac:chgData name="Dominique RIGHETTO" userId="512fe077-82ad-424c-88a3-15e852b5861d" providerId="ADAL" clId="{8B7CB91F-10CE-42C2-B9B8-BFF2D3401655}" dt="2026-01-05T10:05:48.540" v="2580" actId="478"/>
          <ac:picMkLst>
            <pc:docMk/>
            <pc:sldMk cId="3961351739" sldId="298"/>
            <ac:picMk id="5" creationId="{C5659996-2D64-F9A5-690D-262F08D76BA9}"/>
          </ac:picMkLst>
        </pc:picChg>
        <pc:picChg chg="add mod">
          <ac:chgData name="Dominique RIGHETTO" userId="512fe077-82ad-424c-88a3-15e852b5861d" providerId="ADAL" clId="{8B7CB91F-10CE-42C2-B9B8-BFF2D3401655}" dt="2026-01-05T10:18:29.644" v="2858" actId="1076"/>
          <ac:picMkLst>
            <pc:docMk/>
            <pc:sldMk cId="3961351739" sldId="298"/>
            <ac:picMk id="6" creationId="{4EBD515D-220C-665B-DCFE-5BDD41EA43E8}"/>
          </ac:picMkLst>
        </pc:picChg>
        <pc:picChg chg="del">
          <ac:chgData name="Dominique RIGHETTO" userId="512fe077-82ad-424c-88a3-15e852b5861d" providerId="ADAL" clId="{8B7CB91F-10CE-42C2-B9B8-BFF2D3401655}" dt="2026-01-05T10:05:49.496" v="2581" actId="478"/>
          <ac:picMkLst>
            <pc:docMk/>
            <pc:sldMk cId="3961351739" sldId="298"/>
            <ac:picMk id="8" creationId="{E304B818-AAB6-5713-E8EC-07DE23F6D58B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42:44.005" v="3407" actId="20577"/>
        <pc:sldMkLst>
          <pc:docMk/>
          <pc:sldMk cId="2399632653" sldId="299"/>
        </pc:sldMkLst>
        <pc:spChg chg="mod">
          <ac:chgData name="Dominique RIGHETTO" userId="512fe077-82ad-424c-88a3-15e852b5861d" providerId="ADAL" clId="{8B7CB91F-10CE-42C2-B9B8-BFF2D3401655}" dt="2026-01-05T10:24:23.262" v="3034" actId="20577"/>
          <ac:spMkLst>
            <pc:docMk/>
            <pc:sldMk cId="2399632653" sldId="299"/>
            <ac:spMk id="2" creationId="{3D5DB75B-6770-31DB-523A-9A3D7DBF1E60}"/>
          </ac:spMkLst>
        </pc:spChg>
        <pc:spChg chg="mod">
          <ac:chgData name="Dominique RIGHETTO" userId="512fe077-82ad-424c-88a3-15e852b5861d" providerId="ADAL" clId="{8B7CB91F-10CE-42C2-B9B8-BFF2D3401655}" dt="2026-01-05T10:42:44.005" v="3407" actId="20577"/>
          <ac:spMkLst>
            <pc:docMk/>
            <pc:sldMk cId="2399632653" sldId="299"/>
            <ac:spMk id="3" creationId="{741381EB-99BC-524D-D960-85D1ABC4DC70}"/>
          </ac:spMkLst>
        </pc:spChg>
        <pc:picChg chg="del">
          <ac:chgData name="Dominique RIGHETTO" userId="512fe077-82ad-424c-88a3-15e852b5861d" providerId="ADAL" clId="{8B7CB91F-10CE-42C2-B9B8-BFF2D3401655}" dt="2026-01-05T10:25:50.207" v="3035" actId="478"/>
          <ac:picMkLst>
            <pc:docMk/>
            <pc:sldMk cId="2399632653" sldId="299"/>
            <ac:picMk id="5" creationId="{27B38A17-D9B0-3D51-B75B-B556450D89EE}"/>
          </ac:picMkLst>
        </pc:picChg>
        <pc:picChg chg="add mod">
          <ac:chgData name="Dominique RIGHETTO" userId="512fe077-82ad-424c-88a3-15e852b5861d" providerId="ADAL" clId="{8B7CB91F-10CE-42C2-B9B8-BFF2D3401655}" dt="2026-01-05T10:26:57.342" v="3043" actId="108"/>
          <ac:picMkLst>
            <pc:docMk/>
            <pc:sldMk cId="2399632653" sldId="299"/>
            <ac:picMk id="6" creationId="{34B80029-5A50-92BD-D91B-7B26F946AAA4}"/>
          </ac:picMkLst>
        </pc:picChg>
        <pc:picChg chg="del">
          <ac:chgData name="Dominique RIGHETTO" userId="512fe077-82ad-424c-88a3-15e852b5861d" providerId="ADAL" clId="{8B7CB91F-10CE-42C2-B9B8-BFF2D3401655}" dt="2026-01-05T10:26:43.564" v="3039" actId="478"/>
          <ac:picMkLst>
            <pc:docMk/>
            <pc:sldMk cId="2399632653" sldId="299"/>
            <ac:picMk id="8" creationId="{0F3F0767-05F2-53BF-C4DA-6C12AAA0F513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5:06:34.004" v="4520" actId="108"/>
        <pc:sldMkLst>
          <pc:docMk/>
          <pc:sldMk cId="1761927550" sldId="300"/>
        </pc:sldMkLst>
        <pc:spChg chg="mod">
          <ac:chgData name="Dominique RIGHETTO" userId="512fe077-82ad-424c-88a3-15e852b5861d" providerId="ADAL" clId="{8B7CB91F-10CE-42C2-B9B8-BFF2D3401655}" dt="2026-01-05T15:06:34.004" v="4520" actId="108"/>
          <ac:spMkLst>
            <pc:docMk/>
            <pc:sldMk cId="1761927550" sldId="300"/>
            <ac:spMk id="3" creationId="{0C7D0AE3-4D9F-D903-11DB-723CC3B837B9}"/>
          </ac:spMkLst>
        </pc:spChg>
        <pc:picChg chg="add mod">
          <ac:chgData name="Dominique RIGHETTO" userId="512fe077-82ad-424c-88a3-15e852b5861d" providerId="ADAL" clId="{8B7CB91F-10CE-42C2-B9B8-BFF2D3401655}" dt="2026-01-05T10:28:38.892" v="3190" actId="108"/>
          <ac:picMkLst>
            <pc:docMk/>
            <pc:sldMk cId="1761927550" sldId="300"/>
            <ac:picMk id="5" creationId="{037C562B-8E3E-0BB5-2C7F-AB3C29B44C6A}"/>
          </ac:picMkLst>
        </pc:picChg>
        <pc:picChg chg="del">
          <ac:chgData name="Dominique RIGHETTO" userId="512fe077-82ad-424c-88a3-15e852b5861d" providerId="ADAL" clId="{8B7CB91F-10CE-42C2-B9B8-BFF2D3401655}" dt="2026-01-05T10:27:13.897" v="3051" actId="478"/>
          <ac:picMkLst>
            <pc:docMk/>
            <pc:sldMk cId="1761927550" sldId="300"/>
            <ac:picMk id="6" creationId="{4899777B-5FFC-3F6A-798F-A85A809DCCBF}"/>
          </ac:picMkLst>
        </pc:picChg>
        <pc:picChg chg="del">
          <ac:chgData name="Dominique RIGHETTO" userId="512fe077-82ad-424c-88a3-15e852b5861d" providerId="ADAL" clId="{8B7CB91F-10CE-42C2-B9B8-BFF2D3401655}" dt="2026-01-05T10:28:24.277" v="3186" actId="478"/>
          <ac:picMkLst>
            <pc:docMk/>
            <pc:sldMk cId="1761927550" sldId="300"/>
            <ac:picMk id="8" creationId="{4C71C728-FF18-4D64-431A-56FB07317519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39:59.145" v="3359" actId="20577"/>
        <pc:sldMkLst>
          <pc:docMk/>
          <pc:sldMk cId="4107305617" sldId="301"/>
        </pc:sldMkLst>
        <pc:spChg chg="mod">
          <ac:chgData name="Dominique RIGHETTO" userId="512fe077-82ad-424c-88a3-15e852b5861d" providerId="ADAL" clId="{8B7CB91F-10CE-42C2-B9B8-BFF2D3401655}" dt="2026-01-05T10:34:06.909" v="3334" actId="20577"/>
          <ac:spMkLst>
            <pc:docMk/>
            <pc:sldMk cId="4107305617" sldId="301"/>
            <ac:spMk id="2" creationId="{91F11321-5C53-C769-25FD-3C480E97DDCE}"/>
          </ac:spMkLst>
        </pc:spChg>
        <pc:spChg chg="mod">
          <ac:chgData name="Dominique RIGHETTO" userId="512fe077-82ad-424c-88a3-15e852b5861d" providerId="ADAL" clId="{8B7CB91F-10CE-42C2-B9B8-BFF2D3401655}" dt="2026-01-05T10:39:51.533" v="3355" actId="20577"/>
          <ac:spMkLst>
            <pc:docMk/>
            <pc:sldMk cId="4107305617" sldId="301"/>
            <ac:spMk id="3" creationId="{C97DF473-2026-6250-AA6D-4604CACF6121}"/>
          </ac:spMkLst>
        </pc:spChg>
        <pc:spChg chg="mod">
          <ac:chgData name="Dominique RIGHETTO" userId="512fe077-82ad-424c-88a3-15e852b5861d" providerId="ADAL" clId="{8B7CB91F-10CE-42C2-B9B8-BFF2D3401655}" dt="2026-01-05T10:39:59.145" v="3359" actId="20577"/>
          <ac:spMkLst>
            <pc:docMk/>
            <pc:sldMk cId="4107305617" sldId="301"/>
            <ac:spMk id="7" creationId="{00720CE7-DA57-E954-96B6-C6C46BD85D34}"/>
          </ac:spMkLst>
        </pc:spChg>
        <pc:picChg chg="add mod">
          <ac:chgData name="Dominique RIGHETTO" userId="512fe077-82ad-424c-88a3-15e852b5861d" providerId="ADAL" clId="{8B7CB91F-10CE-42C2-B9B8-BFF2D3401655}" dt="2026-01-05T10:37:41.652" v="3338" actId="14861"/>
          <ac:picMkLst>
            <pc:docMk/>
            <pc:sldMk cId="4107305617" sldId="301"/>
            <ac:picMk id="5" creationId="{AED93A08-AC91-1552-0522-6366FEE89055}"/>
          </ac:picMkLst>
        </pc:picChg>
        <pc:picChg chg="del">
          <ac:chgData name="Dominique RIGHETTO" userId="512fe077-82ad-424c-88a3-15e852b5861d" providerId="ADAL" clId="{8B7CB91F-10CE-42C2-B9B8-BFF2D3401655}" dt="2026-01-05T10:33:30.470" v="3332" actId="478"/>
          <ac:picMkLst>
            <pc:docMk/>
            <pc:sldMk cId="4107305617" sldId="301"/>
            <ac:picMk id="6" creationId="{121C7093-80E3-5906-5D94-7A484BABE94E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42:38.769" v="3405" actId="20577"/>
        <pc:sldMkLst>
          <pc:docMk/>
          <pc:sldMk cId="3214065329" sldId="302"/>
        </pc:sldMkLst>
        <pc:spChg chg="mod">
          <ac:chgData name="Dominique RIGHETTO" userId="512fe077-82ad-424c-88a3-15e852b5861d" providerId="ADAL" clId="{8B7CB91F-10CE-42C2-B9B8-BFF2D3401655}" dt="2026-01-05T10:40:27.299" v="3364" actId="20577"/>
          <ac:spMkLst>
            <pc:docMk/>
            <pc:sldMk cId="3214065329" sldId="302"/>
            <ac:spMk id="2" creationId="{F53A0447-9D5C-7901-90EC-9DCA1B8EEF2E}"/>
          </ac:spMkLst>
        </pc:spChg>
        <pc:spChg chg="mod">
          <ac:chgData name="Dominique RIGHETTO" userId="512fe077-82ad-424c-88a3-15e852b5861d" providerId="ADAL" clId="{8B7CB91F-10CE-42C2-B9B8-BFF2D3401655}" dt="2026-01-05T10:42:38.769" v="3405" actId="20577"/>
          <ac:spMkLst>
            <pc:docMk/>
            <pc:sldMk cId="3214065329" sldId="302"/>
            <ac:spMk id="3" creationId="{AE353607-3A14-0643-DFFA-C974C4DCCC09}"/>
          </ac:spMkLst>
        </pc:spChg>
        <pc:picChg chg="add mod">
          <ac:chgData name="Dominique RIGHETTO" userId="512fe077-82ad-424c-88a3-15e852b5861d" providerId="ADAL" clId="{8B7CB91F-10CE-42C2-B9B8-BFF2D3401655}" dt="2026-01-05T10:42:19.671" v="3400" actId="14861"/>
          <ac:picMkLst>
            <pc:docMk/>
            <pc:sldMk cId="3214065329" sldId="302"/>
            <ac:picMk id="5" creationId="{466B5590-4ED1-AC27-53F1-E62264BECCF5}"/>
          </ac:picMkLst>
        </pc:picChg>
        <pc:picChg chg="del">
          <ac:chgData name="Dominique RIGHETTO" userId="512fe077-82ad-424c-88a3-15e852b5861d" providerId="ADAL" clId="{8B7CB91F-10CE-42C2-B9B8-BFF2D3401655}" dt="2026-01-05T10:41:58.694" v="3394" actId="478"/>
          <ac:picMkLst>
            <pc:docMk/>
            <pc:sldMk cId="3214065329" sldId="302"/>
            <ac:picMk id="6" creationId="{9A1F706E-74E3-6496-8FCE-CA94A9572665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5:06:41.432" v="4521" actId="108"/>
        <pc:sldMkLst>
          <pc:docMk/>
          <pc:sldMk cId="715954666" sldId="303"/>
        </pc:sldMkLst>
        <pc:spChg chg="mod">
          <ac:chgData name="Dominique RIGHETTO" userId="512fe077-82ad-424c-88a3-15e852b5861d" providerId="ADAL" clId="{8B7CB91F-10CE-42C2-B9B8-BFF2D3401655}" dt="2026-01-05T10:43:40.044" v="3412" actId="20577"/>
          <ac:spMkLst>
            <pc:docMk/>
            <pc:sldMk cId="715954666" sldId="303"/>
            <ac:spMk id="2" creationId="{A9F313D3-9682-06E4-65D5-8FFB9CA90034}"/>
          </ac:spMkLst>
        </pc:spChg>
        <pc:spChg chg="mod">
          <ac:chgData name="Dominique RIGHETTO" userId="512fe077-82ad-424c-88a3-15e852b5861d" providerId="ADAL" clId="{8B7CB91F-10CE-42C2-B9B8-BFF2D3401655}" dt="2026-01-05T15:06:41.432" v="4521" actId="108"/>
          <ac:spMkLst>
            <pc:docMk/>
            <pc:sldMk cId="715954666" sldId="303"/>
            <ac:spMk id="3" creationId="{488F0DFF-4B1E-61BD-3A0C-17B1828785FB}"/>
          </ac:spMkLst>
        </pc:spChg>
        <pc:picChg chg="del mod">
          <ac:chgData name="Dominique RIGHETTO" userId="512fe077-82ad-424c-88a3-15e852b5861d" providerId="ADAL" clId="{8B7CB91F-10CE-42C2-B9B8-BFF2D3401655}" dt="2026-01-05T10:45:36.969" v="3602" actId="478"/>
          <ac:picMkLst>
            <pc:docMk/>
            <pc:sldMk cId="715954666" sldId="303"/>
            <ac:picMk id="5" creationId="{7E48A633-9522-9785-791F-5471505C42F7}"/>
          </ac:picMkLst>
        </pc:picChg>
        <pc:picChg chg="add mod">
          <ac:chgData name="Dominique RIGHETTO" userId="512fe077-82ad-424c-88a3-15e852b5861d" providerId="ADAL" clId="{8B7CB91F-10CE-42C2-B9B8-BFF2D3401655}" dt="2026-01-05T15:04:26.999" v="4510" actId="1076"/>
          <ac:picMkLst>
            <pc:docMk/>
            <pc:sldMk cId="715954666" sldId="303"/>
            <ac:picMk id="6" creationId="{475FA4F2-50B1-AA80-BC0E-12B86ECF77B6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0:48:38.463" v="3641" actId="20577"/>
        <pc:sldMkLst>
          <pc:docMk/>
          <pc:sldMk cId="24537132" sldId="304"/>
        </pc:sldMkLst>
        <pc:spChg chg="mod">
          <ac:chgData name="Dominique RIGHETTO" userId="512fe077-82ad-424c-88a3-15e852b5861d" providerId="ADAL" clId="{8B7CB91F-10CE-42C2-B9B8-BFF2D3401655}" dt="2026-01-05T10:46:17.725" v="3613" actId="20577"/>
          <ac:spMkLst>
            <pc:docMk/>
            <pc:sldMk cId="24537132" sldId="304"/>
            <ac:spMk id="2" creationId="{66E27314-9212-A847-3ABE-683FE3011090}"/>
          </ac:spMkLst>
        </pc:spChg>
        <pc:spChg chg="mod">
          <ac:chgData name="Dominique RIGHETTO" userId="512fe077-82ad-424c-88a3-15e852b5861d" providerId="ADAL" clId="{8B7CB91F-10CE-42C2-B9B8-BFF2D3401655}" dt="2026-01-05T10:46:29.543" v="3632" actId="313"/>
          <ac:spMkLst>
            <pc:docMk/>
            <pc:sldMk cId="24537132" sldId="304"/>
            <ac:spMk id="3" creationId="{5A37EFEA-EF0C-F5AE-34D8-5C9A939C7816}"/>
          </ac:spMkLst>
        </pc:spChg>
        <pc:spChg chg="mod">
          <ac:chgData name="Dominique RIGHETTO" userId="512fe077-82ad-424c-88a3-15e852b5861d" providerId="ADAL" clId="{8B7CB91F-10CE-42C2-B9B8-BFF2D3401655}" dt="2026-01-05T10:48:38.463" v="3641" actId="20577"/>
          <ac:spMkLst>
            <pc:docMk/>
            <pc:sldMk cId="24537132" sldId="304"/>
            <ac:spMk id="7" creationId="{6158CC15-0C5B-B386-40D7-1FC6D70E2110}"/>
          </ac:spMkLst>
        </pc:spChg>
        <pc:picChg chg="del">
          <ac:chgData name="Dominique RIGHETTO" userId="512fe077-82ad-424c-88a3-15e852b5861d" providerId="ADAL" clId="{8B7CB91F-10CE-42C2-B9B8-BFF2D3401655}" dt="2026-01-05T10:48:05.185" v="3633" actId="478"/>
          <ac:picMkLst>
            <pc:docMk/>
            <pc:sldMk cId="24537132" sldId="304"/>
            <ac:picMk id="5" creationId="{ED462643-CC0B-F1FB-B6D0-080C0CA80837}"/>
          </ac:picMkLst>
        </pc:picChg>
        <pc:picChg chg="add mod">
          <ac:chgData name="Dominique RIGHETTO" userId="512fe077-82ad-424c-88a3-15e852b5861d" providerId="ADAL" clId="{8B7CB91F-10CE-42C2-B9B8-BFF2D3401655}" dt="2026-01-05T10:48:13.259" v="3637" actId="14861"/>
          <ac:picMkLst>
            <pc:docMk/>
            <pc:sldMk cId="24537132" sldId="304"/>
            <ac:picMk id="6" creationId="{6B4CFFA8-1969-CA7F-940D-965CDD058C7B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4:48:49.033" v="4197" actId="14100"/>
        <pc:sldMkLst>
          <pc:docMk/>
          <pc:sldMk cId="989586433" sldId="305"/>
        </pc:sldMkLst>
        <pc:spChg chg="mod">
          <ac:chgData name="Dominique RIGHETTO" userId="512fe077-82ad-424c-88a3-15e852b5861d" providerId="ADAL" clId="{8B7CB91F-10CE-42C2-B9B8-BFF2D3401655}" dt="2026-01-05T10:50:35.575" v="3675" actId="20577"/>
          <ac:spMkLst>
            <pc:docMk/>
            <pc:sldMk cId="989586433" sldId="305"/>
            <ac:spMk id="2" creationId="{834B7364-6C98-7044-CEB2-5328BCDFDC6B}"/>
          </ac:spMkLst>
        </pc:spChg>
        <pc:spChg chg="mod">
          <ac:chgData name="Dominique RIGHETTO" userId="512fe077-82ad-424c-88a3-15e852b5861d" providerId="ADAL" clId="{8B7CB91F-10CE-42C2-B9B8-BFF2D3401655}" dt="2026-01-05T10:56:43.415" v="3760" actId="313"/>
          <ac:spMkLst>
            <pc:docMk/>
            <pc:sldMk cId="989586433" sldId="305"/>
            <ac:spMk id="3" creationId="{4DBACDBD-B750-A641-A360-8510B71B52F8}"/>
          </ac:spMkLst>
        </pc:spChg>
        <pc:spChg chg="add mod ord">
          <ac:chgData name="Dominique RIGHETTO" userId="512fe077-82ad-424c-88a3-15e852b5861d" providerId="ADAL" clId="{8B7CB91F-10CE-42C2-B9B8-BFF2D3401655}" dt="2026-01-05T14:48:49.033" v="4197" actId="14100"/>
          <ac:spMkLst>
            <pc:docMk/>
            <pc:sldMk cId="989586433" sldId="305"/>
            <ac:spMk id="7" creationId="{AA1481E2-E225-CB1E-5FC0-20D0387972C4}"/>
          </ac:spMkLst>
        </pc:spChg>
        <pc:spChg chg="add mod">
          <ac:chgData name="Dominique RIGHETTO" userId="512fe077-82ad-424c-88a3-15e852b5861d" providerId="ADAL" clId="{8B7CB91F-10CE-42C2-B9B8-BFF2D3401655}" dt="2026-01-05T14:48:40.318" v="4194" actId="1076"/>
          <ac:spMkLst>
            <pc:docMk/>
            <pc:sldMk cId="989586433" sldId="305"/>
            <ac:spMk id="9" creationId="{43CC8CFB-4C99-259F-A2E1-C1966F2A9256}"/>
          </ac:spMkLst>
        </pc:spChg>
        <pc:spChg chg="add del mod">
          <ac:chgData name="Dominique RIGHETTO" userId="512fe077-82ad-424c-88a3-15e852b5861d" providerId="ADAL" clId="{8B7CB91F-10CE-42C2-B9B8-BFF2D3401655}" dt="2026-01-05T14:46:27.088" v="4185" actId="478"/>
          <ac:spMkLst>
            <pc:docMk/>
            <pc:sldMk cId="989586433" sldId="305"/>
            <ac:spMk id="12" creationId="{F0128405-7D4E-CF9E-D8CB-320938C1CEAC}"/>
          </ac:spMkLst>
        </pc:spChg>
        <pc:picChg chg="del">
          <ac:chgData name="Dominique RIGHETTO" userId="512fe077-82ad-424c-88a3-15e852b5861d" providerId="ADAL" clId="{8B7CB91F-10CE-42C2-B9B8-BFF2D3401655}" dt="2026-01-05T10:48:59.831" v="3645" actId="478"/>
          <ac:picMkLst>
            <pc:docMk/>
            <pc:sldMk cId="989586433" sldId="305"/>
            <ac:picMk id="5" creationId="{19E4CFDB-9F54-674E-5280-33F4416CA6C5}"/>
          </ac:picMkLst>
        </pc:picChg>
        <pc:picChg chg="add del mod">
          <ac:chgData name="Dominique RIGHETTO" userId="512fe077-82ad-424c-88a3-15e852b5861d" providerId="ADAL" clId="{8B7CB91F-10CE-42C2-B9B8-BFF2D3401655}" dt="2026-01-05T14:44:29.699" v="4160" actId="478"/>
          <ac:picMkLst>
            <pc:docMk/>
            <pc:sldMk cId="989586433" sldId="305"/>
            <ac:picMk id="5" creationId="{C7A73C33-6AB9-F717-0095-281B790D3D92}"/>
          </ac:picMkLst>
        </pc:picChg>
        <pc:picChg chg="add del mod">
          <ac:chgData name="Dominique RIGHETTO" userId="512fe077-82ad-424c-88a3-15e852b5861d" providerId="ADAL" clId="{8B7CB91F-10CE-42C2-B9B8-BFF2D3401655}" dt="2026-01-05T14:42:40.702" v="4144" actId="478"/>
          <ac:picMkLst>
            <pc:docMk/>
            <pc:sldMk cId="989586433" sldId="305"/>
            <ac:picMk id="6" creationId="{E63415D6-6D65-95E4-C7BC-8A1B52CE7E8A}"/>
          </ac:picMkLst>
        </pc:picChg>
        <pc:picChg chg="add mod">
          <ac:chgData name="Dominique RIGHETTO" userId="512fe077-82ad-424c-88a3-15e852b5861d" providerId="ADAL" clId="{8B7CB91F-10CE-42C2-B9B8-BFF2D3401655}" dt="2026-01-05T14:48:30.216" v="4191" actId="14100"/>
          <ac:picMkLst>
            <pc:docMk/>
            <pc:sldMk cId="989586433" sldId="305"/>
            <ac:picMk id="8" creationId="{D6C333E4-EAB2-386F-0AA9-7808BDB89AD5}"/>
          </ac:picMkLst>
        </pc:picChg>
        <pc:picChg chg="add mod modCrop">
          <ac:chgData name="Dominique RIGHETTO" userId="512fe077-82ad-424c-88a3-15e852b5861d" providerId="ADAL" clId="{8B7CB91F-10CE-42C2-B9B8-BFF2D3401655}" dt="2026-01-05T14:48:36.590" v="4193" actId="14100"/>
          <ac:picMkLst>
            <pc:docMk/>
            <pc:sldMk cId="989586433" sldId="305"/>
            <ac:picMk id="11" creationId="{14FDD82F-A001-EF7F-B4A6-AC95A767E4F0}"/>
          </ac:picMkLst>
        </pc:picChg>
      </pc:sldChg>
      <pc:sldChg chg="delSp modSp add mod ord">
        <pc:chgData name="Dominique RIGHETTO" userId="512fe077-82ad-424c-88a3-15e852b5861d" providerId="ADAL" clId="{8B7CB91F-10CE-42C2-B9B8-BFF2D3401655}" dt="2026-01-05T14:49:44.140" v="4207" actId="20577"/>
        <pc:sldMkLst>
          <pc:docMk/>
          <pc:sldMk cId="1692727651" sldId="306"/>
        </pc:sldMkLst>
        <pc:spChg chg="mod">
          <ac:chgData name="Dominique RIGHETTO" userId="512fe077-82ad-424c-88a3-15e852b5861d" providerId="ADAL" clId="{8B7CB91F-10CE-42C2-B9B8-BFF2D3401655}" dt="2026-01-05T13:31:31.412" v="3779" actId="20577"/>
          <ac:spMkLst>
            <pc:docMk/>
            <pc:sldMk cId="1692727651" sldId="306"/>
            <ac:spMk id="2" creationId="{11157380-E6C6-BFA4-9C04-458C2CBB76E3}"/>
          </ac:spMkLst>
        </pc:spChg>
        <pc:spChg chg="mod">
          <ac:chgData name="Dominique RIGHETTO" userId="512fe077-82ad-424c-88a3-15e852b5861d" providerId="ADAL" clId="{8B7CB91F-10CE-42C2-B9B8-BFF2D3401655}" dt="2026-01-05T14:49:44.140" v="4207" actId="20577"/>
          <ac:spMkLst>
            <pc:docMk/>
            <pc:sldMk cId="1692727651" sldId="306"/>
            <ac:spMk id="3" creationId="{3891132A-A1FF-9CE4-2144-AF041DB3EBB3}"/>
          </ac:spMkLst>
        </pc:spChg>
        <pc:picChg chg="del">
          <ac:chgData name="Dominique RIGHETTO" userId="512fe077-82ad-424c-88a3-15e852b5861d" providerId="ADAL" clId="{8B7CB91F-10CE-42C2-B9B8-BFF2D3401655}" dt="2026-01-05T13:33:21.581" v="3904" actId="478"/>
          <ac:picMkLst>
            <pc:docMk/>
            <pc:sldMk cId="1692727651" sldId="306"/>
            <ac:picMk id="6" creationId="{DDB3C190-729A-F4E7-6478-4C100CDCEB0D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4:41:36.204" v="4143" actId="14861"/>
        <pc:sldMkLst>
          <pc:docMk/>
          <pc:sldMk cId="3958721667" sldId="307"/>
        </pc:sldMkLst>
        <pc:spChg chg="del">
          <ac:chgData name="Dominique RIGHETTO" userId="512fe077-82ad-424c-88a3-15e852b5861d" providerId="ADAL" clId="{8B7CB91F-10CE-42C2-B9B8-BFF2D3401655}" dt="2026-01-05T14:40:34.348" v="4137" actId="478"/>
          <ac:spMkLst>
            <pc:docMk/>
            <pc:sldMk cId="3958721667" sldId="307"/>
            <ac:spMk id="3" creationId="{C0CC1EA4-5EDA-5F21-FF78-5DA844B609EB}"/>
          </ac:spMkLst>
        </pc:spChg>
        <pc:spChg chg="add del mod">
          <ac:chgData name="Dominique RIGHETTO" userId="512fe077-82ad-424c-88a3-15e852b5861d" providerId="ADAL" clId="{8B7CB91F-10CE-42C2-B9B8-BFF2D3401655}" dt="2026-01-05T14:40:37.832" v="4138" actId="478"/>
          <ac:spMkLst>
            <pc:docMk/>
            <pc:sldMk cId="3958721667" sldId="307"/>
            <ac:spMk id="5" creationId="{5B0D9699-5C21-4AB7-EBBF-5A4BB39B4F42}"/>
          </ac:spMkLst>
        </pc:spChg>
        <pc:picChg chg="add mod">
          <ac:chgData name="Dominique RIGHETTO" userId="512fe077-82ad-424c-88a3-15e852b5861d" providerId="ADAL" clId="{8B7CB91F-10CE-42C2-B9B8-BFF2D3401655}" dt="2026-01-05T14:41:36.204" v="4143" actId="14861"/>
          <ac:picMkLst>
            <pc:docMk/>
            <pc:sldMk cId="3958721667" sldId="307"/>
            <ac:picMk id="7" creationId="{1E8E8772-F4E3-6F5A-F5C5-E01FF188109F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4:53:34.318" v="4230" actId="207"/>
        <pc:sldMkLst>
          <pc:docMk/>
          <pc:sldMk cId="2964034352" sldId="308"/>
        </pc:sldMkLst>
        <pc:spChg chg="mod">
          <ac:chgData name="Dominique RIGHETTO" userId="512fe077-82ad-424c-88a3-15e852b5861d" providerId="ADAL" clId="{8B7CB91F-10CE-42C2-B9B8-BFF2D3401655}" dt="2026-01-05T14:50:16.554" v="4212" actId="20577"/>
          <ac:spMkLst>
            <pc:docMk/>
            <pc:sldMk cId="2964034352" sldId="308"/>
            <ac:spMk id="2" creationId="{315112D2-667A-5ACA-2D54-8841534A1F0B}"/>
          </ac:spMkLst>
        </pc:spChg>
        <pc:spChg chg="mod">
          <ac:chgData name="Dominique RIGHETTO" userId="512fe077-82ad-424c-88a3-15e852b5861d" providerId="ADAL" clId="{8B7CB91F-10CE-42C2-B9B8-BFF2D3401655}" dt="2026-01-05T14:50:23.442" v="4221" actId="20577"/>
          <ac:spMkLst>
            <pc:docMk/>
            <pc:sldMk cId="2964034352" sldId="308"/>
            <ac:spMk id="3" creationId="{A8F0DB80-3BA9-573F-68E4-4730BBA07D63}"/>
          </ac:spMkLst>
        </pc:spChg>
        <pc:spChg chg="mod">
          <ac:chgData name="Dominique RIGHETTO" userId="512fe077-82ad-424c-88a3-15e852b5861d" providerId="ADAL" clId="{8B7CB91F-10CE-42C2-B9B8-BFF2D3401655}" dt="2026-01-05T14:53:34.318" v="4230" actId="207"/>
          <ac:spMkLst>
            <pc:docMk/>
            <pc:sldMk cId="2964034352" sldId="308"/>
            <ac:spMk id="7" creationId="{57A1192D-9FD8-26B8-E303-C1AD3B37DEEE}"/>
          </ac:spMkLst>
        </pc:spChg>
        <pc:picChg chg="add mod">
          <ac:chgData name="Dominique RIGHETTO" userId="512fe077-82ad-424c-88a3-15e852b5861d" providerId="ADAL" clId="{8B7CB91F-10CE-42C2-B9B8-BFF2D3401655}" dt="2026-01-05T14:53:03.572" v="4227" actId="108"/>
          <ac:picMkLst>
            <pc:docMk/>
            <pc:sldMk cId="2964034352" sldId="308"/>
            <ac:picMk id="5" creationId="{40913B38-1455-23B0-9894-4B7225F128A5}"/>
          </ac:picMkLst>
        </pc:picChg>
        <pc:picChg chg="del">
          <ac:chgData name="Dominique RIGHETTO" userId="512fe077-82ad-424c-88a3-15e852b5861d" providerId="ADAL" clId="{8B7CB91F-10CE-42C2-B9B8-BFF2D3401655}" dt="2026-01-05T14:52:51.224" v="4222" actId="478"/>
          <ac:picMkLst>
            <pc:docMk/>
            <pc:sldMk cId="2964034352" sldId="308"/>
            <ac:picMk id="6" creationId="{7B801C81-762A-D5EE-7DAD-6E34625E8A73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5:21:18.865" v="4624" actId="14100"/>
        <pc:sldMkLst>
          <pc:docMk/>
          <pc:sldMk cId="625439952" sldId="309"/>
        </pc:sldMkLst>
        <pc:spChg chg="mod">
          <ac:chgData name="Dominique RIGHETTO" userId="512fe077-82ad-424c-88a3-15e852b5861d" providerId="ADAL" clId="{8B7CB91F-10CE-42C2-B9B8-BFF2D3401655}" dt="2026-01-05T14:59:21.621" v="4235" actId="20577"/>
          <ac:spMkLst>
            <pc:docMk/>
            <pc:sldMk cId="625439952" sldId="309"/>
            <ac:spMk id="2" creationId="{0F3B0007-69E6-BDDF-D1A7-F14E86700773}"/>
          </ac:spMkLst>
        </pc:spChg>
        <pc:spChg chg="mod">
          <ac:chgData name="Dominique RIGHETTO" userId="512fe077-82ad-424c-88a3-15e852b5861d" providerId="ADAL" clId="{8B7CB91F-10CE-42C2-B9B8-BFF2D3401655}" dt="2026-01-05T15:08:46.969" v="4555" actId="20577"/>
          <ac:spMkLst>
            <pc:docMk/>
            <pc:sldMk cId="625439952" sldId="309"/>
            <ac:spMk id="3" creationId="{278B57A3-956B-6E65-1863-5D3E5605B75E}"/>
          </ac:spMkLst>
        </pc:spChg>
        <pc:spChg chg="del">
          <ac:chgData name="Dominique RIGHETTO" userId="512fe077-82ad-424c-88a3-15e852b5861d" providerId="ADAL" clId="{8B7CB91F-10CE-42C2-B9B8-BFF2D3401655}" dt="2026-01-05T14:59:36.995" v="4244" actId="478"/>
          <ac:spMkLst>
            <pc:docMk/>
            <pc:sldMk cId="625439952" sldId="309"/>
            <ac:spMk id="7" creationId="{30A8EB54-950B-AE3D-6A7B-0D5A0E87E466}"/>
          </ac:spMkLst>
        </pc:spChg>
        <pc:spChg chg="del">
          <ac:chgData name="Dominique RIGHETTO" userId="512fe077-82ad-424c-88a3-15e852b5861d" providerId="ADAL" clId="{8B7CB91F-10CE-42C2-B9B8-BFF2D3401655}" dt="2026-01-05T14:59:33.876" v="4242" actId="478"/>
          <ac:spMkLst>
            <pc:docMk/>
            <pc:sldMk cId="625439952" sldId="309"/>
            <ac:spMk id="9" creationId="{61CA3FDA-0972-D95E-580C-1D7E1A643872}"/>
          </ac:spMkLst>
        </pc:spChg>
        <pc:spChg chg="add mod">
          <ac:chgData name="Dominique RIGHETTO" userId="512fe077-82ad-424c-88a3-15e852b5861d" providerId="ADAL" clId="{8B7CB91F-10CE-42C2-B9B8-BFF2D3401655}" dt="2026-01-05T15:19:11.214" v="4608" actId="20577"/>
          <ac:spMkLst>
            <pc:docMk/>
            <pc:sldMk cId="625439952" sldId="309"/>
            <ac:spMk id="10" creationId="{A7BFD8A7-ED6E-CB26-E0EE-5F2A6543B2BE}"/>
          </ac:spMkLst>
        </pc:spChg>
        <pc:spChg chg="add mod ord">
          <ac:chgData name="Dominique RIGHETTO" userId="512fe077-82ad-424c-88a3-15e852b5861d" providerId="ADAL" clId="{8B7CB91F-10CE-42C2-B9B8-BFF2D3401655}" dt="2026-01-05T15:21:18.865" v="4624" actId="14100"/>
          <ac:spMkLst>
            <pc:docMk/>
            <pc:sldMk cId="625439952" sldId="309"/>
            <ac:spMk id="12" creationId="{0364D1ED-1FFF-D3D7-3378-10C1EA44D21F}"/>
          </ac:spMkLst>
        </pc:spChg>
        <pc:picChg chg="add del mod modCrop">
          <ac:chgData name="Dominique RIGHETTO" userId="512fe077-82ad-424c-88a3-15e852b5861d" providerId="ADAL" clId="{8B7CB91F-10CE-42C2-B9B8-BFF2D3401655}" dt="2026-01-05T15:20:51.214" v="4614" actId="478"/>
          <ac:picMkLst>
            <pc:docMk/>
            <pc:sldMk cId="625439952" sldId="309"/>
            <ac:picMk id="5" creationId="{565F0C9E-6E6E-F1F9-48D7-936F32B20595}"/>
          </ac:picMkLst>
        </pc:picChg>
        <pc:picChg chg="add mod">
          <ac:chgData name="Dominique RIGHETTO" userId="512fe077-82ad-424c-88a3-15e852b5861d" providerId="ADAL" clId="{8B7CB91F-10CE-42C2-B9B8-BFF2D3401655}" dt="2026-01-05T15:07:11.046" v="4527"/>
          <ac:picMkLst>
            <pc:docMk/>
            <pc:sldMk cId="625439952" sldId="309"/>
            <ac:picMk id="6" creationId="{060D9616-7F41-3059-7EFF-243BEF9597F9}"/>
          </ac:picMkLst>
        </pc:picChg>
        <pc:picChg chg="del">
          <ac:chgData name="Dominique RIGHETTO" userId="512fe077-82ad-424c-88a3-15e852b5861d" providerId="ADAL" clId="{8B7CB91F-10CE-42C2-B9B8-BFF2D3401655}" dt="2026-01-05T14:59:32.356" v="4241" actId="478"/>
          <ac:picMkLst>
            <pc:docMk/>
            <pc:sldMk cId="625439952" sldId="309"/>
            <ac:picMk id="8" creationId="{A62A7847-7334-10FE-79FE-06D50DE8DBC4}"/>
          </ac:picMkLst>
        </pc:picChg>
        <pc:picChg chg="del">
          <ac:chgData name="Dominique RIGHETTO" userId="512fe077-82ad-424c-88a3-15e852b5861d" providerId="ADAL" clId="{8B7CB91F-10CE-42C2-B9B8-BFF2D3401655}" dt="2026-01-05T14:59:34.716" v="4243" actId="478"/>
          <ac:picMkLst>
            <pc:docMk/>
            <pc:sldMk cId="625439952" sldId="309"/>
            <ac:picMk id="11" creationId="{FF1A43D7-04AD-62F4-0529-434A05957678}"/>
          </ac:picMkLst>
        </pc:picChg>
        <pc:picChg chg="add mod">
          <ac:chgData name="Dominique RIGHETTO" userId="512fe077-82ad-424c-88a3-15e852b5861d" providerId="ADAL" clId="{8B7CB91F-10CE-42C2-B9B8-BFF2D3401655}" dt="2026-01-05T15:21:03.305" v="4619" actId="14100"/>
          <ac:picMkLst>
            <pc:docMk/>
            <pc:sldMk cId="625439952" sldId="309"/>
            <ac:picMk id="14" creationId="{6ECDF1AA-B65E-A525-23B4-1B6370788CE5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5:23:02.147" v="4658" actId="20577"/>
        <pc:sldMkLst>
          <pc:docMk/>
          <pc:sldMk cId="497681082" sldId="310"/>
        </pc:sldMkLst>
        <pc:spChg chg="mod">
          <ac:chgData name="Dominique RIGHETTO" userId="512fe077-82ad-424c-88a3-15e852b5861d" providerId="ADAL" clId="{8B7CB91F-10CE-42C2-B9B8-BFF2D3401655}" dt="2026-01-05T15:01:47.219" v="4293" actId="20577"/>
          <ac:spMkLst>
            <pc:docMk/>
            <pc:sldMk cId="497681082" sldId="310"/>
            <ac:spMk id="2" creationId="{C48E3CF9-CB24-1DB0-A3CE-9DBCDE187153}"/>
          </ac:spMkLst>
        </pc:spChg>
        <pc:spChg chg="mod">
          <ac:chgData name="Dominique RIGHETTO" userId="512fe077-82ad-424c-88a3-15e852b5861d" providerId="ADAL" clId="{8B7CB91F-10CE-42C2-B9B8-BFF2D3401655}" dt="2026-01-05T15:23:02.147" v="4658" actId="20577"/>
          <ac:spMkLst>
            <pc:docMk/>
            <pc:sldMk cId="497681082" sldId="310"/>
            <ac:spMk id="3" creationId="{7724CFBE-895C-529D-962F-48F3B3F99C9A}"/>
          </ac:spMkLst>
        </pc:spChg>
        <pc:picChg chg="add mod">
          <ac:chgData name="Dominique RIGHETTO" userId="512fe077-82ad-424c-88a3-15e852b5861d" providerId="ADAL" clId="{8B7CB91F-10CE-42C2-B9B8-BFF2D3401655}" dt="2026-01-05T15:04:44.524" v="4517" actId="1076"/>
          <ac:picMkLst>
            <pc:docMk/>
            <pc:sldMk cId="497681082" sldId="310"/>
            <ac:picMk id="5" creationId="{98E7A59E-620D-AB2E-0ABE-776E5686CFD5}"/>
          </ac:picMkLst>
        </pc:picChg>
        <pc:picChg chg="del">
          <ac:chgData name="Dominique RIGHETTO" userId="512fe077-82ad-424c-88a3-15e852b5861d" providerId="ADAL" clId="{8B7CB91F-10CE-42C2-B9B8-BFF2D3401655}" dt="2026-01-05T15:03:32.051" v="4474" actId="478"/>
          <ac:picMkLst>
            <pc:docMk/>
            <pc:sldMk cId="497681082" sldId="310"/>
            <ac:picMk id="6" creationId="{CEF149A3-B6C9-B8F6-6621-F9AE4F7B490C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5:19:26.609" v="4610" actId="1076"/>
        <pc:sldMkLst>
          <pc:docMk/>
          <pc:sldMk cId="1502947638" sldId="311"/>
        </pc:sldMkLst>
        <pc:spChg chg="del">
          <ac:chgData name="Dominique RIGHETTO" userId="512fe077-82ad-424c-88a3-15e852b5861d" providerId="ADAL" clId="{8B7CB91F-10CE-42C2-B9B8-BFF2D3401655}" dt="2026-01-05T15:07:19.483" v="4529" actId="478"/>
          <ac:spMkLst>
            <pc:docMk/>
            <pc:sldMk cId="1502947638" sldId="311"/>
            <ac:spMk id="3" creationId="{0A2D07C9-CB99-6D3B-F209-98AA779960A1}"/>
          </ac:spMkLst>
        </pc:spChg>
        <pc:spChg chg="add del mod">
          <ac:chgData name="Dominique RIGHETTO" userId="512fe077-82ad-424c-88a3-15e852b5861d" providerId="ADAL" clId="{8B7CB91F-10CE-42C2-B9B8-BFF2D3401655}" dt="2026-01-05T15:07:20.928" v="4530" actId="478"/>
          <ac:spMkLst>
            <pc:docMk/>
            <pc:sldMk cId="1502947638" sldId="311"/>
            <ac:spMk id="6" creationId="{F4DF2A68-AD91-9259-9EFD-F55BE655885D}"/>
          </ac:spMkLst>
        </pc:spChg>
        <pc:picChg chg="del">
          <ac:chgData name="Dominique RIGHETTO" userId="512fe077-82ad-424c-88a3-15e852b5861d" providerId="ADAL" clId="{8B7CB91F-10CE-42C2-B9B8-BFF2D3401655}" dt="2026-01-05T15:07:21.789" v="4531" actId="478"/>
          <ac:picMkLst>
            <pc:docMk/>
            <pc:sldMk cId="1502947638" sldId="311"/>
            <ac:picMk id="5" creationId="{9D05FDD9-2189-4212-83A0-3FB54DAABE3D}"/>
          </ac:picMkLst>
        </pc:picChg>
        <pc:picChg chg="add del mod modCrop">
          <ac:chgData name="Dominique RIGHETTO" userId="512fe077-82ad-424c-88a3-15e852b5861d" providerId="ADAL" clId="{8B7CB91F-10CE-42C2-B9B8-BFF2D3401655}" dt="2026-01-05T15:17:00.266" v="4580" actId="478"/>
          <ac:picMkLst>
            <pc:docMk/>
            <pc:sldMk cId="1502947638" sldId="311"/>
            <ac:picMk id="8" creationId="{6B0BB634-23C3-A70A-54AC-D138D5B822EA}"/>
          </ac:picMkLst>
        </pc:picChg>
        <pc:picChg chg="add mod modCrop">
          <ac:chgData name="Dominique RIGHETTO" userId="512fe077-82ad-424c-88a3-15e852b5861d" providerId="ADAL" clId="{8B7CB91F-10CE-42C2-B9B8-BFF2D3401655}" dt="2026-01-05T15:19:26.609" v="4610" actId="1076"/>
          <ac:picMkLst>
            <pc:docMk/>
            <pc:sldMk cId="1502947638" sldId="311"/>
            <ac:picMk id="10" creationId="{C676507D-8D55-F03F-60D5-6EA1D309D23F}"/>
          </ac:picMkLst>
        </pc:picChg>
        <pc:picChg chg="add mod">
          <ac:chgData name="Dominique RIGHETTO" userId="512fe077-82ad-424c-88a3-15e852b5861d" providerId="ADAL" clId="{8B7CB91F-10CE-42C2-B9B8-BFF2D3401655}" dt="2026-01-05T15:19:23.010" v="4609" actId="1076"/>
          <ac:picMkLst>
            <pc:docMk/>
            <pc:sldMk cId="1502947638" sldId="311"/>
            <ac:picMk id="12" creationId="{7029D462-864D-D455-3E8C-2BC297238028}"/>
          </ac:picMkLst>
        </pc:picChg>
      </pc:sldChg>
      <pc:sldChg chg="addSp delSp modSp add del mod">
        <pc:chgData name="Dominique RIGHETTO" userId="512fe077-82ad-424c-88a3-15e852b5861d" providerId="ADAL" clId="{8B7CB91F-10CE-42C2-B9B8-BFF2D3401655}" dt="2026-01-05T15:22:10.947" v="4625" actId="47"/>
        <pc:sldMkLst>
          <pc:docMk/>
          <pc:sldMk cId="417307664" sldId="312"/>
        </pc:sldMkLst>
        <pc:picChg chg="add del mod">
          <ac:chgData name="Dominique RIGHETTO" userId="512fe077-82ad-424c-88a3-15e852b5861d" providerId="ADAL" clId="{8B7CB91F-10CE-42C2-B9B8-BFF2D3401655}" dt="2026-01-05T15:09:55.101" v="4556" actId="478"/>
          <ac:picMkLst>
            <pc:docMk/>
            <pc:sldMk cId="417307664" sldId="312"/>
            <ac:picMk id="4" creationId="{F09F7F5E-ADAB-2E25-FA07-EC95D2B68FDE}"/>
          </ac:picMkLst>
        </pc:picChg>
        <pc:picChg chg="del">
          <ac:chgData name="Dominique RIGHETTO" userId="512fe077-82ad-424c-88a3-15e852b5861d" providerId="ADAL" clId="{8B7CB91F-10CE-42C2-B9B8-BFF2D3401655}" dt="2026-01-05T15:08:25.100" v="4539" actId="478"/>
          <ac:picMkLst>
            <pc:docMk/>
            <pc:sldMk cId="417307664" sldId="312"/>
            <ac:picMk id="8" creationId="{34F69B83-5398-119C-60A6-C14965AA410B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5:49:14.065" v="4755" actId="14861"/>
        <pc:sldMkLst>
          <pc:docMk/>
          <pc:sldMk cId="750126829" sldId="312"/>
        </pc:sldMkLst>
        <pc:spChg chg="mod">
          <ac:chgData name="Dominique RIGHETTO" userId="512fe077-82ad-424c-88a3-15e852b5861d" providerId="ADAL" clId="{8B7CB91F-10CE-42C2-B9B8-BFF2D3401655}" dt="2026-01-05T15:23:31.737" v="4665" actId="20577"/>
          <ac:spMkLst>
            <pc:docMk/>
            <pc:sldMk cId="750126829" sldId="312"/>
            <ac:spMk id="2" creationId="{98F14790-074C-95E2-C4EF-910EA1CD2AF1}"/>
          </ac:spMkLst>
        </pc:spChg>
        <pc:spChg chg="mod">
          <ac:chgData name="Dominique RIGHETTO" userId="512fe077-82ad-424c-88a3-15e852b5861d" providerId="ADAL" clId="{8B7CB91F-10CE-42C2-B9B8-BFF2D3401655}" dt="2026-01-05T15:24:03.038" v="4748" actId="20577"/>
          <ac:spMkLst>
            <pc:docMk/>
            <pc:sldMk cId="750126829" sldId="312"/>
            <ac:spMk id="3" creationId="{BE28F0C4-9907-93B2-D5DA-46FB3B31BFBF}"/>
          </ac:spMkLst>
        </pc:spChg>
        <pc:spChg chg="mod">
          <ac:chgData name="Dominique RIGHETTO" userId="512fe077-82ad-424c-88a3-15e852b5861d" providerId="ADAL" clId="{8B7CB91F-10CE-42C2-B9B8-BFF2D3401655}" dt="2026-01-05T15:24:29.591" v="4751" actId="207"/>
          <ac:spMkLst>
            <pc:docMk/>
            <pc:sldMk cId="750126829" sldId="312"/>
            <ac:spMk id="7" creationId="{BA798E0F-45CC-AAFD-85E7-A216053474BA}"/>
          </ac:spMkLst>
        </pc:spChg>
        <pc:picChg chg="del">
          <ac:chgData name="Dominique RIGHETTO" userId="512fe077-82ad-424c-88a3-15e852b5861d" providerId="ADAL" clId="{8B7CB91F-10CE-42C2-B9B8-BFF2D3401655}" dt="2026-01-05T15:23:34.457" v="4666" actId="478"/>
          <ac:picMkLst>
            <pc:docMk/>
            <pc:sldMk cId="750126829" sldId="312"/>
            <ac:picMk id="5" creationId="{F4CE89E5-16AC-4C09-B9BF-3738906E7E27}"/>
          </ac:picMkLst>
        </pc:picChg>
        <pc:picChg chg="add mod">
          <ac:chgData name="Dominique RIGHETTO" userId="512fe077-82ad-424c-88a3-15e852b5861d" providerId="ADAL" clId="{8B7CB91F-10CE-42C2-B9B8-BFF2D3401655}" dt="2026-01-05T15:49:14.065" v="4755" actId="14861"/>
          <ac:picMkLst>
            <pc:docMk/>
            <pc:sldMk cId="750126829" sldId="312"/>
            <ac:picMk id="6" creationId="{A12CF8EB-E28E-6000-70F9-43E20A4527EC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8:54:55.317" v="4891" actId="20577"/>
        <pc:sldMkLst>
          <pc:docMk/>
          <pc:sldMk cId="1989195103" sldId="313"/>
        </pc:sldMkLst>
        <pc:spChg chg="mod">
          <ac:chgData name="Dominique RIGHETTO" userId="512fe077-82ad-424c-88a3-15e852b5861d" providerId="ADAL" clId="{8B7CB91F-10CE-42C2-B9B8-BFF2D3401655}" dt="2026-01-05T15:50:13.653" v="4776" actId="20577"/>
          <ac:spMkLst>
            <pc:docMk/>
            <pc:sldMk cId="1989195103" sldId="313"/>
            <ac:spMk id="2" creationId="{C57B4822-73D2-F2DE-4902-BDBAB052CFDC}"/>
          </ac:spMkLst>
        </pc:spChg>
        <pc:spChg chg="mod">
          <ac:chgData name="Dominique RIGHETTO" userId="512fe077-82ad-424c-88a3-15e852b5861d" providerId="ADAL" clId="{8B7CB91F-10CE-42C2-B9B8-BFF2D3401655}" dt="2026-01-05T18:54:55.317" v="4891" actId="20577"/>
          <ac:spMkLst>
            <pc:docMk/>
            <pc:sldMk cId="1989195103" sldId="313"/>
            <ac:spMk id="3" creationId="{2BDD3EBC-02D0-7D15-A14C-72BB94993CF4}"/>
          </ac:spMkLst>
        </pc:spChg>
        <pc:spChg chg="add mod">
          <ac:chgData name="Dominique RIGHETTO" userId="512fe077-82ad-424c-88a3-15e852b5861d" providerId="ADAL" clId="{8B7CB91F-10CE-42C2-B9B8-BFF2D3401655}" dt="2026-01-05T18:49:41.910" v="4852" actId="20577"/>
          <ac:spMkLst>
            <pc:docMk/>
            <pc:sldMk cId="1989195103" sldId="313"/>
            <ac:spMk id="8" creationId="{1FC012AD-54A8-0E2D-355E-196E7ABD39BA}"/>
          </ac:spMkLst>
        </pc:spChg>
        <pc:spChg chg="add mod">
          <ac:chgData name="Dominique RIGHETTO" userId="512fe077-82ad-424c-88a3-15e852b5861d" providerId="ADAL" clId="{8B7CB91F-10CE-42C2-B9B8-BFF2D3401655}" dt="2026-01-05T18:50:02.128" v="4854" actId="1076"/>
          <ac:spMkLst>
            <pc:docMk/>
            <pc:sldMk cId="1989195103" sldId="313"/>
            <ac:spMk id="9" creationId="{B344369E-E6FB-4C1E-1CE7-D07FCE314B8B}"/>
          </ac:spMkLst>
        </pc:spChg>
        <pc:spChg chg="del">
          <ac:chgData name="Dominique RIGHETTO" userId="512fe077-82ad-424c-88a3-15e852b5861d" providerId="ADAL" clId="{8B7CB91F-10CE-42C2-B9B8-BFF2D3401655}" dt="2026-01-05T15:50:04.100" v="4770" actId="478"/>
          <ac:spMkLst>
            <pc:docMk/>
            <pc:sldMk cId="1989195103" sldId="313"/>
            <ac:spMk id="10" creationId="{3F184BA4-1FB2-84AE-360A-E469D75A8F7A}"/>
          </ac:spMkLst>
        </pc:spChg>
        <pc:spChg chg="del">
          <ac:chgData name="Dominique RIGHETTO" userId="512fe077-82ad-424c-88a3-15e852b5861d" providerId="ADAL" clId="{8B7CB91F-10CE-42C2-B9B8-BFF2D3401655}" dt="2026-01-05T15:50:02.238" v="4769" actId="478"/>
          <ac:spMkLst>
            <pc:docMk/>
            <pc:sldMk cId="1989195103" sldId="313"/>
            <ac:spMk id="12" creationId="{CECE5D38-4E4A-B501-5C10-170C135016C1}"/>
          </ac:spMkLst>
        </pc:spChg>
        <pc:picChg chg="add del mod">
          <ac:chgData name="Dominique RIGHETTO" userId="512fe077-82ad-424c-88a3-15e852b5861d" providerId="ADAL" clId="{8B7CB91F-10CE-42C2-B9B8-BFF2D3401655}" dt="2026-01-05T18:48:58.262" v="4846" actId="478"/>
          <ac:picMkLst>
            <pc:docMk/>
            <pc:sldMk cId="1989195103" sldId="313"/>
            <ac:picMk id="5" creationId="{251DF939-D23F-C64D-89CC-9ABDA3A291AD}"/>
          </ac:picMkLst>
        </pc:picChg>
        <pc:picChg chg="add mod">
          <ac:chgData name="Dominique RIGHETTO" userId="512fe077-82ad-424c-88a3-15e852b5861d" providerId="ADAL" clId="{8B7CB91F-10CE-42C2-B9B8-BFF2D3401655}" dt="2026-01-05T18:49:10.475" v="4849" actId="14861"/>
          <ac:picMkLst>
            <pc:docMk/>
            <pc:sldMk cId="1989195103" sldId="313"/>
            <ac:picMk id="7" creationId="{D90CE54D-015D-D2E7-CC34-1D4FB470868E}"/>
          </ac:picMkLst>
        </pc:picChg>
        <pc:picChg chg="del">
          <ac:chgData name="Dominique RIGHETTO" userId="512fe077-82ad-424c-88a3-15e852b5861d" providerId="ADAL" clId="{8B7CB91F-10CE-42C2-B9B8-BFF2D3401655}" dt="2026-01-05T15:50:00.941" v="4768" actId="478"/>
          <ac:picMkLst>
            <pc:docMk/>
            <pc:sldMk cId="1989195103" sldId="313"/>
            <ac:picMk id="14" creationId="{B9C54380-54CA-94C8-BF91-239A1FF95C15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8:51:48.171" v="4870" actId="108"/>
        <pc:sldMkLst>
          <pc:docMk/>
          <pc:sldMk cId="2209675377" sldId="314"/>
        </pc:sldMkLst>
        <pc:spChg chg="del">
          <ac:chgData name="Dominique RIGHETTO" userId="512fe077-82ad-424c-88a3-15e852b5861d" providerId="ADAL" clId="{8B7CB91F-10CE-42C2-B9B8-BFF2D3401655}" dt="2026-01-05T18:50:18.439" v="4860" actId="478"/>
          <ac:spMkLst>
            <pc:docMk/>
            <pc:sldMk cId="2209675377" sldId="314"/>
            <ac:spMk id="3" creationId="{269847B8-204B-61C4-4D3B-1BB9A8B7FFB3}"/>
          </ac:spMkLst>
        </pc:spChg>
        <pc:spChg chg="add del mod">
          <ac:chgData name="Dominique RIGHETTO" userId="512fe077-82ad-424c-88a3-15e852b5861d" providerId="ADAL" clId="{8B7CB91F-10CE-42C2-B9B8-BFF2D3401655}" dt="2026-01-05T18:50:20.851" v="4861" actId="478"/>
          <ac:spMkLst>
            <pc:docMk/>
            <pc:sldMk cId="2209675377" sldId="314"/>
            <ac:spMk id="6" creationId="{7758ABBA-5D87-FEB6-B999-0187C1EC96F6}"/>
          </ac:spMkLst>
        </pc:spChg>
        <pc:picChg chg="mod">
          <ac:chgData name="Dominique RIGHETTO" userId="512fe077-82ad-424c-88a3-15e852b5861d" providerId="ADAL" clId="{8B7CB91F-10CE-42C2-B9B8-BFF2D3401655}" dt="2026-01-05T18:51:48.171" v="4870" actId="108"/>
          <ac:picMkLst>
            <pc:docMk/>
            <pc:sldMk cId="2209675377" sldId="314"/>
            <ac:picMk id="5" creationId="{7580EC70-E5DC-BD03-7AAC-61D4590B2495}"/>
          </ac:picMkLst>
        </pc:picChg>
        <pc:picChg chg="del">
          <ac:chgData name="Dominique RIGHETTO" userId="512fe077-82ad-424c-88a3-15e852b5861d" providerId="ADAL" clId="{8B7CB91F-10CE-42C2-B9B8-BFF2D3401655}" dt="2026-01-05T18:50:25.758" v="4862" actId="478"/>
          <ac:picMkLst>
            <pc:docMk/>
            <pc:sldMk cId="2209675377" sldId="314"/>
            <ac:picMk id="7" creationId="{3FBCE1C9-982A-00CA-A415-920004810D40}"/>
          </ac:picMkLst>
        </pc:picChg>
        <pc:picChg chg="add mod">
          <ac:chgData name="Dominique RIGHETTO" userId="512fe077-82ad-424c-88a3-15e852b5861d" providerId="ADAL" clId="{8B7CB91F-10CE-42C2-B9B8-BFF2D3401655}" dt="2026-01-05T18:51:44.915" v="4869" actId="14861"/>
          <ac:picMkLst>
            <pc:docMk/>
            <pc:sldMk cId="2209675377" sldId="314"/>
            <ac:picMk id="9" creationId="{DF5BA790-A478-9E59-5252-277F6D7E87F2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18:54:41.701" v="4889" actId="1076"/>
        <pc:sldMkLst>
          <pc:docMk/>
          <pc:sldMk cId="2163192230" sldId="315"/>
        </pc:sldMkLst>
        <pc:picChg chg="add mod">
          <ac:chgData name="Dominique RIGHETTO" userId="512fe077-82ad-424c-88a3-15e852b5861d" providerId="ADAL" clId="{8B7CB91F-10CE-42C2-B9B8-BFF2D3401655}" dt="2026-01-05T18:54:41.701" v="4889" actId="1076"/>
          <ac:picMkLst>
            <pc:docMk/>
            <pc:sldMk cId="2163192230" sldId="315"/>
            <ac:picMk id="4" creationId="{4A9FB248-C4F7-C526-7156-99FBE75905B9}"/>
          </ac:picMkLst>
        </pc:picChg>
        <pc:picChg chg="del mod modCrop">
          <ac:chgData name="Dominique RIGHETTO" userId="512fe077-82ad-424c-88a3-15e852b5861d" providerId="ADAL" clId="{8B7CB91F-10CE-42C2-B9B8-BFF2D3401655}" dt="2026-01-05T18:54:30.227" v="4884" actId="478"/>
          <ac:picMkLst>
            <pc:docMk/>
            <pc:sldMk cId="2163192230" sldId="315"/>
            <ac:picMk id="5" creationId="{2941E2C1-7FEF-C61F-C59E-976946552185}"/>
          </ac:picMkLst>
        </pc:picChg>
        <pc:picChg chg="add mod">
          <ac:chgData name="Dominique RIGHETTO" userId="512fe077-82ad-424c-88a3-15e852b5861d" providerId="ADAL" clId="{8B7CB91F-10CE-42C2-B9B8-BFF2D3401655}" dt="2026-01-05T18:54:38.989" v="4888" actId="108"/>
          <ac:picMkLst>
            <pc:docMk/>
            <pc:sldMk cId="2163192230" sldId="315"/>
            <ac:picMk id="7" creationId="{B2BC0267-92B8-9376-BAF7-8D773C495E70}"/>
          </ac:picMkLst>
        </pc:picChg>
        <pc:picChg chg="del">
          <ac:chgData name="Dominique RIGHETTO" userId="512fe077-82ad-424c-88a3-15e852b5861d" providerId="ADAL" clId="{8B7CB91F-10CE-42C2-B9B8-BFF2D3401655}" dt="2026-01-05T18:53:12.515" v="4872" actId="478"/>
          <ac:picMkLst>
            <pc:docMk/>
            <pc:sldMk cId="2163192230" sldId="315"/>
            <ac:picMk id="9" creationId="{B9D47639-E7A8-7462-9065-6BB1F1675C6A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9:33:30.538" v="5496" actId="14861"/>
        <pc:sldMkLst>
          <pc:docMk/>
          <pc:sldMk cId="3966777535" sldId="316"/>
        </pc:sldMkLst>
        <pc:spChg chg="mod">
          <ac:chgData name="Dominique RIGHETTO" userId="512fe077-82ad-424c-88a3-15e852b5861d" providerId="ADAL" clId="{8B7CB91F-10CE-42C2-B9B8-BFF2D3401655}" dt="2026-01-05T18:55:58.138" v="4896" actId="20577"/>
          <ac:spMkLst>
            <pc:docMk/>
            <pc:sldMk cId="3966777535" sldId="316"/>
            <ac:spMk id="2" creationId="{CD2756DE-81FF-0B4A-F059-A06C9ACD2CB4}"/>
          </ac:spMkLst>
        </pc:spChg>
        <pc:spChg chg="mod">
          <ac:chgData name="Dominique RIGHETTO" userId="512fe077-82ad-424c-88a3-15e852b5861d" providerId="ADAL" clId="{8B7CB91F-10CE-42C2-B9B8-BFF2D3401655}" dt="2026-01-05T19:00:49.384" v="5250" actId="20577"/>
          <ac:spMkLst>
            <pc:docMk/>
            <pc:sldMk cId="3966777535" sldId="316"/>
            <ac:spMk id="3" creationId="{ADE63D71-25FB-998D-9333-7E6F3F474244}"/>
          </ac:spMkLst>
        </pc:spChg>
        <pc:picChg chg="del">
          <ac:chgData name="Dominique RIGHETTO" userId="512fe077-82ad-424c-88a3-15e852b5861d" providerId="ADAL" clId="{8B7CB91F-10CE-42C2-B9B8-BFF2D3401655}" dt="2026-01-05T19:00:10.921" v="5245" actId="478"/>
          <ac:picMkLst>
            <pc:docMk/>
            <pc:sldMk cId="3966777535" sldId="316"/>
            <ac:picMk id="5" creationId="{EDD11653-2EF6-3D7B-7118-D105BDA3FBE9}"/>
          </ac:picMkLst>
        </pc:picChg>
        <pc:picChg chg="add del mod">
          <ac:chgData name="Dominique RIGHETTO" userId="512fe077-82ad-424c-88a3-15e852b5861d" providerId="ADAL" clId="{8B7CB91F-10CE-42C2-B9B8-BFF2D3401655}" dt="2026-01-05T19:25:36.791" v="5485" actId="478"/>
          <ac:picMkLst>
            <pc:docMk/>
            <pc:sldMk cId="3966777535" sldId="316"/>
            <ac:picMk id="6" creationId="{258DCFD8-3029-6059-E6DA-D512978327F6}"/>
          </ac:picMkLst>
        </pc:picChg>
        <pc:picChg chg="add del mod">
          <ac:chgData name="Dominique RIGHETTO" userId="512fe077-82ad-424c-88a3-15e852b5861d" providerId="ADAL" clId="{8B7CB91F-10CE-42C2-B9B8-BFF2D3401655}" dt="2026-01-05T19:33:18.012" v="5491" actId="478"/>
          <ac:picMkLst>
            <pc:docMk/>
            <pc:sldMk cId="3966777535" sldId="316"/>
            <ac:picMk id="8" creationId="{727ADC83-6FCF-CA31-30A0-15CB67B5853C}"/>
          </ac:picMkLst>
        </pc:picChg>
        <pc:picChg chg="add mod">
          <ac:chgData name="Dominique RIGHETTO" userId="512fe077-82ad-424c-88a3-15e852b5861d" providerId="ADAL" clId="{8B7CB91F-10CE-42C2-B9B8-BFF2D3401655}" dt="2026-01-05T19:33:30.538" v="5496" actId="14861"/>
          <ac:picMkLst>
            <pc:docMk/>
            <pc:sldMk cId="3966777535" sldId="316"/>
            <ac:picMk id="10" creationId="{725A494E-EB8B-111F-7855-2CCD852CD0DF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19:37:24.208" v="5509" actId="20577"/>
        <pc:sldMkLst>
          <pc:docMk/>
          <pc:sldMk cId="1987946601" sldId="317"/>
        </pc:sldMkLst>
        <pc:spChg chg="mod">
          <ac:chgData name="Dominique RIGHETTO" userId="512fe077-82ad-424c-88a3-15e852b5861d" providerId="ADAL" clId="{8B7CB91F-10CE-42C2-B9B8-BFF2D3401655}" dt="2026-01-05T19:01:12.458" v="5255" actId="20577"/>
          <ac:spMkLst>
            <pc:docMk/>
            <pc:sldMk cId="1987946601" sldId="317"/>
            <ac:spMk id="2" creationId="{61F534F7-7EB6-BD99-0561-2DB58B39C6E1}"/>
          </ac:spMkLst>
        </pc:spChg>
        <pc:spChg chg="mod">
          <ac:chgData name="Dominique RIGHETTO" userId="512fe077-82ad-424c-88a3-15e852b5861d" providerId="ADAL" clId="{8B7CB91F-10CE-42C2-B9B8-BFF2D3401655}" dt="2026-01-05T19:37:24.208" v="5509" actId="20577"/>
          <ac:spMkLst>
            <pc:docMk/>
            <pc:sldMk cId="1987946601" sldId="317"/>
            <ac:spMk id="3" creationId="{4E0F90F3-7544-C418-90D2-046A579AEC6B}"/>
          </ac:spMkLst>
        </pc:spChg>
        <pc:spChg chg="mod">
          <ac:chgData name="Dominique RIGHETTO" userId="512fe077-82ad-424c-88a3-15e852b5861d" providerId="ADAL" clId="{8B7CB91F-10CE-42C2-B9B8-BFF2D3401655}" dt="2026-01-05T19:02:46.058" v="5403" actId="20577"/>
          <ac:spMkLst>
            <pc:docMk/>
            <pc:sldMk cId="1987946601" sldId="317"/>
            <ac:spMk id="7" creationId="{282F7DF4-9D6F-8286-D290-A040B93FEFAB}"/>
          </ac:spMkLst>
        </pc:spChg>
        <pc:picChg chg="add del mod">
          <ac:chgData name="Dominique RIGHETTO" userId="512fe077-82ad-424c-88a3-15e852b5861d" providerId="ADAL" clId="{8B7CB91F-10CE-42C2-B9B8-BFF2D3401655}" dt="2026-01-05T19:37:10.204" v="5505" actId="478"/>
          <ac:picMkLst>
            <pc:docMk/>
            <pc:sldMk cId="1987946601" sldId="317"/>
            <ac:picMk id="5" creationId="{54752D20-AEC0-8F43-695B-6AC911942ADE}"/>
          </ac:picMkLst>
        </pc:picChg>
        <pc:picChg chg="del">
          <ac:chgData name="Dominique RIGHETTO" userId="512fe077-82ad-424c-88a3-15e852b5861d" providerId="ADAL" clId="{8B7CB91F-10CE-42C2-B9B8-BFF2D3401655}" dt="2026-01-05T19:02:40.994" v="5401" actId="478"/>
          <ac:picMkLst>
            <pc:docMk/>
            <pc:sldMk cId="1987946601" sldId="317"/>
            <ac:picMk id="6" creationId="{291BD7F8-2321-828F-3308-367D5F45097B}"/>
          </ac:picMkLst>
        </pc:picChg>
      </pc:sldChg>
      <pc:sldChg chg="addSp delSp modSp add del mod">
        <pc:chgData name="Dominique RIGHETTO" userId="512fe077-82ad-424c-88a3-15e852b5861d" providerId="ADAL" clId="{8B7CB91F-10CE-42C2-B9B8-BFF2D3401655}" dt="2026-01-05T19:37:39.794" v="5513" actId="47"/>
        <pc:sldMkLst>
          <pc:docMk/>
          <pc:sldMk cId="2737521458" sldId="318"/>
        </pc:sldMkLst>
        <pc:spChg chg="del">
          <ac:chgData name="Dominique RIGHETTO" userId="512fe077-82ad-424c-88a3-15e852b5861d" providerId="ADAL" clId="{8B7CB91F-10CE-42C2-B9B8-BFF2D3401655}" dt="2026-01-05T19:36:57.690" v="5500" actId="478"/>
          <ac:spMkLst>
            <pc:docMk/>
            <pc:sldMk cId="2737521458" sldId="318"/>
            <ac:spMk id="3" creationId="{9BBD30AA-FB9A-2E9C-9926-10E00E6B79B8}"/>
          </ac:spMkLst>
        </pc:spChg>
        <pc:spChg chg="add del mod">
          <ac:chgData name="Dominique RIGHETTO" userId="512fe077-82ad-424c-88a3-15e852b5861d" providerId="ADAL" clId="{8B7CB91F-10CE-42C2-B9B8-BFF2D3401655}" dt="2026-01-05T19:37:00.638" v="5501" actId="478"/>
          <ac:spMkLst>
            <pc:docMk/>
            <pc:sldMk cId="2737521458" sldId="318"/>
            <ac:spMk id="6" creationId="{AC85CF5B-37E0-D94B-54F2-E04E6EF9CF47}"/>
          </ac:spMkLst>
        </pc:spChg>
        <pc:picChg chg="mod">
          <ac:chgData name="Dominique RIGHETTO" userId="512fe077-82ad-424c-88a3-15e852b5861d" providerId="ADAL" clId="{8B7CB91F-10CE-42C2-B9B8-BFF2D3401655}" dt="2026-01-05T19:37:06.717" v="5504" actId="1076"/>
          <ac:picMkLst>
            <pc:docMk/>
            <pc:sldMk cId="2737521458" sldId="318"/>
            <ac:picMk id="5" creationId="{32A60881-D4FA-7677-C052-6B931C0FE123}"/>
          </ac:picMkLst>
        </pc:picChg>
      </pc:sldChg>
      <pc:sldChg chg="addSp modSp add mod">
        <pc:chgData name="Dominique RIGHETTO" userId="512fe077-82ad-424c-88a3-15e852b5861d" providerId="ADAL" clId="{8B7CB91F-10CE-42C2-B9B8-BFF2D3401655}" dt="2026-01-05T19:37:35.669" v="5512" actId="22"/>
        <pc:sldMkLst>
          <pc:docMk/>
          <pc:sldMk cId="261788013" sldId="319"/>
        </pc:sldMkLst>
        <pc:spChg chg="mod">
          <ac:chgData name="Dominique RIGHETTO" userId="512fe077-82ad-424c-88a3-15e852b5861d" providerId="ADAL" clId="{8B7CB91F-10CE-42C2-B9B8-BFF2D3401655}" dt="2026-01-05T19:37:30.848" v="5511" actId="6549"/>
          <ac:spMkLst>
            <pc:docMk/>
            <pc:sldMk cId="261788013" sldId="319"/>
            <ac:spMk id="3" creationId="{E57E7D38-3558-049A-380D-1044EA6C69AF}"/>
          </ac:spMkLst>
        </pc:spChg>
        <pc:picChg chg="add">
          <ac:chgData name="Dominique RIGHETTO" userId="512fe077-82ad-424c-88a3-15e852b5861d" providerId="ADAL" clId="{8B7CB91F-10CE-42C2-B9B8-BFF2D3401655}" dt="2026-01-05T19:37:35.669" v="5512" actId="22"/>
          <ac:picMkLst>
            <pc:docMk/>
            <pc:sldMk cId="261788013" sldId="319"/>
            <ac:picMk id="5" creationId="{7044B40C-F9A7-7634-524E-19B743E3A059}"/>
          </ac:picMkLst>
        </pc:picChg>
      </pc:sldChg>
      <pc:sldMasterChg chg="addSp delSp modSp mod">
        <pc:chgData name="Dominique RIGHETTO" userId="512fe077-82ad-424c-88a3-15e852b5861d" providerId="ADAL" clId="{8B7CB91F-10CE-42C2-B9B8-BFF2D3401655}" dt="2026-01-05T08:06:56.232" v="112" actId="207"/>
        <pc:sldMasterMkLst>
          <pc:docMk/>
          <pc:sldMasterMk cId="1793245750" sldId="2147483660"/>
        </pc:sldMasterMkLst>
        <pc:spChg chg="mod">
          <ac:chgData name="Dominique RIGHETTO" userId="512fe077-82ad-424c-88a3-15e852b5861d" providerId="ADAL" clId="{8B7CB91F-10CE-42C2-B9B8-BFF2D3401655}" dt="2026-01-05T08:06:56.232" v="112" actId="207"/>
          <ac:spMkLst>
            <pc:docMk/>
            <pc:sldMasterMk cId="1793245750" sldId="2147483660"/>
            <ac:spMk id="4" creationId="{ED83292F-AC8A-143B-9890-6915DA5A9A3C}"/>
          </ac:spMkLst>
        </pc:spChg>
        <pc:spChg chg="add del">
          <ac:chgData name="Dominique RIGHETTO" userId="512fe077-82ad-424c-88a3-15e852b5861d" providerId="ADAL" clId="{8B7CB91F-10CE-42C2-B9B8-BFF2D3401655}" dt="2026-01-05T08:06:15.206" v="110" actId="478"/>
          <ac:spMkLst>
            <pc:docMk/>
            <pc:sldMasterMk cId="1793245750" sldId="2147483660"/>
            <ac:spMk id="9" creationId="{96E298DD-28E2-4F1F-A4F0-407D8199D6F6}"/>
          </ac:spMkLst>
        </pc:spChg>
        <pc:spChg chg="del mod">
          <ac:chgData name="Dominique RIGHETTO" userId="512fe077-82ad-424c-88a3-15e852b5861d" providerId="ADAL" clId="{8B7CB91F-10CE-42C2-B9B8-BFF2D3401655}" dt="2026-01-05T08:06:02.351" v="108" actId="478"/>
          <ac:spMkLst>
            <pc:docMk/>
            <pc:sldMasterMk cId="1793245750" sldId="2147483660"/>
            <ac:spMk id="10" creationId="{EDD6BA80-B3B1-41ED-94FC-30F2434D99FA}"/>
          </ac:spMkLst>
        </pc:spChg>
        <pc:spChg chg="add del">
          <ac:chgData name="Dominique RIGHETTO" userId="512fe077-82ad-424c-88a3-15e852b5861d" providerId="ADAL" clId="{8B7CB91F-10CE-42C2-B9B8-BFF2D3401655}" dt="2026-01-05T08:02:35.963" v="88" actId="478"/>
          <ac:spMkLst>
            <pc:docMk/>
            <pc:sldMasterMk cId="1793245750" sldId="2147483660"/>
            <ac:spMk id="13" creationId="{F98C9CA4-8A09-4C8A-B688-AF68F27D86FA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A2296D-8F38-4121-9F4D-17CC019C25D9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3589AC-77CB-4658-857E-3B5D7C334BF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7239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Source of the même: https://imageresizer.com/meme-generator/edit/throw-out-of-the-window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3589AC-77CB-4658-857E-3B5D7C334BF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732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alesgroup.com/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user/thethalesgroup" TargetMode="External"/><Relationship Id="rId5" Type="http://schemas.openxmlformats.org/officeDocument/2006/relationships/hyperlink" Target="https://www.facebook.com/thalesgroup" TargetMode="External"/><Relationship Id="rId4" Type="http://schemas.openxmlformats.org/officeDocument/2006/relationships/hyperlink" Target="https://www.linkedin.com/company/thales/" TargetMode="Externa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s://www.thalesgroup.com/" TargetMode="External"/><Relationship Id="rId4" Type="http://schemas.microsoft.com/office/2007/relationships/hdphoto" Target="../media/hdphoto1.wdp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B2A98F7-F159-F60F-46D6-839BCF4392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6"/>
            <a:ext cx="12190592" cy="6857208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A50207CD-A770-7650-0856-F0FB42E743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7F45B7-71C6-1485-8A5A-3C39FEF1F517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AFAD99C-B3D0-6CC4-860A-EB979C5D2128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CFF10F7-10F5-C7BE-C835-D27D10041F98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2C2173D-56FC-54AF-C5C3-B862515738EB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FD627E-F237-0CC9-C8A4-3F6613BF9F76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EE9FBDC-E897-2260-A6D3-B94078A06D85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9554A99-F280-ECBC-5040-1D836A6DD648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F33B586-655C-01D5-4699-100F1A421A9C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23DFB61-E7B1-6AEA-34E0-0A1DB732A342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AFF4072-8F4A-E478-F482-9ED5B0F350EC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116AB45-8239-150C-0FBE-209259A43BBD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5EDB62C-D52B-9144-F165-85B46D6F286C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C6D49BA-18C3-3B72-D926-9B4ECC2B73E9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C52CD0D-0522-1461-1424-1059CE482BB9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739E712-BB45-C743-9A15-01C2F0757789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89AC4AF-2D1A-182B-ACCF-83792C6DB573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2C3ACD8-4C77-3B34-6551-48F9845D0E1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AA0A787-9BED-7877-FCD5-E8A12559716B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9D53C8E-111F-4520-8A3B-4D44F1740A04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F3C8EDD-88A8-82C0-481C-9FD9DCD3A19F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92EE939-DA49-2A8B-6640-4F3B50318B90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D4B16DD-F5E6-7B83-5BD1-C868DDC7235A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16CFDC2E-87CA-71B7-C428-4351F2D82929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57956CD-ED45-D90C-01E2-43B2B7A1E527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4E428F3-F2F4-A04A-2F1F-D8DD8E6E70A1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AFB6309-09C6-2E46-FB94-22F3023A8133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8E94E59-5191-C6C8-2447-61CB1D39D250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6445E18-845B-A8C6-4A60-2F5DE3A10396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0BF78F3-914C-585C-F344-8EFD5A902128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E0C273E-9E81-0B75-CE74-D208DE217BAA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BE02A2A-AE07-C1AC-CBC6-B65D0715134C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E6566DC1-46F3-0C21-B82C-B1408F39316A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3A956B8-47E3-007C-1F06-B5BC4C0E5AE7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8C56CEE-69A8-1A02-EF2D-F8C3BD2BAB6B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74E5F79-01C4-1CB3-F475-5B61A8B48410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ADCFAA3-31BF-5287-6072-60FEE7DDAD3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81D8D7-4765-4F92-876F-6014BAC18E15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097671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2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9663909-A8CA-9DF6-B954-8622276E78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0B1530-D5FA-027C-5074-206E6194C12C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90D3D2-9C7F-3248-D2DB-57C3C97CAA4E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F48B101-99C4-D6A4-B835-DDA35556AF1C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0F785EC-ACA7-F065-A917-4D0214F24078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1237177-08D2-2DC4-19BA-4F58D9780B18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0C2F9D1-90E5-1399-AB73-D1972116AB8D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C0059D-C3D4-D5F4-A719-78C8024A2D17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8762EFA-DB3A-1734-6BC2-37E01105C2F5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8DDF28C-D639-1ADC-4C02-69C2050E1EDF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15F1C0-3A40-B321-9E1C-6E7C45F770B2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2C214FB6-20A9-36B0-F0F1-1B9733FE8082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9BB151D-3702-3017-1B89-3C7ABB8C0382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F66765C-B7E9-C3A6-5026-1B287B90431D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3BB0E0C-8245-DC03-E0D2-4E8B85EA5DB3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BE7A2C7-ED4E-8B7F-B928-75616F84E2E6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325F47B-C482-B06D-0A71-07AFBC02233B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A1F90EE-1F99-ED14-DA59-772368246FF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41D1C4E-4A08-7E4B-EE59-441DB7935806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9A9689B-3F8B-16CA-90D0-6EAE5CD71F7F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6C9E2C3-5141-D356-2D45-B8ABE7B892B4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58046B0-6954-CCCD-29AD-64739DFF564B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F78702D-9A87-8C17-1EA0-6578B0AE128E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A4A1364-57CD-D8DA-9B68-A9A4060A9251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3A894E5-FA8A-1588-8ABF-AF3637A9F7AF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F4C9624B-F8E3-85AA-2986-0909FE925255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FDCEE73-CC6A-8C17-C7AF-36766DEA51D9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13A7474-0526-F336-D568-0F40AB0EDE87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D2D0CE5-2CBA-3650-ABC4-CDD58FB224C4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249888E-934F-9B0B-2700-EF369D38D6F1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96CD30A-B564-ABD4-5F9F-015F33A3C0FB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020B317-FB69-E8AD-05FD-6C87FBC1BE8D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EC15C41-FFA9-39CB-698E-BE11BB7CB6A2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BBBE5D4-0930-5FAC-C148-B3B528F35B0D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72F1491-F2FF-A656-3BEC-5BE809F1C344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C6F22B1-CDBA-2043-1213-647D84503042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AA01EC6-4EE1-0E36-738E-4D3D2629819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6624175-ADE2-8CBD-B95D-B156200F75A0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31550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E91B1F2-EDBD-F0E5-18E0-4293E776FB9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949700" y="0"/>
            <a:ext cx="8242300" cy="6102000"/>
          </a:xfrm>
          <a:custGeom>
            <a:avLst/>
            <a:gdLst>
              <a:gd name="connsiteX0" fmla="*/ 3254380 w 8242300"/>
              <a:gd name="connsiteY0" fmla="*/ 0 h 6102000"/>
              <a:gd name="connsiteX1" fmla="*/ 8242300 w 8242300"/>
              <a:gd name="connsiteY1" fmla="*/ 0 h 6102000"/>
              <a:gd name="connsiteX2" fmla="*/ 8242300 w 8242300"/>
              <a:gd name="connsiteY2" fmla="*/ 6076018 h 6102000"/>
              <a:gd name="connsiteX3" fmla="*/ 8228443 w 8242300"/>
              <a:gd name="connsiteY3" fmla="*/ 6102000 h 6102000"/>
              <a:gd name="connsiteX4" fmla="*/ 0 w 8242300"/>
              <a:gd name="connsiteY4" fmla="*/ 6102000 h 610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2300" h="6102000">
                <a:moveTo>
                  <a:pt x="3254380" y="0"/>
                </a:moveTo>
                <a:lnTo>
                  <a:pt x="8242300" y="0"/>
                </a:lnTo>
                <a:lnTo>
                  <a:pt x="8242300" y="6076018"/>
                </a:lnTo>
                <a:lnTo>
                  <a:pt x="8228443" y="6102000"/>
                </a:lnTo>
                <a:lnTo>
                  <a:pt x="0" y="6102000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5" name="Title 146">
            <a:extLst>
              <a:ext uri="{FF2B5EF4-FFF2-40B4-BE49-F238E27FC236}">
                <a16:creationId xmlns:a16="http://schemas.microsoft.com/office/drawing/2014/main" id="{8EB015E7-2B87-0782-45FD-A322B48CA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127672"/>
            <a:ext cx="3853950" cy="1846659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Chapter title</a:t>
            </a:r>
            <a:br>
              <a:rPr lang="en-GB" noProof="0" dirty="0"/>
            </a:br>
            <a:r>
              <a:rPr lang="en-GB" noProof="0" dirty="0"/>
              <a:t>One, two or three lines</a:t>
            </a:r>
          </a:p>
        </p:txBody>
      </p:sp>
    </p:spTree>
    <p:extLst>
      <p:ext uri="{BB962C8B-B14F-4D97-AF65-F5344CB8AC3E}">
        <p14:creationId xmlns:p14="http://schemas.microsoft.com/office/powerpoint/2010/main" val="4176497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6000" y="1145369"/>
            <a:ext cx="8640000" cy="307777"/>
          </a:xfrm>
        </p:spPr>
        <p:txBody>
          <a:bodyPr wrap="square" lIns="0" tIns="0" rIns="0" bIns="0" anchor="t">
            <a:spAutoFit/>
          </a:bodyPr>
          <a:lstStyle>
            <a:lvl1pPr algn="ctr">
              <a:lnSpc>
                <a:spcPct val="100000"/>
              </a:lnSpc>
              <a:defRPr sz="2000" b="1" cap="all" spc="300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2EF26AE-0E8B-41DE-038A-4F9ED9254CB9}"/>
              </a:ext>
            </a:extLst>
          </p:cNvPr>
          <p:cNvGrpSpPr/>
          <p:nvPr userDrawn="1"/>
        </p:nvGrpSpPr>
        <p:grpSpPr>
          <a:xfrm>
            <a:off x="5348942" y="1674097"/>
            <a:ext cx="1494116" cy="112014"/>
            <a:chOff x="10939447" y="523240"/>
            <a:chExt cx="1245096" cy="93345"/>
          </a:xfrm>
          <a:solidFill>
            <a:schemeClr val="tx2">
              <a:alpha val="20000"/>
            </a:schemeClr>
          </a:solidFill>
        </p:grpSpPr>
        <p:sp>
          <p:nvSpPr>
            <p:cNvPr id="30" name="Parallelogram 29">
              <a:extLst>
                <a:ext uri="{FF2B5EF4-FFF2-40B4-BE49-F238E27FC236}">
                  <a16:creationId xmlns:a16="http://schemas.microsoft.com/office/drawing/2014/main" id="{5610C1ED-5852-0EE6-FF0A-96F4CB2CE64A}"/>
                </a:ext>
              </a:extLst>
            </p:cNvPr>
            <p:cNvSpPr/>
            <p:nvPr/>
          </p:nvSpPr>
          <p:spPr>
            <a:xfrm>
              <a:off x="1167806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343AB0C8-5813-3A04-543A-A355379EE61C}"/>
                </a:ext>
              </a:extLst>
            </p:cNvPr>
            <p:cNvSpPr/>
            <p:nvPr/>
          </p:nvSpPr>
          <p:spPr>
            <a:xfrm>
              <a:off x="1172151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E08D21E0-3ECF-9B08-C7A1-D04373449761}"/>
                </a:ext>
              </a:extLst>
            </p:cNvPr>
            <p:cNvSpPr/>
            <p:nvPr/>
          </p:nvSpPr>
          <p:spPr>
            <a:xfrm>
              <a:off x="1176495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Parallelogram 32">
              <a:extLst>
                <a:ext uri="{FF2B5EF4-FFF2-40B4-BE49-F238E27FC236}">
                  <a16:creationId xmlns:a16="http://schemas.microsoft.com/office/drawing/2014/main" id="{9B6977C8-7F75-2A95-BA16-F0DBEB1C637D}"/>
                </a:ext>
              </a:extLst>
            </p:cNvPr>
            <p:cNvSpPr/>
            <p:nvPr/>
          </p:nvSpPr>
          <p:spPr>
            <a:xfrm>
              <a:off x="1180840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9E1621F6-18AB-1F9C-E8A6-615290F012C1}"/>
                </a:ext>
              </a:extLst>
            </p:cNvPr>
            <p:cNvSpPr/>
            <p:nvPr/>
          </p:nvSpPr>
          <p:spPr>
            <a:xfrm>
              <a:off x="1185185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Parallelogram 34">
              <a:extLst>
                <a:ext uri="{FF2B5EF4-FFF2-40B4-BE49-F238E27FC236}">
                  <a16:creationId xmlns:a16="http://schemas.microsoft.com/office/drawing/2014/main" id="{D7F90642-BEFD-C7CC-0AB6-542F734EC6BB}"/>
                </a:ext>
              </a:extLst>
            </p:cNvPr>
            <p:cNvSpPr/>
            <p:nvPr/>
          </p:nvSpPr>
          <p:spPr>
            <a:xfrm>
              <a:off x="1189530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Parallelogram 35">
              <a:extLst>
                <a:ext uri="{FF2B5EF4-FFF2-40B4-BE49-F238E27FC236}">
                  <a16:creationId xmlns:a16="http://schemas.microsoft.com/office/drawing/2014/main" id="{C0FAD3C7-8B5D-D594-47C6-8C4075EEDA84}"/>
                </a:ext>
              </a:extLst>
            </p:cNvPr>
            <p:cNvSpPr/>
            <p:nvPr/>
          </p:nvSpPr>
          <p:spPr>
            <a:xfrm>
              <a:off x="1193875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EBCFCA6E-4C9C-8F1B-7470-1E3A399E1C0B}"/>
                </a:ext>
              </a:extLst>
            </p:cNvPr>
            <p:cNvSpPr/>
            <p:nvPr/>
          </p:nvSpPr>
          <p:spPr>
            <a:xfrm>
              <a:off x="1198219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E455C98B-94C3-7DBA-72EF-5946B8FC5659}"/>
                </a:ext>
              </a:extLst>
            </p:cNvPr>
            <p:cNvSpPr/>
            <p:nvPr/>
          </p:nvSpPr>
          <p:spPr>
            <a:xfrm>
              <a:off x="120256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F6AECC36-A0CF-C556-EE65-AD7EC9BC4088}"/>
                </a:ext>
              </a:extLst>
            </p:cNvPr>
            <p:cNvSpPr/>
            <p:nvPr/>
          </p:nvSpPr>
          <p:spPr>
            <a:xfrm>
              <a:off x="120690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Parallelogram 39">
              <a:extLst>
                <a:ext uri="{FF2B5EF4-FFF2-40B4-BE49-F238E27FC236}">
                  <a16:creationId xmlns:a16="http://schemas.microsoft.com/office/drawing/2014/main" id="{193D1796-0A04-4EBA-1454-F2C704880D8A}"/>
                </a:ext>
              </a:extLst>
            </p:cNvPr>
            <p:cNvSpPr/>
            <p:nvPr/>
          </p:nvSpPr>
          <p:spPr>
            <a:xfrm>
              <a:off x="121125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Parallelogram 40">
              <a:extLst>
                <a:ext uri="{FF2B5EF4-FFF2-40B4-BE49-F238E27FC236}">
                  <a16:creationId xmlns:a16="http://schemas.microsoft.com/office/drawing/2014/main" id="{444A5F82-1CC1-2723-36BD-5E6A8DD02DB5}"/>
                </a:ext>
              </a:extLst>
            </p:cNvPr>
            <p:cNvSpPr/>
            <p:nvPr/>
          </p:nvSpPr>
          <p:spPr>
            <a:xfrm rot="10800000">
              <a:off x="1137392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35EC8A17-161A-52F3-F4A9-DBBB86DC6C17}"/>
                </a:ext>
              </a:extLst>
            </p:cNvPr>
            <p:cNvSpPr/>
            <p:nvPr/>
          </p:nvSpPr>
          <p:spPr>
            <a:xfrm rot="10800000">
              <a:off x="1133047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D794AC1-E3B5-5BC5-50D1-03D1CB2EA924}"/>
                </a:ext>
              </a:extLst>
            </p:cNvPr>
            <p:cNvSpPr/>
            <p:nvPr/>
          </p:nvSpPr>
          <p:spPr>
            <a:xfrm rot="10800000">
              <a:off x="1128703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FB7F060C-DB78-A9F5-E90C-C2F144895061}"/>
                </a:ext>
              </a:extLst>
            </p:cNvPr>
            <p:cNvSpPr/>
            <p:nvPr/>
          </p:nvSpPr>
          <p:spPr>
            <a:xfrm rot="10800000">
              <a:off x="1124358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EE4882FB-4370-85AD-7574-1A4373173CA0}"/>
                </a:ext>
              </a:extLst>
            </p:cNvPr>
            <p:cNvSpPr/>
            <p:nvPr/>
          </p:nvSpPr>
          <p:spPr>
            <a:xfrm rot="10800000">
              <a:off x="1120013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3C23D4FE-47CE-BC47-7291-20E7D63B222D}"/>
                </a:ext>
              </a:extLst>
            </p:cNvPr>
            <p:cNvSpPr/>
            <p:nvPr/>
          </p:nvSpPr>
          <p:spPr>
            <a:xfrm rot="10800000">
              <a:off x="1115668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0C8F840B-5FA1-787F-A5ED-AF39E9BC9521}"/>
                </a:ext>
              </a:extLst>
            </p:cNvPr>
            <p:cNvSpPr/>
            <p:nvPr/>
          </p:nvSpPr>
          <p:spPr>
            <a:xfrm rot="10800000">
              <a:off x="1111323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672792F1-9E05-B63F-2DEA-A5DE0295C132}"/>
                </a:ext>
              </a:extLst>
            </p:cNvPr>
            <p:cNvSpPr/>
            <p:nvPr/>
          </p:nvSpPr>
          <p:spPr>
            <a:xfrm rot="10800000">
              <a:off x="1106979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757632A1-2A6B-1A61-CED7-6AC55E3AE4FE}"/>
                </a:ext>
              </a:extLst>
            </p:cNvPr>
            <p:cNvSpPr/>
            <p:nvPr/>
          </p:nvSpPr>
          <p:spPr>
            <a:xfrm rot="10800000">
              <a:off x="110263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4CD700AC-2950-4BD9-AEA9-F649F9BFAE92}"/>
                </a:ext>
              </a:extLst>
            </p:cNvPr>
            <p:cNvSpPr/>
            <p:nvPr/>
          </p:nvSpPr>
          <p:spPr>
            <a:xfrm rot="10800000">
              <a:off x="109828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BBA817A4-A3E4-94CB-83C3-D6F767DA3FEE}"/>
                </a:ext>
              </a:extLst>
            </p:cNvPr>
            <p:cNvSpPr/>
            <p:nvPr/>
          </p:nvSpPr>
          <p:spPr>
            <a:xfrm rot="10800000">
              <a:off x="109394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225BDD9E-FD33-866E-6890-16110B571DB3}"/>
                </a:ext>
              </a:extLst>
            </p:cNvPr>
            <p:cNvSpPr/>
            <p:nvPr/>
          </p:nvSpPr>
          <p:spPr>
            <a:xfrm>
              <a:off x="1141737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F2C15A61-EF71-9795-61EF-8C1617508400}"/>
                </a:ext>
              </a:extLst>
            </p:cNvPr>
            <p:cNvSpPr/>
            <p:nvPr/>
          </p:nvSpPr>
          <p:spPr>
            <a:xfrm>
              <a:off x="1146082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E632C2E-006D-D2F7-A5C6-ACAAB3CF37B9}"/>
                </a:ext>
              </a:extLst>
            </p:cNvPr>
            <p:cNvSpPr/>
            <p:nvPr/>
          </p:nvSpPr>
          <p:spPr>
            <a:xfrm>
              <a:off x="1150427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E1020044-98D4-DCF6-BADA-41E402526BB2}"/>
                </a:ext>
              </a:extLst>
            </p:cNvPr>
            <p:cNvSpPr/>
            <p:nvPr/>
          </p:nvSpPr>
          <p:spPr>
            <a:xfrm>
              <a:off x="1154771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930D4332-77DE-1477-2E43-28E85958F0DC}"/>
                </a:ext>
              </a:extLst>
            </p:cNvPr>
            <p:cNvSpPr/>
            <p:nvPr/>
          </p:nvSpPr>
          <p:spPr>
            <a:xfrm>
              <a:off x="1163461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DAAD660-5966-CDA2-8611-352F8D64C694}"/>
                </a:ext>
              </a:extLst>
            </p:cNvPr>
            <p:cNvSpPr/>
            <p:nvPr/>
          </p:nvSpPr>
          <p:spPr>
            <a:xfrm>
              <a:off x="1159116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7D7629-7829-1ACA-7FA5-F08FD2F78C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76000" y="2007061"/>
            <a:ext cx="8640000" cy="212519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2000" b="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455903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BC0E30FF-66C8-FE1B-6DD1-2B08249DE1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977317"/>
            <a:ext cx="11016000" cy="454002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GB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31352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6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9FC509B4-E51F-329B-2A99-317CD7C621E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026802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CDAB6E4D-62AB-AA15-F7C2-3F29D666E45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96000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028D82F2-F29C-887B-10F9-D273CE45B16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026802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C5987CDC-F8C1-A05A-FC69-A462DA2F99C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996000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EE9CFE75-402D-C2FC-1AD5-8D941F181CB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026802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38D2D1E-6B09-24DC-B953-EFA4EE8F514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996000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0123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8000" y="1064645"/>
            <a:ext cx="11016000" cy="454002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461573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+ 1 Text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58800" y="756000"/>
            <a:ext cx="5245200" cy="738664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58800" y="1829976"/>
            <a:ext cx="5245200" cy="3774694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48237A6D-51C3-E355-8308-D596CBF1D5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7998" y="756000"/>
            <a:ext cx="5245200" cy="4848670"/>
          </a:xfrm>
          <a:custGeom>
            <a:avLst/>
            <a:gdLst>
              <a:gd name="connsiteX0" fmla="*/ 4428704 w 5245200"/>
              <a:gd name="connsiteY0" fmla="*/ 4648972 h 4848670"/>
              <a:gd name="connsiteX1" fmla="*/ 4375398 w 5245200"/>
              <a:gd name="connsiteY1" fmla="*/ 4702972 h 4848670"/>
              <a:gd name="connsiteX2" fmla="*/ 4989488 w 5245200"/>
              <a:gd name="connsiteY2" fmla="*/ 4702972 h 4848670"/>
              <a:gd name="connsiteX3" fmla="*/ 5042794 w 5245200"/>
              <a:gd name="connsiteY3" fmla="*/ 4648972 h 4848670"/>
              <a:gd name="connsiteX4" fmla="*/ 259681 w 5245200"/>
              <a:gd name="connsiteY4" fmla="*/ 147616 h 4848670"/>
              <a:gd name="connsiteX5" fmla="*/ 206375 w 5245200"/>
              <a:gd name="connsiteY5" fmla="*/ 201616 h 4848670"/>
              <a:gd name="connsiteX6" fmla="*/ 820465 w 5245200"/>
              <a:gd name="connsiteY6" fmla="*/ 201616 h 4848670"/>
              <a:gd name="connsiteX7" fmla="*/ 873771 w 5245200"/>
              <a:gd name="connsiteY7" fmla="*/ 147616 h 4848670"/>
              <a:gd name="connsiteX8" fmla="*/ 203208 w 5245200"/>
              <a:gd name="connsiteY8" fmla="*/ 0 h 4848670"/>
              <a:gd name="connsiteX9" fmla="*/ 5245200 w 5245200"/>
              <a:gd name="connsiteY9" fmla="*/ 0 h 4848670"/>
              <a:gd name="connsiteX10" fmla="*/ 5245200 w 5245200"/>
              <a:gd name="connsiteY10" fmla="*/ 4645462 h 4848670"/>
              <a:gd name="connsiteX11" fmla="*/ 5041992 w 5245200"/>
              <a:gd name="connsiteY11" fmla="*/ 4848670 h 4848670"/>
              <a:gd name="connsiteX12" fmla="*/ 0 w 5245200"/>
              <a:gd name="connsiteY12" fmla="*/ 4848670 h 4848670"/>
              <a:gd name="connsiteX13" fmla="*/ 0 w 5245200"/>
              <a:gd name="connsiteY13" fmla="*/ 203208 h 484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245200" h="4848670">
                <a:moveTo>
                  <a:pt x="4428704" y="4648972"/>
                </a:moveTo>
                <a:lnTo>
                  <a:pt x="4375398" y="4702972"/>
                </a:lnTo>
                <a:lnTo>
                  <a:pt x="4989488" y="4702972"/>
                </a:lnTo>
                <a:lnTo>
                  <a:pt x="5042794" y="4648972"/>
                </a:lnTo>
                <a:close/>
                <a:moveTo>
                  <a:pt x="259681" y="147616"/>
                </a:moveTo>
                <a:lnTo>
                  <a:pt x="206375" y="201616"/>
                </a:lnTo>
                <a:lnTo>
                  <a:pt x="820465" y="201616"/>
                </a:lnTo>
                <a:lnTo>
                  <a:pt x="873771" y="147616"/>
                </a:lnTo>
                <a:close/>
                <a:moveTo>
                  <a:pt x="203208" y="0"/>
                </a:moveTo>
                <a:lnTo>
                  <a:pt x="5245200" y="0"/>
                </a:lnTo>
                <a:lnTo>
                  <a:pt x="5245200" y="4645462"/>
                </a:lnTo>
                <a:lnTo>
                  <a:pt x="5041992" y="4848670"/>
                </a:lnTo>
                <a:lnTo>
                  <a:pt x="0" y="4848670"/>
                </a:lnTo>
                <a:lnTo>
                  <a:pt x="0" y="203208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</p:spTree>
    <p:extLst>
      <p:ext uri="{BB962C8B-B14F-4D97-AF65-F5344CB8AC3E}">
        <p14:creationId xmlns:p14="http://schemas.microsoft.com/office/powerpoint/2010/main" val="1424169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4252BFC-0528-6EFD-CF4B-B68A893B92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588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3569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1DFFA7BA-8B92-63C7-0617-55EAC8E11BC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599601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B3483BC5-601B-9EF8-DA44-7609BAAE9D3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3672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E67C4BDF-6CB9-C058-FD2E-216AF7FA4E7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190650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D73C3076-1B04-8B01-02C5-C7E83957283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233342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5508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3707775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8FF7AA0C-1628-04B2-6EA6-95C12083CDBE}"/>
              </a:ext>
            </a:extLst>
          </p:cNvPr>
          <p:cNvSpPr/>
          <p:nvPr userDrawn="1"/>
        </p:nvSpPr>
        <p:spPr>
          <a:xfrm>
            <a:off x="10507980" y="2035232"/>
            <a:ext cx="2186940" cy="4066767"/>
          </a:xfrm>
          <a:prstGeom prst="triangle">
            <a:avLst>
              <a:gd name="adj" fmla="val 100000"/>
            </a:avLst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73130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s + 3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4F21C-6A76-4EC9-B1CB-AE2844EC60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A16A03-4146-5F53-C0DA-9137DF974F0F}"/>
              </a:ext>
            </a:extLst>
          </p:cNvPr>
          <p:cNvSpPr/>
          <p:nvPr userDrawn="1"/>
        </p:nvSpPr>
        <p:spPr>
          <a:xfrm>
            <a:off x="0" y="1720666"/>
            <a:ext cx="12192000" cy="163786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C84C6E-F9BE-ECD5-4869-B01FD6AB479A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FFDC3944-E18B-AC06-5C2A-7B5D8E56D8B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579345D9-6E7C-5088-149B-38B1214DC31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BB6834DB-5923-334A-8926-5B66A115A866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8FE4BCDB-0B84-365E-7300-1B9799D413C2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E5827AC4-BA72-B581-7233-5C5F26E893C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A6334529-E7E5-7866-4A09-6DB117F20F4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2216F52D-19DA-813E-FC7B-8F6CC3280F2E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F47C9705-C842-34B2-C62E-A93BB66EC3F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4FAAACF3-0BBD-5EE4-3111-D53D465EC3BD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2BC4FF41-985A-D5EB-2EE2-84228D9BC2B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5797F5-F3DC-EC6B-1705-3E375ED808E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03787C70-7A9E-CF22-96F4-BAB137721EAF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F9F0163-3D81-A513-B47A-A11B93CCE7F6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6498ECF2-BE62-D029-7ECA-57ABE78D4C4B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9F9584FB-E328-225B-5B89-BA3F4914D9E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2E8EBD3-4263-1DFC-65B3-BBD0A43F5F0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2AAB9B44-5483-DF54-44F1-3628A96EB604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475772A7-633B-9D97-EE91-776C95F183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87999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EF9FC028-4708-885E-114A-D802D747153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86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F6FD0906-F55C-1E3B-DB7A-38B3875B4CB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184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E0E445E-AD6B-A00F-33DA-9D62E60D3C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05A3C545-AF17-4B49-5ECC-854890DAAB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86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EBC7298F-8BC9-1F06-C7EA-DB6BE45A94C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84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3286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ictures +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50CBF233-7292-62F9-0B19-20FF498A0D5F}"/>
              </a:ext>
            </a:extLst>
          </p:cNvPr>
          <p:cNvSpPr/>
          <p:nvPr userDrawn="1"/>
        </p:nvSpPr>
        <p:spPr>
          <a:xfrm>
            <a:off x="0" y="1720665"/>
            <a:ext cx="12192000" cy="2340515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B85077-0DD7-CF05-6283-2D63D04A06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 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6CE19D61-03D3-9595-61F3-74B85D3D3C09}"/>
              </a:ext>
            </a:extLst>
          </p:cNvPr>
          <p:cNvSpPr>
            <a:spLocks noGrp="1"/>
          </p:cNvSpPr>
          <p:nvPr userDrawn="1">
            <p:ph type="pic" sz="quarter" idx="10" hasCustomPrompt="1"/>
          </p:nvPr>
        </p:nvSpPr>
        <p:spPr>
          <a:xfrm>
            <a:off x="587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CE84C83D-1F4D-D8FC-E4CD-FFD1E628E3E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88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686CB433-3CFC-CC69-42B0-4862FE01451A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3015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D2F4695A-3ABD-3CF2-C0BD-31DAC712E0CC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016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F8B67D75-F6EE-25AA-2056-456E3F070B28}"/>
              </a:ext>
            </a:extLst>
          </p:cNvPr>
          <p:cNvSpPr>
            <a:spLocks noGrp="1"/>
          </p:cNvSpPr>
          <p:nvPr userDrawn="1">
            <p:ph type="pic" sz="quarter" idx="18" hasCustomPrompt="1"/>
          </p:nvPr>
        </p:nvSpPr>
        <p:spPr>
          <a:xfrm>
            <a:off x="5443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50D413D3-6EC2-E5C9-EFA3-64F8324BC48D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5444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0C72ED-D692-A687-C13B-34B509A3E1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71999" y="1578576"/>
            <a:ext cx="4320000" cy="4073764"/>
          </a:xfr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5400000" scaled="1"/>
          </a:gradFill>
        </p:spPr>
        <p:txBody>
          <a:bodyPr vert="horz" lIns="540000" tIns="360000" rIns="540000" bIns="360000" rtlCol="0">
            <a:noAutofit/>
          </a:bodyPr>
          <a:lstStyle>
            <a:lvl1pPr marL="216000" indent="-216000">
              <a:buFontTx/>
              <a:buBlip>
                <a:blip r:embed="rId2"/>
              </a:buBlip>
              <a:defRPr lang="en-US" sz="2400" dirty="0">
                <a:solidFill>
                  <a:schemeClr val="bg1"/>
                </a:solidFill>
              </a:defRPr>
            </a:lvl1pPr>
            <a:lvl2pPr>
              <a:defRPr lang="en-US" dirty="0">
                <a:solidFill>
                  <a:schemeClr val="bg1"/>
                </a:solidFill>
              </a:defRPr>
            </a:lvl2pPr>
          </a:lstStyle>
          <a:p>
            <a:pPr marL="0" lvl="0" indent="0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Title</a:t>
            </a:r>
          </a:p>
          <a:p>
            <a:pPr lvl="1">
              <a:spcBef>
                <a:spcPts val="1200"/>
              </a:spcBef>
              <a:buClrTx/>
            </a:pPr>
            <a:r>
              <a:rPr lang="en-US" dirty="0"/>
              <a:t>Second level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AFE733-1D17-D433-B6A4-2D1DB8DE51AC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1FF5C286-A3F3-8552-53E0-33623573294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454BEA95-E503-A134-5970-4028900C550F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D036B0A8-6297-AD7E-D57D-5A051148A313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D48E0E8B-65FF-C632-2635-7E5442B19077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FD3EF2BA-6E64-76F6-6E09-EC4ABC8587C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245F54C5-B052-73D3-6C7D-278D01D434F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0E3D9EAE-51D2-7060-9A73-4D9A8C4A3CB0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347D14FD-214D-601F-D5ED-7230C1D3465E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1FC57748-74FF-5242-7915-3A644789640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5E393AA9-8A2D-77A9-4038-95A90A22659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07EF7D0-0551-B497-8CD6-118F8DA38BD5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A1A9272C-2DB3-E3DE-C21E-800B17B2F85E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D8156300-4934-B7AD-A755-96E9059EE4B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7DB2D5B-C826-89B4-6FCD-5C800E7EF61D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297FB1E-C558-4CD7-3501-325F77FE4611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EFBD691F-CCD9-A819-04A8-F2A7BBBBC1E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55383BEA-7D38-3C54-9F1E-9173C2632C08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09209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s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icture Placeholder 63">
            <a:extLst>
              <a:ext uri="{FF2B5EF4-FFF2-40B4-BE49-F238E27FC236}">
                <a16:creationId xmlns:a16="http://schemas.microsoft.com/office/drawing/2014/main" id="{30D17CB2-2739-C617-AD45-E3912CAD984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358525"/>
            <a:ext cx="12192000" cy="2743473"/>
          </a:xfrm>
          <a:prstGeom prst="rect">
            <a:avLst/>
          </a:prstGeom>
          <a:solidFill>
            <a:srgbClr val="ECECEF"/>
          </a:solidFill>
        </p:spPr>
        <p:txBody>
          <a:bodyPr wrap="square" tIns="0" bIns="216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A79775-88BC-3818-5D95-5B11998783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D3CD707-9A0B-2CF5-C079-BEF0CB78D227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35AD8C6E-20B1-A809-827C-0052C977D962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9C392785-BA90-8D03-76C6-C306A60C5655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6D69FAF0-B979-C60E-2402-6619E928DE5F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E2FA8DB5-C570-5601-055A-CE5923EE1B76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75D8C751-9F82-559A-00FF-2F677B9741F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C43C5A60-AAB5-3FD5-E004-4F5337420E0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B32DCB3D-5B50-CAF5-F3BD-4B79CD083A8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B68BD000-25A7-ECEE-8432-8B667FD4E65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B4067A74-31AE-047C-7E9A-002711B48B6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C92D3405-D6E0-C347-E57B-CF87855E50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1006B9A-43C7-403C-8D13-B58EA500308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D424315-1566-8B9D-E981-7272C10DCFE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2D6ACB48-A7FB-9774-2D1D-E4BD43B14C82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C2E6044E-3469-2289-9F67-E6C457ABD08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1" name="Parallelogram 60">
              <a:extLst>
                <a:ext uri="{FF2B5EF4-FFF2-40B4-BE49-F238E27FC236}">
                  <a16:creationId xmlns:a16="http://schemas.microsoft.com/office/drawing/2014/main" id="{7B5BFBD3-79E0-00DE-73AE-3AD51B0B61B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Parallelogram 61">
              <a:extLst>
                <a:ext uri="{FF2B5EF4-FFF2-40B4-BE49-F238E27FC236}">
                  <a16:creationId xmlns:a16="http://schemas.microsoft.com/office/drawing/2014/main" id="{C85960EC-3773-930D-6703-BEBD7BA2A8D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3" name="Parallelogram 62">
              <a:extLst>
                <a:ext uri="{FF2B5EF4-FFF2-40B4-BE49-F238E27FC236}">
                  <a16:creationId xmlns:a16="http://schemas.microsoft.com/office/drawing/2014/main" id="{385AA103-76C9-ACFF-10CB-CE85CA60797A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C81E6365-421C-018C-B5CE-B1E8F1749C2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7998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8A82B05-DCC3-7CBE-78A4-DB40ED3B1849}"/>
              </a:ext>
            </a:extLst>
          </p:cNvPr>
          <p:cNvSpPr/>
          <p:nvPr/>
        </p:nvSpPr>
        <p:spPr>
          <a:xfrm>
            <a:off x="1036388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F5919B8-E7D8-2E80-5011-3951A602996A}"/>
              </a:ext>
            </a:extLst>
          </p:cNvPr>
          <p:cNvGrpSpPr/>
          <p:nvPr/>
        </p:nvGrpSpPr>
        <p:grpSpPr>
          <a:xfrm>
            <a:off x="4873476" y="3284219"/>
            <a:ext cx="920602" cy="74305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72527DA1-5756-4FE1-47A7-E71A3FEF4B71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D652E994-8427-AE9A-9503-CBD4C4AED01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3588D7F-6CF6-0A97-142A-DD911F2FFDD7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D03E128F-D04E-988A-7041-EB5A3E74D341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096FCC49-B81B-62F6-17BD-4328F175F74F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7D68D970-84F5-33A9-A90D-4A5E18845120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8D99D4EA-232F-06E1-D854-2F7E32697CB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3BE056EE-A89E-28F0-3980-601093F08B51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F7470B4B-0B40-6723-DA85-6EBCBAEB048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DAE8BBCB-2669-4206-9E90-95D56AAD75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ADA5B50-D55B-1327-704B-CC0FF740D0C2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3C16DD71-620C-8863-F329-35D3481DC0C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8327EE15-AE9F-0FAD-CC8E-8D10970315A0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BAB9A9B0-ED0C-984C-D360-1BE663244808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DE0CCEB7-EC83-AF6E-67C6-1CFF311B3245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E6FED54B-0F3B-95EF-8871-34E7A387384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1BD78EC9-C24D-36EF-14BF-D55DDE9307F9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7" name="Text Placeholder 65">
            <a:extLst>
              <a:ext uri="{FF2B5EF4-FFF2-40B4-BE49-F238E27FC236}">
                <a16:creationId xmlns:a16="http://schemas.microsoft.com/office/drawing/2014/main" id="{04990BCB-13B0-6825-976C-EF18813DF70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76000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8" name="Parallelogram 67">
            <a:extLst>
              <a:ext uri="{FF2B5EF4-FFF2-40B4-BE49-F238E27FC236}">
                <a16:creationId xmlns:a16="http://schemas.microsoft.com/office/drawing/2014/main" id="{BE59802F-051F-1D3D-233F-5F1B9556E21E}"/>
              </a:ext>
            </a:extLst>
          </p:cNvPr>
          <p:cNvSpPr/>
          <p:nvPr userDrawn="1"/>
        </p:nvSpPr>
        <p:spPr>
          <a:xfrm>
            <a:off x="6724390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73C1190-8A05-B6B1-9949-675A79A9CE59}"/>
              </a:ext>
            </a:extLst>
          </p:cNvPr>
          <p:cNvGrpSpPr/>
          <p:nvPr userDrawn="1"/>
        </p:nvGrpSpPr>
        <p:grpSpPr>
          <a:xfrm>
            <a:off x="10561478" y="3284219"/>
            <a:ext cx="920602" cy="74305"/>
            <a:chOff x="696000" y="1460737"/>
            <a:chExt cx="920602" cy="112014"/>
          </a:xfrm>
        </p:grpSpPr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CB5FD786-6DDE-63D5-2AAE-91AFFF211B5A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95026B7C-2B7A-1EA5-868D-75D288BE6F5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697C3B1E-A60F-CD72-CCB3-6AB47AB86629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10C16C27-6AF2-52C7-318A-634369D6910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7AC61264-90A3-8854-8F48-7B4175004DC8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F81B55F-7E5E-0F0A-F071-B0221A42BCA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EC62F885-2803-8BB4-CF11-FE3EA9B0BAC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A0428056-33BF-60EE-49CD-E3437C792116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E04E4A3C-CF84-BA33-F794-7E85044D1EBA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9D518E5D-6A4F-7C83-D2B0-B24149922C01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4CBFB45-888B-9CE6-3666-1AA0EA024FA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8639E0E5-7A56-0E5E-63F6-9C4A1BDAE14A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2" name="Parallelogram 81">
              <a:extLst>
                <a:ext uri="{FF2B5EF4-FFF2-40B4-BE49-F238E27FC236}">
                  <a16:creationId xmlns:a16="http://schemas.microsoft.com/office/drawing/2014/main" id="{0B8D335A-95D8-96F9-9BEA-BC3103C6254B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3" name="Parallelogram 82">
              <a:extLst>
                <a:ext uri="{FF2B5EF4-FFF2-40B4-BE49-F238E27FC236}">
                  <a16:creationId xmlns:a16="http://schemas.microsoft.com/office/drawing/2014/main" id="{1AE99D33-083B-EE23-B589-3FF9D2C0950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4" name="Parallelogram 83">
              <a:extLst>
                <a:ext uri="{FF2B5EF4-FFF2-40B4-BE49-F238E27FC236}">
                  <a16:creationId xmlns:a16="http://schemas.microsoft.com/office/drawing/2014/main" id="{F6183C56-9551-683A-09EB-18262FD5240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5" name="Parallelogram 84">
              <a:extLst>
                <a:ext uri="{FF2B5EF4-FFF2-40B4-BE49-F238E27FC236}">
                  <a16:creationId xmlns:a16="http://schemas.microsoft.com/office/drawing/2014/main" id="{48CE29AF-5DE7-0CD4-85E4-ECD3406109B1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6" name="Parallelogram 85">
              <a:extLst>
                <a:ext uri="{FF2B5EF4-FFF2-40B4-BE49-F238E27FC236}">
                  <a16:creationId xmlns:a16="http://schemas.microsoft.com/office/drawing/2014/main" id="{8C95D847-0DA5-AD49-C523-1C189FD62BD3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69086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F200DF0-4F7F-C342-7F47-A55CFECDB887}"/>
              </a:ext>
            </a:extLst>
          </p:cNvPr>
          <p:cNvSpPr/>
          <p:nvPr userDrawn="1"/>
        </p:nvSpPr>
        <p:spPr>
          <a:xfrm>
            <a:off x="0" y="0"/>
            <a:ext cx="6096000" cy="6101998"/>
          </a:xfrm>
          <a:prstGeom prst="rect">
            <a:avLst/>
          </a:prstGeom>
          <a:gradFill flip="none" rotWithShape="1"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fr-F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FD77F530-EA1D-7650-4E2C-FABF39338F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000" y="1145650"/>
            <a:ext cx="4968000" cy="4540025"/>
          </a:xfrm>
        </p:spPr>
        <p:txBody>
          <a:bodyPr/>
          <a:lstStyle>
            <a:lvl1pPr>
              <a:defRPr/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B13D357-30AB-D48C-0F86-A084C4FD01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83998" y="1145649"/>
            <a:ext cx="4968001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4E2793-489B-8C33-B75F-CF4C9090E13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7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342B54C-873A-B0F6-AFBF-6A18BD2AAD5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3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</p:spTree>
    <p:extLst>
      <p:ext uri="{BB962C8B-B14F-4D97-AF65-F5344CB8AC3E}">
        <p14:creationId xmlns:p14="http://schemas.microsoft.com/office/powerpoint/2010/main" val="1790312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cial Networks 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98F3710-4348-B002-9801-54B01B911A81}"/>
              </a:ext>
            </a:extLst>
          </p:cNvPr>
          <p:cNvSpPr/>
          <p:nvPr userDrawn="1"/>
        </p:nvSpPr>
        <p:spPr>
          <a:xfrm flipH="1">
            <a:off x="0" y="3429000"/>
            <a:ext cx="12192000" cy="2673000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D7CCA3-8D7C-3F99-EBC8-AE0184FEDB9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486" b="16223"/>
          <a:stretch/>
        </p:blipFill>
        <p:spPr>
          <a:xfrm>
            <a:off x="4387850" y="322433"/>
            <a:ext cx="7581900" cy="5784329"/>
          </a:xfrm>
          <a:prstGeom prst="rect">
            <a:avLst/>
          </a:prstGeom>
        </p:spPr>
      </p:pic>
      <p:sp>
        <p:nvSpPr>
          <p:cNvPr id="26" name="Rectangle: Rounded Corners 25">
            <a:hlinkClick r:id="rId3"/>
            <a:extLst>
              <a:ext uri="{FF2B5EF4-FFF2-40B4-BE49-F238E27FC236}">
                <a16:creationId xmlns:a16="http://schemas.microsoft.com/office/drawing/2014/main" id="{A0A56E25-BACC-941A-07FF-B2924EEE0A4B}"/>
              </a:ext>
            </a:extLst>
          </p:cNvPr>
          <p:cNvSpPr/>
          <p:nvPr userDrawn="1"/>
        </p:nvSpPr>
        <p:spPr>
          <a:xfrm>
            <a:off x="588000" y="3141000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3F73478-4B42-86E1-C5C1-D1452156DBA8}"/>
              </a:ext>
            </a:extLst>
          </p:cNvPr>
          <p:cNvGrpSpPr/>
          <p:nvPr userDrawn="1"/>
        </p:nvGrpSpPr>
        <p:grpSpPr>
          <a:xfrm>
            <a:off x="671550" y="4428000"/>
            <a:ext cx="675000" cy="675000"/>
            <a:chOff x="671550" y="4428000"/>
            <a:chExt cx="675000" cy="675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9F3573-2E23-6B37-3C1D-06E6E2FB5440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" name="Graphic 36">
              <a:extLst>
                <a:ext uri="{FF2B5EF4-FFF2-40B4-BE49-F238E27FC236}">
                  <a16:creationId xmlns:a16="http://schemas.microsoft.com/office/drawing/2014/main" id="{F2D16415-197B-E091-7A95-D7B79C5C9FFE}"/>
                </a:ext>
              </a:extLst>
            </p:cNvPr>
            <p:cNvGrpSpPr/>
            <p:nvPr/>
          </p:nvGrpSpPr>
          <p:grpSpPr>
            <a:xfrm>
              <a:off x="880295" y="4633340"/>
              <a:ext cx="257511" cy="257042"/>
              <a:chOff x="692960" y="4421656"/>
              <a:chExt cx="679218" cy="677982"/>
            </a:xfrm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611B14F-1F29-C671-7DFE-638D31ADC8DA}"/>
                  </a:ext>
                </a:extLst>
              </p:cNvPr>
              <p:cNvSpPr/>
              <p:nvPr/>
            </p:nvSpPr>
            <p:spPr>
              <a:xfrm>
                <a:off x="692960" y="4421656"/>
                <a:ext cx="163232" cy="677982"/>
              </a:xfrm>
              <a:custGeom>
                <a:avLst/>
                <a:gdLst>
                  <a:gd name="connsiteX0" fmla="*/ 11172 w 163232"/>
                  <a:gd name="connsiteY0" fmla="*/ 225119 h 677982"/>
                  <a:gd name="connsiteX1" fmla="*/ 152061 w 163232"/>
                  <a:gd name="connsiteY1" fmla="*/ 225119 h 677982"/>
                  <a:gd name="connsiteX2" fmla="*/ 152061 w 163232"/>
                  <a:gd name="connsiteY2" fmla="*/ 677983 h 677982"/>
                  <a:gd name="connsiteX3" fmla="*/ 11172 w 163232"/>
                  <a:gd name="connsiteY3" fmla="*/ 677983 h 677982"/>
                  <a:gd name="connsiteX4" fmla="*/ 11172 w 163232"/>
                  <a:gd name="connsiteY4" fmla="*/ 225119 h 677982"/>
                  <a:gd name="connsiteX5" fmla="*/ 81655 w 163232"/>
                  <a:gd name="connsiteY5" fmla="*/ 0 h 677982"/>
                  <a:gd name="connsiteX6" fmla="*/ 163232 w 163232"/>
                  <a:gd name="connsiteY6" fmla="*/ 81617 h 677982"/>
                  <a:gd name="connsiteX7" fmla="*/ 81655 w 163232"/>
                  <a:gd name="connsiteY7" fmla="*/ 163246 h 677982"/>
                  <a:gd name="connsiteX8" fmla="*/ 0 w 163232"/>
                  <a:gd name="connsiteY8" fmla="*/ 81617 h 677982"/>
                  <a:gd name="connsiteX9" fmla="*/ 81655 w 163232"/>
                  <a:gd name="connsiteY9" fmla="*/ 0 h 677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63232" h="677982">
                    <a:moveTo>
                      <a:pt x="11172" y="225119"/>
                    </a:moveTo>
                    <a:lnTo>
                      <a:pt x="152061" y="225119"/>
                    </a:lnTo>
                    <a:lnTo>
                      <a:pt x="152061" y="677983"/>
                    </a:lnTo>
                    <a:lnTo>
                      <a:pt x="11172" y="677983"/>
                    </a:lnTo>
                    <a:lnTo>
                      <a:pt x="11172" y="225119"/>
                    </a:lnTo>
                    <a:close/>
                    <a:moveTo>
                      <a:pt x="81655" y="0"/>
                    </a:moveTo>
                    <a:cubicBezTo>
                      <a:pt x="126679" y="0"/>
                      <a:pt x="163232" y="36567"/>
                      <a:pt x="163232" y="81617"/>
                    </a:cubicBezTo>
                    <a:cubicBezTo>
                      <a:pt x="163232" y="126679"/>
                      <a:pt x="126679" y="163246"/>
                      <a:pt x="81655" y="163246"/>
                    </a:cubicBezTo>
                    <a:cubicBezTo>
                      <a:pt x="36451" y="163246"/>
                      <a:pt x="0" y="126680"/>
                      <a:pt x="0" y="81617"/>
                    </a:cubicBezTo>
                    <a:cubicBezTo>
                      <a:pt x="0" y="36567"/>
                      <a:pt x="36451" y="0"/>
                      <a:pt x="81655" y="0"/>
                    </a:cubicBezTo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D2A163E-3DEA-4B3A-6030-FF3145A634F5}"/>
                  </a:ext>
                </a:extLst>
              </p:cNvPr>
              <p:cNvSpPr/>
              <p:nvPr/>
            </p:nvSpPr>
            <p:spPr>
              <a:xfrm>
                <a:off x="933318" y="4635537"/>
                <a:ext cx="438860" cy="464101"/>
              </a:xfrm>
              <a:custGeom>
                <a:avLst/>
                <a:gdLst>
                  <a:gd name="connsiteX0" fmla="*/ 0 w 438860"/>
                  <a:gd name="connsiteY0" fmla="*/ 11237 h 464101"/>
                  <a:gd name="connsiteX1" fmla="*/ 134918 w 438860"/>
                  <a:gd name="connsiteY1" fmla="*/ 11237 h 464101"/>
                  <a:gd name="connsiteX2" fmla="*/ 134918 w 438860"/>
                  <a:gd name="connsiteY2" fmla="*/ 73148 h 464101"/>
                  <a:gd name="connsiteX3" fmla="*/ 136847 w 438860"/>
                  <a:gd name="connsiteY3" fmla="*/ 73148 h 464101"/>
                  <a:gd name="connsiteX4" fmla="*/ 270015 w 438860"/>
                  <a:gd name="connsiteY4" fmla="*/ 0 h 464101"/>
                  <a:gd name="connsiteX5" fmla="*/ 438861 w 438860"/>
                  <a:gd name="connsiteY5" fmla="*/ 215736 h 464101"/>
                  <a:gd name="connsiteX6" fmla="*/ 438861 w 438860"/>
                  <a:gd name="connsiteY6" fmla="*/ 464101 h 464101"/>
                  <a:gd name="connsiteX7" fmla="*/ 298125 w 438860"/>
                  <a:gd name="connsiteY7" fmla="*/ 464101 h 464101"/>
                  <a:gd name="connsiteX8" fmla="*/ 298125 w 438860"/>
                  <a:gd name="connsiteY8" fmla="*/ 243873 h 464101"/>
                  <a:gd name="connsiteX9" fmla="*/ 224991 w 438860"/>
                  <a:gd name="connsiteY9" fmla="*/ 123796 h 464101"/>
                  <a:gd name="connsiteX10" fmla="*/ 140580 w 438860"/>
                  <a:gd name="connsiteY10" fmla="*/ 240114 h 464101"/>
                  <a:gd name="connsiteX11" fmla="*/ 140580 w 438860"/>
                  <a:gd name="connsiteY11" fmla="*/ 464101 h 464101"/>
                  <a:gd name="connsiteX12" fmla="*/ 0 w 438860"/>
                  <a:gd name="connsiteY12" fmla="*/ 464101 h 464101"/>
                  <a:gd name="connsiteX13" fmla="*/ 0 w 438860"/>
                  <a:gd name="connsiteY13" fmla="*/ 11237 h 464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38860" h="464101">
                    <a:moveTo>
                      <a:pt x="0" y="11237"/>
                    </a:moveTo>
                    <a:lnTo>
                      <a:pt x="134918" y="11237"/>
                    </a:lnTo>
                    <a:lnTo>
                      <a:pt x="134918" y="73148"/>
                    </a:lnTo>
                    <a:lnTo>
                      <a:pt x="136847" y="73148"/>
                    </a:lnTo>
                    <a:cubicBezTo>
                      <a:pt x="155613" y="37545"/>
                      <a:pt x="201538" y="0"/>
                      <a:pt x="270015" y="0"/>
                    </a:cubicBezTo>
                    <a:cubicBezTo>
                      <a:pt x="412524" y="0"/>
                      <a:pt x="438861" y="93769"/>
                      <a:pt x="438861" y="215736"/>
                    </a:cubicBezTo>
                    <a:lnTo>
                      <a:pt x="438861" y="464101"/>
                    </a:lnTo>
                    <a:lnTo>
                      <a:pt x="298125" y="464101"/>
                    </a:lnTo>
                    <a:lnTo>
                      <a:pt x="298125" y="243873"/>
                    </a:lnTo>
                    <a:cubicBezTo>
                      <a:pt x="298125" y="191358"/>
                      <a:pt x="297224" y="123796"/>
                      <a:pt x="224991" y="123796"/>
                    </a:cubicBezTo>
                    <a:cubicBezTo>
                      <a:pt x="151754" y="123796"/>
                      <a:pt x="140580" y="181035"/>
                      <a:pt x="140580" y="240114"/>
                    </a:cubicBezTo>
                    <a:lnTo>
                      <a:pt x="140580" y="464101"/>
                    </a:lnTo>
                    <a:lnTo>
                      <a:pt x="0" y="464101"/>
                    </a:lnTo>
                    <a:lnTo>
                      <a:pt x="0" y="11237"/>
                    </a:lnTo>
                    <a:close/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1" name="Oval 30">
              <a:hlinkClick r:id="rId4"/>
              <a:extLst>
                <a:ext uri="{FF2B5EF4-FFF2-40B4-BE49-F238E27FC236}">
                  <a16:creationId xmlns:a16="http://schemas.microsoft.com/office/drawing/2014/main" id="{EAB8E4C6-7BE3-51ED-ABFC-964F6AE3729B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0508168-1FBD-BCA0-1DED-C778795906F2}"/>
              </a:ext>
            </a:extLst>
          </p:cNvPr>
          <p:cNvGrpSpPr/>
          <p:nvPr userDrawn="1"/>
        </p:nvGrpSpPr>
        <p:grpSpPr>
          <a:xfrm>
            <a:off x="1542850" y="4428000"/>
            <a:ext cx="675000" cy="675000"/>
            <a:chOff x="1542850" y="4428000"/>
            <a:chExt cx="675000" cy="67500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085314-3E35-DF8C-8E5B-1C7C3F36FB79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Graphic 84">
              <a:extLst>
                <a:ext uri="{FF2B5EF4-FFF2-40B4-BE49-F238E27FC236}">
                  <a16:creationId xmlns:a16="http://schemas.microsoft.com/office/drawing/2014/main" id="{4871053C-AB8F-A852-D3EF-93A5716708BA}"/>
                </a:ext>
              </a:extLst>
            </p:cNvPr>
            <p:cNvSpPr/>
            <p:nvPr/>
          </p:nvSpPr>
          <p:spPr>
            <a:xfrm>
              <a:off x="1781995" y="4581085"/>
              <a:ext cx="196710" cy="368831"/>
            </a:xfrm>
            <a:custGeom>
              <a:avLst/>
              <a:gdLst>
                <a:gd name="connsiteX0" fmla="*/ 85005 w 304800"/>
                <a:gd name="connsiteY0" fmla="*/ 571500 h 571500"/>
                <a:gd name="connsiteX1" fmla="*/ 85005 w 304800"/>
                <a:gd name="connsiteY1" fmla="*/ 323850 h 571500"/>
                <a:gd name="connsiteX2" fmla="*/ 0 w 304800"/>
                <a:gd name="connsiteY2" fmla="*/ 323850 h 571500"/>
                <a:gd name="connsiteX3" fmla="*/ 0 w 304800"/>
                <a:gd name="connsiteY3" fmla="*/ 209550 h 571500"/>
                <a:gd name="connsiteX4" fmla="*/ 85005 w 304800"/>
                <a:gd name="connsiteY4" fmla="*/ 209550 h 571500"/>
                <a:gd name="connsiteX5" fmla="*/ 85005 w 304800"/>
                <a:gd name="connsiteY5" fmla="*/ 129730 h 571500"/>
                <a:gd name="connsiteX6" fmla="*/ 217613 w 304800"/>
                <a:gd name="connsiteY6" fmla="*/ 0 h 571500"/>
                <a:gd name="connsiteX7" fmla="*/ 296005 w 304800"/>
                <a:gd name="connsiteY7" fmla="*/ 4003 h 571500"/>
                <a:gd name="connsiteX8" fmla="*/ 296005 w 304800"/>
                <a:gd name="connsiteY8" fmla="*/ 94869 h 571500"/>
                <a:gd name="connsiteX9" fmla="*/ 242210 w 304800"/>
                <a:gd name="connsiteY9" fmla="*/ 94893 h 571500"/>
                <a:gd name="connsiteX10" fmla="*/ 190500 w 304800"/>
                <a:gd name="connsiteY10" fmla="*/ 144353 h 571500"/>
                <a:gd name="connsiteX11" fmla="*/ 190500 w 304800"/>
                <a:gd name="connsiteY11" fmla="*/ 209550 h 571500"/>
                <a:gd name="connsiteX12" fmla="*/ 304800 w 304800"/>
                <a:gd name="connsiteY12" fmla="*/ 209550 h 571500"/>
                <a:gd name="connsiteX13" fmla="*/ 266700 w 304800"/>
                <a:gd name="connsiteY13" fmla="*/ 323850 h 571500"/>
                <a:gd name="connsiteX14" fmla="*/ 190500 w 304800"/>
                <a:gd name="connsiteY14" fmla="*/ 323850 h 571500"/>
                <a:gd name="connsiteX15" fmla="*/ 190500 w 304800"/>
                <a:gd name="connsiteY15" fmla="*/ 571500 h 571500"/>
                <a:gd name="connsiteX16" fmla="*/ 85005 w 304800"/>
                <a:gd name="connsiteY16" fmla="*/ 571500 h 571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4800" h="571500">
                  <a:moveTo>
                    <a:pt x="85005" y="571500"/>
                  </a:moveTo>
                  <a:lnTo>
                    <a:pt x="85005" y="323850"/>
                  </a:lnTo>
                  <a:lnTo>
                    <a:pt x="0" y="323850"/>
                  </a:lnTo>
                  <a:lnTo>
                    <a:pt x="0" y="209550"/>
                  </a:lnTo>
                  <a:lnTo>
                    <a:pt x="85005" y="209550"/>
                  </a:lnTo>
                  <a:lnTo>
                    <a:pt x="85005" y="129730"/>
                  </a:lnTo>
                  <a:cubicBezTo>
                    <a:pt x="85005" y="42782"/>
                    <a:pt x="140049" y="0"/>
                    <a:pt x="217613" y="0"/>
                  </a:cubicBezTo>
                  <a:cubicBezTo>
                    <a:pt x="254767" y="0"/>
                    <a:pt x="286699" y="2766"/>
                    <a:pt x="296005" y="4003"/>
                  </a:cubicBezTo>
                  <a:lnTo>
                    <a:pt x="296005" y="94869"/>
                  </a:lnTo>
                  <a:lnTo>
                    <a:pt x="242210" y="94893"/>
                  </a:lnTo>
                  <a:cubicBezTo>
                    <a:pt x="200026" y="94893"/>
                    <a:pt x="190500" y="114938"/>
                    <a:pt x="190500" y="144353"/>
                  </a:cubicBezTo>
                  <a:lnTo>
                    <a:pt x="190500" y="209550"/>
                  </a:lnTo>
                  <a:lnTo>
                    <a:pt x="304800" y="209550"/>
                  </a:lnTo>
                  <a:lnTo>
                    <a:pt x="266700" y="323850"/>
                  </a:lnTo>
                  <a:lnTo>
                    <a:pt x="190500" y="323850"/>
                  </a:lnTo>
                  <a:lnTo>
                    <a:pt x="190500" y="571500"/>
                  </a:lnTo>
                  <a:lnTo>
                    <a:pt x="85005" y="57150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Oval 36">
              <a:hlinkClick r:id="rId5"/>
              <a:extLst>
                <a:ext uri="{FF2B5EF4-FFF2-40B4-BE49-F238E27FC236}">
                  <a16:creationId xmlns:a16="http://schemas.microsoft.com/office/drawing/2014/main" id="{59DE552B-DD41-E6A5-FE2C-1B4E1B2BE8CB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1B401F0-7B23-0E70-A987-C44C85E3F865}"/>
              </a:ext>
            </a:extLst>
          </p:cNvPr>
          <p:cNvGrpSpPr/>
          <p:nvPr userDrawn="1"/>
        </p:nvGrpSpPr>
        <p:grpSpPr>
          <a:xfrm>
            <a:off x="3285450" y="4428000"/>
            <a:ext cx="675000" cy="675000"/>
            <a:chOff x="3285450" y="4428000"/>
            <a:chExt cx="675000" cy="675000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8E769EA-0469-B4D5-0733-CA1925393D9E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DC4604B-DFB2-69D1-0C48-0E7E980498AC}"/>
                </a:ext>
              </a:extLst>
            </p:cNvPr>
            <p:cNvSpPr/>
            <p:nvPr/>
          </p:nvSpPr>
          <p:spPr>
            <a:xfrm>
              <a:off x="3454191" y="4646806"/>
              <a:ext cx="337518" cy="237389"/>
            </a:xfrm>
            <a:custGeom>
              <a:avLst/>
              <a:gdLst>
                <a:gd name="connsiteX0" fmla="*/ 376473 w 948974"/>
                <a:gd name="connsiteY0" fmla="*/ 190180 h 667449"/>
                <a:gd name="connsiteX1" fmla="*/ 376517 w 948974"/>
                <a:gd name="connsiteY1" fmla="*/ 456817 h 667449"/>
                <a:gd name="connsiteX2" fmla="*/ 632890 w 948974"/>
                <a:gd name="connsiteY2" fmla="*/ 323963 h 667449"/>
                <a:gd name="connsiteX3" fmla="*/ 474281 w 948974"/>
                <a:gd name="connsiteY3" fmla="*/ 0 h 667449"/>
                <a:gd name="connsiteX4" fmla="*/ 474693 w 948974"/>
                <a:gd name="connsiteY4" fmla="*/ 0 h 667449"/>
                <a:gd name="connsiteX5" fmla="*/ 806688 w 948974"/>
                <a:gd name="connsiteY5" fmla="*/ 9599 h 667449"/>
                <a:gd name="connsiteX6" fmla="*/ 901772 w 948974"/>
                <a:gd name="connsiteY6" fmla="*/ 49796 h 667449"/>
                <a:gd name="connsiteX7" fmla="*/ 939498 w 948974"/>
                <a:gd name="connsiteY7" fmla="*/ 143989 h 667449"/>
                <a:gd name="connsiteX8" fmla="*/ 948974 w 948974"/>
                <a:gd name="connsiteY8" fmla="*/ 297577 h 667449"/>
                <a:gd name="connsiteX9" fmla="*/ 948974 w 948974"/>
                <a:gd name="connsiteY9" fmla="*/ 369572 h 667449"/>
                <a:gd name="connsiteX10" fmla="*/ 939498 w 948974"/>
                <a:gd name="connsiteY10" fmla="*/ 523160 h 667449"/>
                <a:gd name="connsiteX11" fmla="*/ 901772 w 948974"/>
                <a:gd name="connsiteY11" fmla="*/ 617353 h 667449"/>
                <a:gd name="connsiteX12" fmla="*/ 806688 w 948974"/>
                <a:gd name="connsiteY12" fmla="*/ 657550 h 667449"/>
                <a:gd name="connsiteX13" fmla="*/ 474488 w 948974"/>
                <a:gd name="connsiteY13" fmla="*/ 667449 h 667449"/>
                <a:gd name="connsiteX14" fmla="*/ 151839 w 948974"/>
                <a:gd name="connsiteY14" fmla="*/ 657916 h 667449"/>
                <a:gd name="connsiteX15" fmla="*/ 47202 w 948974"/>
                <a:gd name="connsiteY15" fmla="*/ 617353 h 667449"/>
                <a:gd name="connsiteX16" fmla="*/ 9491 w 948974"/>
                <a:gd name="connsiteY16" fmla="*/ 523160 h 667449"/>
                <a:gd name="connsiteX17" fmla="*/ 0 w 948974"/>
                <a:gd name="connsiteY17" fmla="*/ 369572 h 667449"/>
                <a:gd name="connsiteX18" fmla="*/ 0 w 948974"/>
                <a:gd name="connsiteY18" fmla="*/ 297577 h 667449"/>
                <a:gd name="connsiteX19" fmla="*/ 9490 w 948974"/>
                <a:gd name="connsiteY19" fmla="*/ 143989 h 667449"/>
                <a:gd name="connsiteX20" fmla="*/ 47202 w 948974"/>
                <a:gd name="connsiteY20" fmla="*/ 49796 h 667449"/>
                <a:gd name="connsiteX21" fmla="*/ 142286 w 948974"/>
                <a:gd name="connsiteY21" fmla="*/ 9599 h 667449"/>
                <a:gd name="connsiteX22" fmla="*/ 474281 w 948974"/>
                <a:gd name="connsiteY22" fmla="*/ 0 h 667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8974" h="667449">
                  <a:moveTo>
                    <a:pt x="376473" y="190180"/>
                  </a:moveTo>
                  <a:lnTo>
                    <a:pt x="376517" y="456817"/>
                  </a:lnTo>
                  <a:lnTo>
                    <a:pt x="632890" y="323963"/>
                  </a:lnTo>
                  <a:close/>
                  <a:moveTo>
                    <a:pt x="474281" y="0"/>
                  </a:moveTo>
                  <a:lnTo>
                    <a:pt x="474693" y="0"/>
                  </a:lnTo>
                  <a:cubicBezTo>
                    <a:pt x="474693" y="0"/>
                    <a:pt x="673893" y="0"/>
                    <a:pt x="806688" y="9599"/>
                  </a:cubicBezTo>
                  <a:cubicBezTo>
                    <a:pt x="825238" y="11812"/>
                    <a:pt x="865686" y="11999"/>
                    <a:pt x="901772" y="49796"/>
                  </a:cubicBezTo>
                  <a:cubicBezTo>
                    <a:pt x="930224" y="78594"/>
                    <a:pt x="939498" y="143989"/>
                    <a:pt x="939498" y="143989"/>
                  </a:cubicBezTo>
                  <a:cubicBezTo>
                    <a:pt x="939498" y="143989"/>
                    <a:pt x="948974" y="220783"/>
                    <a:pt x="948974" y="297577"/>
                  </a:cubicBezTo>
                  <a:lnTo>
                    <a:pt x="948974" y="369572"/>
                  </a:lnTo>
                  <a:cubicBezTo>
                    <a:pt x="948974" y="446366"/>
                    <a:pt x="939498" y="523160"/>
                    <a:pt x="939498" y="523160"/>
                  </a:cubicBezTo>
                  <a:cubicBezTo>
                    <a:pt x="939498" y="523160"/>
                    <a:pt x="930224" y="588555"/>
                    <a:pt x="901772" y="617353"/>
                  </a:cubicBezTo>
                  <a:cubicBezTo>
                    <a:pt x="865687" y="655150"/>
                    <a:pt x="825238" y="655337"/>
                    <a:pt x="806688" y="657550"/>
                  </a:cubicBezTo>
                  <a:cubicBezTo>
                    <a:pt x="673893" y="667149"/>
                    <a:pt x="474488" y="667449"/>
                    <a:pt x="474488" y="667449"/>
                  </a:cubicBezTo>
                  <a:cubicBezTo>
                    <a:pt x="474488" y="667449"/>
                    <a:pt x="227759" y="665196"/>
                    <a:pt x="151839" y="657916"/>
                  </a:cubicBezTo>
                  <a:cubicBezTo>
                    <a:pt x="130719" y="653955"/>
                    <a:pt x="83301" y="655150"/>
                    <a:pt x="47202" y="617353"/>
                  </a:cubicBezTo>
                  <a:cubicBezTo>
                    <a:pt x="18749" y="588555"/>
                    <a:pt x="9491" y="523160"/>
                    <a:pt x="9491" y="523160"/>
                  </a:cubicBezTo>
                  <a:cubicBezTo>
                    <a:pt x="9491" y="523160"/>
                    <a:pt x="0" y="446366"/>
                    <a:pt x="0" y="369572"/>
                  </a:cubicBezTo>
                  <a:lnTo>
                    <a:pt x="0" y="297577"/>
                  </a:lnTo>
                  <a:cubicBezTo>
                    <a:pt x="0" y="220783"/>
                    <a:pt x="9490" y="143989"/>
                    <a:pt x="9490" y="143989"/>
                  </a:cubicBezTo>
                  <a:cubicBezTo>
                    <a:pt x="9490" y="143989"/>
                    <a:pt x="18749" y="78594"/>
                    <a:pt x="47202" y="49796"/>
                  </a:cubicBezTo>
                  <a:cubicBezTo>
                    <a:pt x="83301" y="11999"/>
                    <a:pt x="123735" y="11812"/>
                    <a:pt x="142286" y="9599"/>
                  </a:cubicBezTo>
                  <a:cubicBezTo>
                    <a:pt x="275085" y="0"/>
                    <a:pt x="474281" y="0"/>
                    <a:pt x="474281" y="0"/>
                  </a:cubicBezTo>
                  <a:close/>
                </a:path>
              </a:pathLst>
            </a:custGeom>
            <a:solidFill>
              <a:schemeClr val="bg1"/>
            </a:solidFill>
            <a:ln w="196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Oval 44">
              <a:hlinkClick r:id="rId6"/>
              <a:extLst>
                <a:ext uri="{FF2B5EF4-FFF2-40B4-BE49-F238E27FC236}">
                  <a16:creationId xmlns:a16="http://schemas.microsoft.com/office/drawing/2014/main" id="{A08C08EA-BEDD-D50E-04EB-BB6C89AC4CD6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45FB0E-905F-A9EF-8748-B0C96DC09455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88000" y="1502651"/>
            <a:ext cx="3456000" cy="110799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3600" b="0" baseline="0"/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27" name="Groupe 26"/>
          <p:cNvGrpSpPr/>
          <p:nvPr userDrawn="1"/>
        </p:nvGrpSpPr>
        <p:grpSpPr>
          <a:xfrm>
            <a:off x="2414150" y="4428000"/>
            <a:ext cx="675000" cy="675000"/>
            <a:chOff x="2414150" y="4428000"/>
            <a:chExt cx="675000" cy="675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A749DE65-19B7-81BD-D406-55281469FA3E}"/>
                </a:ext>
              </a:extLst>
            </p:cNvPr>
            <p:cNvSpPr/>
            <p:nvPr/>
          </p:nvSpPr>
          <p:spPr>
            <a:xfrm>
              <a:off x="24141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Image 4"/>
            <p:cNvPicPr>
              <a:picLocks noChangeAspect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86567" y="4599119"/>
              <a:ext cx="330166" cy="3374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278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A35CA0C-32FF-6FFD-8511-3713F4A7BA89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1726DB-1EEC-EB10-19D3-7CE5393C86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988913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8760" y="3184018"/>
            <a:ext cx="5040000" cy="307777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876242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78760" y="3603118"/>
            <a:ext cx="5040000" cy="246221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87837" y="4226051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87837" y="4516563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363837" y="4226051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363837" y="4516563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40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763325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650654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5CCF6E-B3A8-9DDE-7E91-DE15CB1B9070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EED7C8-D978-6740-5F4A-BB317C93A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61" name="Rectangle: Diagonal Corners Snipped 60">
            <a:extLst>
              <a:ext uri="{FF2B5EF4-FFF2-40B4-BE49-F238E27FC236}">
                <a16:creationId xmlns:a16="http://schemas.microsoft.com/office/drawing/2014/main" id="{DC6D96CC-1089-E06B-46FA-D8E3AB2EFB5C}"/>
              </a:ext>
            </a:extLst>
          </p:cNvPr>
          <p:cNvSpPr/>
          <p:nvPr userDrawn="1"/>
        </p:nvSpPr>
        <p:spPr>
          <a:xfrm>
            <a:off x="1802802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992E954-8E6E-B41C-B9C6-A5BEC2744EB6}"/>
              </a:ext>
            </a:extLst>
          </p:cNvPr>
          <p:cNvGrpSpPr/>
          <p:nvPr userDrawn="1"/>
        </p:nvGrpSpPr>
        <p:grpSpPr>
          <a:xfrm>
            <a:off x="2241885" y="3605998"/>
            <a:ext cx="920602" cy="74305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BFD980B2-A6E4-8222-CAC0-56F2F0672F13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7BE791A2-483B-2AA0-7280-686D3B106583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5AD1ABCE-79FF-EEA0-133C-D64877B37BA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703A49B3-7D99-2290-BF37-143FED8F2CC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D537B85A-9C2B-3034-BF3C-CF10797EC3B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CBBAC2EB-3CB2-B1C5-73A7-8AE9AEBC8F24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6892D4C8-D139-0300-9912-5060485C72F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9E8FC4DF-166B-FDBD-9306-F5FDC83F0B7F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5EC49D20-F6A5-97A5-E4F8-7E8C601C8572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E07FFE63-0D4C-EFCA-3170-CF0277D89833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F01E1545-AE5C-2174-5126-BCCFF87F8BD9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46EC0EA0-032D-71F5-F99C-FFFCDB442006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25BD62FB-CD88-182A-19F9-5949D9A9E1CC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90DE440-43B7-94E8-DBB6-D196503F393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6EE3FB26-883B-34E4-4F76-9B75A8AE93D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9E7669E2-21C6-730C-92D6-9B364B9BD49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7523A9F3-8502-A03F-59CB-F13B0CF0C8AD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41885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41885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65886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5886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241886" y="5034150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241886" y="5324662"/>
            <a:ext cx="180000" cy="180000"/>
          </a:xfrm>
          <a:prstGeom prst="rect">
            <a:avLst/>
          </a:prstGeom>
        </p:spPr>
      </p:pic>
      <p:sp>
        <p:nvSpPr>
          <p:cNvPr id="63" name="Rectangle: Diagonal Corners Snipped 62">
            <a:extLst>
              <a:ext uri="{FF2B5EF4-FFF2-40B4-BE49-F238E27FC236}">
                <a16:creationId xmlns:a16="http://schemas.microsoft.com/office/drawing/2014/main" id="{7E1B0414-7770-2283-9DB5-24C5B05AF424}"/>
              </a:ext>
            </a:extLst>
          </p:cNvPr>
          <p:cNvSpPr/>
          <p:nvPr userDrawn="1"/>
        </p:nvSpPr>
        <p:spPr>
          <a:xfrm>
            <a:off x="6299293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6AF36EF-3AE6-8334-CDED-EE6EE7760FB0}"/>
              </a:ext>
            </a:extLst>
          </p:cNvPr>
          <p:cNvGrpSpPr/>
          <p:nvPr userDrawn="1"/>
        </p:nvGrpSpPr>
        <p:grpSpPr>
          <a:xfrm>
            <a:off x="6738376" y="3605998"/>
            <a:ext cx="920602" cy="74305"/>
            <a:chOff x="696000" y="1460737"/>
            <a:chExt cx="920602" cy="112014"/>
          </a:xfrm>
        </p:grpSpPr>
        <p:sp>
          <p:nvSpPr>
            <p:cNvPr id="65" name="Parallelogram 64">
              <a:extLst>
                <a:ext uri="{FF2B5EF4-FFF2-40B4-BE49-F238E27FC236}">
                  <a16:creationId xmlns:a16="http://schemas.microsoft.com/office/drawing/2014/main" id="{DF394163-9977-873C-FFE8-7741931E6D07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6" name="Parallelogram 65">
              <a:extLst>
                <a:ext uri="{FF2B5EF4-FFF2-40B4-BE49-F238E27FC236}">
                  <a16:creationId xmlns:a16="http://schemas.microsoft.com/office/drawing/2014/main" id="{C1E1DDFE-45AE-F8A6-381B-B36837F17B6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7" name="Parallelogram 66">
              <a:extLst>
                <a:ext uri="{FF2B5EF4-FFF2-40B4-BE49-F238E27FC236}">
                  <a16:creationId xmlns:a16="http://schemas.microsoft.com/office/drawing/2014/main" id="{05D0223B-C321-A0DB-54E4-97163FF6CB2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8" name="Parallelogram 67">
              <a:extLst>
                <a:ext uri="{FF2B5EF4-FFF2-40B4-BE49-F238E27FC236}">
                  <a16:creationId xmlns:a16="http://schemas.microsoft.com/office/drawing/2014/main" id="{3F5C21E2-3827-A642-A025-2FC1157943AA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9" name="Parallelogram 68">
              <a:extLst>
                <a:ext uri="{FF2B5EF4-FFF2-40B4-BE49-F238E27FC236}">
                  <a16:creationId xmlns:a16="http://schemas.microsoft.com/office/drawing/2014/main" id="{BD5A1671-FB01-879A-BF61-7D2716B511C3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B42A2FF9-C2C9-8999-B228-424E9DE08836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1FC6EC5D-DC88-2CFD-89A3-698A75619EA3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3F4C8936-2AAE-9573-031C-870E11840F3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7A596D35-9B09-7EB6-BB56-F0A526D45FF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E7D9CE85-F1BC-5EDE-CA89-3BF5F825F8A2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4EAA8AA-6BDC-FDE6-2F3A-14EEBE8576D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58C9DC03-626F-30E2-F70D-C0419D8970C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31ED7392-E818-5ECA-A906-5DA413565E93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5179ADAF-D748-71D4-06DF-EB28FFB7B446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8A70151B-BFFE-77EC-A6B8-2D26EE6CB708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B5C99F2-F2B2-D961-B8AA-34C34E615BB2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C81D6F11-F7EC-C9E6-70BB-F838DDFE273C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82" name="Text Placeholder 148">
            <a:extLst>
              <a:ext uri="{FF2B5EF4-FFF2-40B4-BE49-F238E27FC236}">
                <a16:creationId xmlns:a16="http://schemas.microsoft.com/office/drawing/2014/main" id="{2CBFB104-57E2-7955-9345-A2F3DC48DF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38376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83" name="Text Placeholder 148">
            <a:extLst>
              <a:ext uri="{FF2B5EF4-FFF2-40B4-BE49-F238E27FC236}">
                <a16:creationId xmlns:a16="http://schemas.microsoft.com/office/drawing/2014/main" id="{FAF2BA5F-D0F1-3970-1EAF-4F685F8D25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8376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84" name="Text Placeholder 148">
            <a:extLst>
              <a:ext uri="{FF2B5EF4-FFF2-40B4-BE49-F238E27FC236}">
                <a16:creationId xmlns:a16="http://schemas.microsoft.com/office/drawing/2014/main" id="{74C07AD3-B16B-CD99-CBC3-8F9F846CB5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62377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85" name="Text Placeholder 148">
            <a:extLst>
              <a:ext uri="{FF2B5EF4-FFF2-40B4-BE49-F238E27FC236}">
                <a16:creationId xmlns:a16="http://schemas.microsoft.com/office/drawing/2014/main" id="{B9A8E74A-CEC9-3A4E-D1F1-3116526DE26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62377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7F94B3EA-AC65-E721-29D5-18E5E2AB86C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738377" y="5034150"/>
            <a:ext cx="180000" cy="180000"/>
          </a:xfrm>
          <a:prstGeom prst="rect">
            <a:avLst/>
          </a:prstGeom>
        </p:spPr>
      </p:pic>
      <p:pic>
        <p:nvPicPr>
          <p:cNvPr id="87" name="Graphic 86">
            <a:extLst>
              <a:ext uri="{FF2B5EF4-FFF2-40B4-BE49-F238E27FC236}">
                <a16:creationId xmlns:a16="http://schemas.microsoft.com/office/drawing/2014/main" id="{C047A593-96D7-9330-A35D-FEA4A5E6684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738377" y="5324662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777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69127C2F-5369-4A96-BADC-4D348F6A51AC}"/>
              </a:ext>
            </a:extLst>
          </p:cNvPr>
          <p:cNvSpPr/>
          <p:nvPr userDrawn="1"/>
        </p:nvSpPr>
        <p:spPr>
          <a:xfrm>
            <a:off x="3263900" y="1036069"/>
            <a:ext cx="5664200" cy="5055812"/>
          </a:xfrm>
          <a:prstGeom prst="snip2DiagRect">
            <a:avLst>
              <a:gd name="adj1" fmla="val 2894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rIns="360000" rtlCol="0" anchor="ctr"/>
          <a:lstStyle/>
          <a:p>
            <a:endParaRPr lang="en-US" sz="1600" b="1" dirty="0">
              <a:solidFill>
                <a:schemeClr val="tx2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45100" y="1428554"/>
            <a:ext cx="1701800" cy="3797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5BB811-09AE-D63B-5860-1E80D477493D}"/>
              </a:ext>
            </a:extLst>
          </p:cNvPr>
          <p:cNvSpPr txBox="1"/>
          <p:nvPr userDrawn="1"/>
        </p:nvSpPr>
        <p:spPr>
          <a:xfrm>
            <a:off x="4188427" y="3307146"/>
            <a:ext cx="3815147" cy="923330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6000" b="1" dirty="0">
                <a:solidFill>
                  <a:schemeClr val="tx2"/>
                </a:solidFill>
              </a:rPr>
              <a:t>Thank you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5893751"/>
            <a:ext cx="920602" cy="74305"/>
            <a:chOff x="5635699" y="5931141"/>
            <a:chExt cx="920602" cy="74305"/>
          </a:xfrm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4B62BD2B-3327-8166-9570-43943810B1F1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52613AB-A8E0-71B5-3B88-4DF49B90E7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7" name="Rectangle: Rounded Corners 6">
            <a:hlinkClick r:id="rId5"/>
            <a:extLst>
              <a:ext uri="{FF2B5EF4-FFF2-40B4-BE49-F238E27FC236}">
                <a16:creationId xmlns:a16="http://schemas.microsoft.com/office/drawing/2014/main" id="{B563A139-4A6D-394B-7BA5-454CEB56E049}"/>
              </a:ext>
            </a:extLst>
          </p:cNvPr>
          <p:cNvSpPr/>
          <p:nvPr userDrawn="1"/>
        </p:nvSpPr>
        <p:spPr>
          <a:xfrm>
            <a:off x="4368000" y="5544951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</p:spTree>
    <p:extLst>
      <p:ext uri="{BB962C8B-B14F-4D97-AF65-F5344CB8AC3E}">
        <p14:creationId xmlns:p14="http://schemas.microsoft.com/office/powerpoint/2010/main" val="2571433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279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78E7FB-E7AF-41AD-8E1D-E564C38CE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000" y="360000"/>
            <a:ext cx="11016000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8240A-ACF9-41DF-8044-EFE58948F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000" y="1064645"/>
            <a:ext cx="11016000" cy="45400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18182-DBA0-4294-B9A7-5592074F8DF4}"/>
              </a:ext>
            </a:extLst>
          </p:cNvPr>
          <p:cNvSpPr/>
          <p:nvPr userDrawn="1"/>
        </p:nvSpPr>
        <p:spPr>
          <a:xfrm>
            <a:off x="0" y="6102000"/>
            <a:ext cx="12192000" cy="7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E298DD-28E2-4F1F-A4F0-407D8199D6F6}"/>
              </a:ext>
            </a:extLst>
          </p:cNvPr>
          <p:cNvSpPr/>
          <p:nvPr userDrawn="1"/>
        </p:nvSpPr>
        <p:spPr>
          <a:xfrm>
            <a:off x="11328000" y="6102000"/>
            <a:ext cx="864000" cy="75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113D8-C34F-41E7-96C1-C52F3FA807A7}"/>
              </a:ext>
            </a:extLst>
          </p:cNvPr>
          <p:cNvSpPr/>
          <p:nvPr userDrawn="1"/>
        </p:nvSpPr>
        <p:spPr>
          <a:xfrm>
            <a:off x="11328000" y="6822000"/>
            <a:ext cx="864000" cy="36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FF1D181-9371-4409-B9F4-B17B0E367D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9118" y="6359505"/>
            <a:ext cx="1080000" cy="24099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12AA835-16DB-4E38-A108-8114A18BB2A4}"/>
              </a:ext>
            </a:extLst>
          </p:cNvPr>
          <p:cNvSpPr/>
          <p:nvPr userDrawn="1"/>
        </p:nvSpPr>
        <p:spPr>
          <a:xfrm>
            <a:off x="0" y="6102000"/>
            <a:ext cx="12192000" cy="10800"/>
          </a:xfrm>
          <a:prstGeom prst="rect">
            <a:avLst/>
          </a:prstGeom>
          <a:solidFill>
            <a:srgbClr val="00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ClassificationBox">
            <a:extLst>
              <a:ext uri="{FF2B5EF4-FFF2-40B4-BE49-F238E27FC236}">
                <a16:creationId xmlns:a16="http://schemas.microsoft.com/office/drawing/2014/main" id="{ED83292F-AC8A-143B-9890-6915DA5A9A3C}"/>
              </a:ext>
            </a:extLst>
          </p:cNvPr>
          <p:cNvSpPr/>
          <p:nvPr userDrawn="1"/>
        </p:nvSpPr>
        <p:spPr>
          <a:xfrm>
            <a:off x="11550499" y="6420071"/>
            <a:ext cx="419002" cy="180425"/>
          </a:xfrm>
          <a:prstGeom prst="rect">
            <a:avLst/>
          </a:prstGeom>
          <a:noFill/>
          <a:ln w="9525">
            <a:solidFill>
              <a:srgbClr val="E5E5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36000" rIns="90000" bIns="3600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700" b="1" dirty="0">
                <a:solidFill>
                  <a:schemeClr val="bg2"/>
                </a:solidFill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1793245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14000"/>
        </a:lnSpc>
        <a:spcBef>
          <a:spcPts val="1600"/>
        </a:spcBef>
        <a:buClrTx/>
        <a:buFontTx/>
        <a:buBlip>
          <a:blip r:embed="rId22"/>
        </a:buBlip>
        <a:defRPr sz="1800" b="1" kern="1200">
          <a:solidFill>
            <a:schemeClr val="bg2"/>
          </a:solidFill>
          <a:latin typeface="+mn-lt"/>
          <a:ea typeface="+mn-ea"/>
          <a:cs typeface="+mn-cs"/>
        </a:defRPr>
      </a:lvl1pPr>
      <a:lvl2pPr marL="216000" indent="-216000" algn="l" defTabSz="914400" rtl="0" eaLnBrk="1" latinLnBrk="0" hangingPunct="1">
        <a:lnSpc>
          <a:spcPct val="114000"/>
        </a:lnSpc>
        <a:spcBef>
          <a:spcPts val="600"/>
        </a:spcBef>
        <a:buClr>
          <a:schemeClr val="accent3"/>
        </a:buClr>
        <a:buFont typeface="Wingdings 3" panose="05040102010807070707" pitchFamily="18" charset="2"/>
        <a:buChar char="ê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4000"/>
        </a:lnSpc>
        <a:spcBef>
          <a:spcPts val="600"/>
        </a:spcBef>
        <a:buFont typeface="Century Gothic" panose="020B0502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44000" algn="l" defTabSz="914400" rtl="0" eaLnBrk="1" latinLnBrk="0" hangingPunct="1">
        <a:lnSpc>
          <a:spcPct val="114000"/>
        </a:lnSpc>
        <a:spcBef>
          <a:spcPts val="300"/>
        </a:spcBef>
        <a:buClr>
          <a:schemeClr val="accent3"/>
        </a:buClr>
        <a:buFont typeface="Arial" panose="020B0604020202020204" pitchFamily="34" charset="0"/>
        <a:buChar char="›"/>
        <a:defRPr sz="1100" kern="1200">
          <a:solidFill>
            <a:schemeClr val="accent3"/>
          </a:solidFill>
          <a:latin typeface="+mn-lt"/>
          <a:ea typeface="+mn-ea"/>
          <a:cs typeface="+mn-cs"/>
        </a:defRPr>
      </a:lvl4pPr>
      <a:lvl5pPr marL="936000" indent="-108000" algn="l" defTabSz="914400" rtl="0" eaLnBrk="1" latinLnBrk="0" hangingPunct="1">
        <a:lnSpc>
          <a:spcPct val="114000"/>
        </a:lnSpc>
        <a:spcBef>
          <a:spcPts val="300"/>
        </a:spcBef>
        <a:buFont typeface="Wingdings 3" panose="05040102010807070707" pitchFamily="18" charset="2"/>
        <a:buChar char=""/>
        <a:defRPr sz="10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vd.nist.gov/vuln/search#/nvd/home?resultType=records" TargetMode="External"/><Relationship Id="rId2" Type="http://schemas.openxmlformats.org/officeDocument/2006/relationships/hyperlink" Target="https://owasp.org/Top10/2025/A05_2025-Injection/" TargetMode="Externa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perva.com/learn/application-security/xxe-xml-external-entity/" TargetMode="External"/><Relationship Id="rId2" Type="http://schemas.openxmlformats.org/officeDocument/2006/relationships/hyperlink" Target="https://en.wikipedia.org/wiki/XFA" TargetMode="Externa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swigger.net/web-security/ssrf" TargetMode="External"/><Relationship Id="rId2" Type="http://schemas.openxmlformats.org/officeDocument/2006/relationships/hyperlink" Target="https://portswigger.net/web-security/xxe" TargetMode="Externa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248EE-9276-F13B-C146-B824E7405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2939253"/>
            <a:ext cx="3815273" cy="1107996"/>
          </a:xfrm>
        </p:spPr>
        <p:txBody>
          <a:bodyPr/>
          <a:lstStyle/>
          <a:p>
            <a:r>
              <a:rPr lang="en-US" dirty="0"/>
              <a:t>Devil is in the Payloads.</a:t>
            </a:r>
            <a:endParaRPr lang="fr-F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93C62D-952C-3866-AA5A-CA17B8DBDB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79500" y="4628182"/>
            <a:ext cx="3815273" cy="918778"/>
          </a:xfrm>
        </p:spPr>
        <p:txBody>
          <a:bodyPr/>
          <a:lstStyle/>
          <a:p>
            <a:r>
              <a:rPr lang="en-US" dirty="0"/>
              <a:t>The grueling journey of implementing a file upload feature</a:t>
            </a:r>
          </a:p>
        </p:txBody>
      </p:sp>
    </p:spTree>
    <p:extLst>
      <p:ext uri="{BB962C8B-B14F-4D97-AF65-F5344CB8AC3E}">
        <p14:creationId xmlns:p14="http://schemas.microsoft.com/office/powerpoint/2010/main" val="3134628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540025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Most of the modern web-based application provide a feature to allow a user to send a file.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Such feature is called "</a:t>
            </a:r>
            <a:r>
              <a:rPr lang="en-US" sz="2800" b="0" dirty="0">
                <a:latin typeface="Consolas" panose="020B0609020204030204" pitchFamily="49" charset="0"/>
              </a:rPr>
              <a:t>file upload</a:t>
            </a:r>
            <a:r>
              <a:rPr lang="en-US" sz="2800" b="0" dirty="0">
                <a:solidFill>
                  <a:schemeClr val="tx2"/>
                </a:solidFill>
              </a:rPr>
              <a:t>".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It is very common that PDF format was accepted for the file.</a:t>
            </a:r>
          </a:p>
        </p:txBody>
      </p:sp>
    </p:spTree>
    <p:extLst>
      <p:ext uri="{BB962C8B-B14F-4D97-AF65-F5344CB8AC3E}">
        <p14:creationId xmlns:p14="http://schemas.microsoft.com/office/powerpoint/2010/main" val="2121745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6E9E5-B1FA-1BAA-A72E-867E69E0C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41D0F-4E65-EE8F-6EC1-60C60CADE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39683C-541A-B4BA-B911-E5EC3EABE4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Been able to provide malicious information to an application is an important source of security vulnerabilities (</a:t>
            </a:r>
            <a:r>
              <a:rPr lang="en-US" sz="2800" b="0" dirty="0">
                <a:solidFill>
                  <a:schemeClr val="tx2"/>
                </a:solidFill>
                <a:hlinkClick r:id="rId2"/>
              </a:rPr>
              <a:t>source</a:t>
            </a:r>
            <a:r>
              <a:rPr lang="en-US" sz="2800" b="0" dirty="0">
                <a:solidFill>
                  <a:schemeClr val="tx2"/>
                </a:solidFill>
              </a:rPr>
              <a:t>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In 2025, 50 security vulnerabilities affecting a "file upload" feature were identified (</a:t>
            </a:r>
            <a:r>
              <a:rPr lang="en-US" sz="2800" b="0" dirty="0">
                <a:solidFill>
                  <a:schemeClr val="tx2"/>
                </a:solidFill>
                <a:hlinkClick r:id="rId3"/>
              </a:rPr>
              <a:t>source</a:t>
            </a:r>
            <a:r>
              <a:rPr lang="en-US" sz="2800" b="0" dirty="0">
                <a:solidFill>
                  <a:schemeClr val="tx2"/>
                </a:solidFill>
              </a:rPr>
              <a:t>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Across all security assessment I performed in 2025, almost all of “file upload” feature evaluated were accepting malicious files.</a:t>
            </a:r>
          </a:p>
          <a:p>
            <a:endParaRPr lang="en-US" sz="28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0977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71A1E-95EE-973E-B522-F5AA5AEFF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0CAB36-7800-3785-6EB6-597BA8E3E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9B0CA82-1172-E064-A39F-91CE0E6141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Some popular statement I often hear: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PDF is a safe format!</a:t>
            </a:r>
          </a:p>
          <a:p>
            <a:pPr lvl="1"/>
            <a:r>
              <a:rPr lang="en-US" sz="2400" dirty="0"/>
              <a:t>A</a:t>
            </a:r>
            <a:r>
              <a:rPr lang="en-US" sz="2400" b="0" dirty="0">
                <a:solidFill>
                  <a:schemeClr val="tx2"/>
                </a:solidFill>
              </a:rPr>
              <a:t> "file upload" is simple to implement!</a:t>
            </a:r>
          </a:p>
          <a:p>
            <a:pPr lvl="1"/>
            <a:endParaRPr lang="en-US" sz="2400" dirty="0"/>
          </a:p>
          <a:p>
            <a:r>
              <a:rPr lang="en-US" sz="2800" b="0" dirty="0">
                <a:solidFill>
                  <a:schemeClr val="tx2"/>
                </a:solidFill>
              </a:rPr>
              <a:t> Let's deep dive and explore together “</a:t>
            </a:r>
            <a:r>
              <a:rPr lang="en-US" sz="2800" b="0" dirty="0">
                <a:solidFill>
                  <a:schemeClr val="accent5"/>
                </a:solidFill>
              </a:rPr>
              <a:t>The Devil is in the Payloads</a:t>
            </a:r>
            <a:r>
              <a:rPr lang="en-US" sz="2800" b="0" dirty="0">
                <a:solidFill>
                  <a:schemeClr val="tx2"/>
                </a:solidFill>
              </a:rPr>
              <a:t>” concept through a little story inspired by real events that I experienced...</a:t>
            </a:r>
          </a:p>
        </p:txBody>
      </p:sp>
    </p:spTree>
    <p:extLst>
      <p:ext uri="{BB962C8B-B14F-4D97-AF65-F5344CB8AC3E}">
        <p14:creationId xmlns:p14="http://schemas.microsoft.com/office/powerpoint/2010/main" val="2617813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203A-3A6E-607B-5539-1AC36ACA9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A5A9F8-D7B1-CFB1-B8C0-57440D5A1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541EE2-30B3-B306-B7D8-3F0B5DDEBC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Our story take place in a company, precisely in the development team (called </a:t>
            </a:r>
            <a:r>
              <a:rPr lang="en-US" sz="2800" dirty="0">
                <a:solidFill>
                  <a:schemeClr val="tx2"/>
                </a:solidFill>
              </a:rPr>
              <a:t>team</a:t>
            </a:r>
            <a:r>
              <a:rPr lang="en-US" sz="2800" b="0" dirty="0">
                <a:solidFill>
                  <a:schemeClr val="tx2"/>
                </a:solidFill>
              </a:rPr>
              <a:t> from here) in charge of the complete management of the client portal.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company wanted to offer the possibility to their </a:t>
            </a:r>
            <a:r>
              <a:rPr lang="en-US" sz="2800" b="0" dirty="0">
                <a:solidFill>
                  <a:schemeClr val="accent5"/>
                </a:solidFill>
              </a:rPr>
              <a:t>client to attach files alongside their private chat</a:t>
            </a:r>
            <a:r>
              <a:rPr lang="en-US" sz="2800" b="0" dirty="0">
                <a:solidFill>
                  <a:schemeClr val="tx2"/>
                </a:solidFill>
              </a:rPr>
              <a:t> with their advisors.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team was using an agile methodology for the implementation of features.</a:t>
            </a:r>
          </a:p>
        </p:txBody>
      </p:sp>
    </p:spTree>
    <p:extLst>
      <p:ext uri="{BB962C8B-B14F-4D97-AF65-F5344CB8AC3E}">
        <p14:creationId xmlns:p14="http://schemas.microsoft.com/office/powerpoint/2010/main" val="3084432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0EAFC-0AEA-19F4-20A7-1336616E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4592FB-20DA-7B7E-2963-1F994212B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A3B382-E549-6472-3A22-5EDE38691E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team received the following minimal User Story to implement the file upload feature: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team decided to implement a REST web service that the front end (</a:t>
            </a:r>
            <a:r>
              <a:rPr lang="en-US" sz="2800" b="0" i="1" dirty="0">
                <a:solidFill>
                  <a:schemeClr val="tx2"/>
                </a:solidFill>
              </a:rPr>
              <a:t>single page application</a:t>
            </a:r>
            <a:r>
              <a:rPr lang="en-US" sz="2800" b="0" dirty="0">
                <a:solidFill>
                  <a:schemeClr val="tx2"/>
                </a:solidFill>
              </a:rPr>
              <a:t>) will use to upload a file.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CBD58-90D4-73F6-8ADC-0CFA2AA3E41A}"/>
              </a:ext>
            </a:extLst>
          </p:cNvPr>
          <p:cNvSpPr txBox="1"/>
          <p:nvPr/>
        </p:nvSpPr>
        <p:spPr>
          <a:xfrm>
            <a:off x="587999" y="2567225"/>
            <a:ext cx="11419971" cy="17235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b="1" dirty="0">
                <a:latin typeface="Consolas" panose="020B0609020204030204" pitchFamily="49" charset="0"/>
              </a:rPr>
              <a:t>User Story:</a:t>
            </a:r>
          </a:p>
          <a:p>
            <a:pPr algn="l"/>
            <a:r>
              <a:rPr lang="en-US" sz="1600" dirty="0">
                <a:latin typeface="Consolas" panose="020B0609020204030204" pitchFamily="49" charset="0"/>
              </a:rPr>
              <a:t>As a user, I want to upload a PDF file in the chat so that I can share documents with my advisors.</a:t>
            </a:r>
          </a:p>
          <a:p>
            <a:pPr algn="l"/>
            <a:endParaRPr lang="en-US" sz="1600" dirty="0">
              <a:latin typeface="Consolas" panose="020B0609020204030204" pitchFamily="49" charset="0"/>
            </a:endParaRPr>
          </a:p>
          <a:p>
            <a:pPr algn="l"/>
            <a:r>
              <a:rPr lang="en-US" sz="1600" b="1" dirty="0">
                <a:latin typeface="Consolas" panose="020B0609020204030204" pitchFamily="49" charset="0"/>
              </a:rPr>
              <a:t>Acceptance Criteria: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The system successfully transfers the file from the user interface to the storage server.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Only PDF files are allowed.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File size is limited to 10 MB.</a:t>
            </a:r>
            <a:endParaRPr lang="fr-FR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157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89B9-E9DF-4D69-EAA5-1E643CAB8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348616-5B74-14DC-9C90-4B9F7507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854D427-D7FC-33E3-A100-64B6FC0139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Your servitor was integrated to the team to validate the security posture of the REST web service (called “upload service” from here).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working process defined with the team was the following:</a:t>
            </a:r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32050DC-4707-B6F1-973D-2016AFF7BF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1667" y="3994030"/>
            <a:ext cx="1250510" cy="1777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804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C3AC-3B2C-D8C8-6CBF-AE17BD2F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112956B-2F40-599E-049A-D4A8C3513D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50"/>
          <a:stretch>
            <a:fillRect/>
          </a:stretch>
        </p:blipFill>
        <p:spPr>
          <a:xfrm>
            <a:off x="3540643" y="52190"/>
            <a:ext cx="4657060" cy="601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590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547A-2FE8-E5B8-D39A-21EB5D80D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01858E-4AE4-5455-A79C-229865D15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🥵 My challenge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7A6585-062B-EC32-2F44-7A3C47246A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7450214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Your servitor has a lifespan represented by </a:t>
            </a:r>
            <a:r>
              <a:rPr lang="en-US" sz="2800" b="0" dirty="0">
                <a:solidFill>
                  <a:schemeClr val="accent5"/>
                </a:solidFill>
              </a:rPr>
              <a:t>the level of exasperation of the team</a:t>
            </a:r>
            <a:r>
              <a:rPr lang="en-US" sz="2800" b="0" dirty="0">
                <a:solidFill>
                  <a:schemeClr val="tx2"/>
                </a:solidFill>
              </a:rPr>
              <a:t> caused by my feedback.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If it reach </a:t>
            </a:r>
            <a:r>
              <a:rPr lang="en-US" sz="2800" b="0" dirty="0">
                <a:solidFill>
                  <a:srgbClr val="C00000"/>
                </a:solidFill>
              </a:rPr>
              <a:t>100%</a:t>
            </a:r>
            <a:r>
              <a:rPr lang="en-US" sz="2800" b="0" dirty="0">
                <a:solidFill>
                  <a:schemeClr val="tx2"/>
                </a:solidFill>
              </a:rPr>
              <a:t>, the team warned me that </a:t>
            </a:r>
            <a:r>
              <a:rPr lang="en-US" sz="2800" b="0" dirty="0">
                <a:solidFill>
                  <a:srgbClr val="C00000"/>
                </a:solidFill>
              </a:rPr>
              <a:t>they're going to throw me out the window</a:t>
            </a:r>
            <a:r>
              <a:rPr lang="en-US" sz="2800" b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5" name="Picture 4" descr="A comic strip of a person and person talking to a person&#10;&#10;AI-generated content may be incorrect.">
            <a:extLst>
              <a:ext uri="{FF2B5EF4-FFF2-40B4-BE49-F238E27FC236}">
                <a16:creationId xmlns:a16="http://schemas.microsoft.com/office/drawing/2014/main" id="{59A3C147-F111-C90C-3E05-6E41BF0EB6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930" y="603925"/>
            <a:ext cx="4193040" cy="544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45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448A1-731A-91FE-E7B5-2FEF351D5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57D9B5-4296-FD66-6454-201612494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Setup for the tests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89D633C-3E2D-C620-330F-995671BAA0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utility script, to serve as “upload client”, was created to facilitate testing using different type of malicious </a:t>
            </a:r>
            <a:r>
              <a:rPr lang="en-US" sz="2800" b="0">
                <a:solidFill>
                  <a:schemeClr val="tx2"/>
                </a:solidFill>
              </a:rPr>
              <a:t>PDF file:</a:t>
            </a: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5D51B7-6C8B-DF60-8292-37CF7D79B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599" y="1920549"/>
            <a:ext cx="8068801" cy="414395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46162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6FFC1-FE2F-6CD6-EA62-E769DBBDB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45A4E6-506C-8A54-282B-B9A27DF9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A2D3DAB-E05A-AC9C-4BBB-4A581D9BF3D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first test was performed with a Windows binary file renamed as a pdf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The goal was to test is the service ensure that the provided file is a valid PDF file: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535224-3613-CF14-2DE1-50957EDA54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427" y="2381659"/>
            <a:ext cx="11025116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EA6B6B-ADE2-DDA5-F518-5F11F0C59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186" y="4802226"/>
            <a:ext cx="9223627" cy="7443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09545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BB043-FCDD-8E77-8DD7-910EF2C44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8B1937-E229-DAB6-0930-B3E44E392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029DA1-9BCD-3EBD-0C74-543E48734A9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is valid PDF by try loading it via a PDF parser.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BD515D-220C-665B-DCFE-5BDD41EA4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702" y="4251883"/>
            <a:ext cx="9262596" cy="67099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2C893A-AE8C-38CF-319B-BB6D877250C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16%</a:t>
            </a:r>
          </a:p>
        </p:txBody>
      </p:sp>
    </p:spTree>
    <p:extLst>
      <p:ext uri="{BB962C8B-B14F-4D97-AF65-F5344CB8AC3E}">
        <p14:creationId xmlns:p14="http://schemas.microsoft.com/office/powerpoint/2010/main" val="39613517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365A8-FB91-8218-737D-7E75815AA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D5DB75B-6770-31DB-523A-9A3D7DBF1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41381EB-99BC-524D-D960-85D1ABC4DC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second test was performed with a valid PDF file containing a JavaScript code triggered when the file is opened: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B80029-5A50-92BD-D91B-7B26F946AA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6103" y="2001809"/>
            <a:ext cx="6964977" cy="392453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99632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6E62F-D9BE-06EF-9EF1-AF13C9CF7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2FADC8-4494-0183-9CC5-4A0F2526C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C7D0AE3-4D9F-D903-11DB-723CC3B837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JavaScript code that can trigger actions on behalf of the user</a:t>
            </a:r>
            <a:r>
              <a:rPr lang="en-US" sz="2800" b="0" dirty="0">
                <a:solidFill>
                  <a:schemeClr val="accent5"/>
                </a:solidFill>
              </a:rPr>
              <a:t> </a:t>
            </a:r>
            <a:r>
              <a:rPr lang="en-US" sz="2800" b="0" dirty="0">
                <a:solidFill>
                  <a:schemeClr val="tx2"/>
                </a:solidFill>
              </a:rPr>
              <a:t>when he open the file: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7C562B-8E3E-0BB5-2C7F-AB3C29B44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538" y="2978498"/>
            <a:ext cx="9964923" cy="94666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1927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AEBC2-9AC3-4712-6B5E-BD025C425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F11321-5C53-C769-25FD-3C480E97D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n°2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97DF473-2026-6250-AA6D-4604CACF612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JavaScript code.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720CE7-DA57-E954-96B6-C6C46BD85D34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</a:t>
            </a:r>
            <a:r>
              <a:rPr lang="en-US" sz="1600" dirty="0">
                <a:solidFill>
                  <a:schemeClr val="accent3"/>
                </a:solidFill>
              </a:rPr>
              <a:t>32</a:t>
            </a:r>
            <a:r>
              <a:rPr lang="en-US" sz="1600" noProof="0" dirty="0">
                <a:solidFill>
                  <a:schemeClr val="accent3"/>
                </a:solidFill>
              </a:rPr>
              <a:t>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D93A08-AC91-1552-0522-6366FEE89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3321" y="4318998"/>
            <a:ext cx="8749328" cy="76336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07305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85331-1CE8-342D-C354-3CE44C288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3A0447-9D5C-7901-90EC-9DCA1B8EE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353607-3A14-0643-DFFA-C974C4DCCC0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third test was performed with a valid PDF file containing an attached malicious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6B5590-4ED1-AC27-53F1-E62264BECC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0319" y="1945758"/>
            <a:ext cx="8893976" cy="45522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4065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5AE30-FC26-0A47-77B2-F81AA5ACC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F313D3-9682-06E4-65D5-8FFB9CA90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8F0DFF-4B1E-61BD-3A0C-17B1828785F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dangerous attachment.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Such attachment file can be opened and executed by the user using instruction into the PDF indented to trick him (phishing approach).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5FA4F2-50B1-AA80-BC0E-12B86ECF7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81" y="4584812"/>
            <a:ext cx="9528237" cy="8271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5954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F61FD-6440-F6E0-41D0-EFD18D41A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6E27314-9212-A847-3ABE-683FE301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n°3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A37EFEA-EF0C-F5AE-34D8-5C9A939C78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attachments files.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58CC15-0C5B-B386-40D7-1FC6D70E2110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3"/>
                </a:solidFill>
              </a:rPr>
              <a:t>🤬 Level of exasperation: 48%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4CFFA8-1969-CA7F-940D-965CDD058C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79" y="4437063"/>
            <a:ext cx="8530412" cy="77289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37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2EBE0-4042-E45E-6CF2-04CE03817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4B7364-6C98-7044-CEB2-5328BCDFD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DBACDBD-B750-A641-A360-8510B71B52F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fourth test was performed with a valid PDF file containing an </a:t>
            </a:r>
            <a:r>
              <a:rPr lang="en-US" sz="2800" b="0" dirty="0">
                <a:solidFill>
                  <a:schemeClr val="tx2"/>
                </a:solidFill>
                <a:hlinkClick r:id="rId2"/>
              </a:rPr>
              <a:t>XML Forms Architecture</a:t>
            </a:r>
            <a:r>
              <a:rPr lang="en-US" sz="2800" b="0" dirty="0">
                <a:solidFill>
                  <a:schemeClr val="tx2"/>
                </a:solidFill>
              </a:rPr>
              <a:t> (XFA) form with an </a:t>
            </a:r>
            <a:r>
              <a:rPr lang="en-US" sz="2800" b="0" dirty="0">
                <a:solidFill>
                  <a:schemeClr val="tx2"/>
                </a:solidFill>
                <a:hlinkClick r:id="rId3"/>
              </a:rPr>
              <a:t>XML External Entity </a:t>
            </a:r>
            <a:r>
              <a:rPr lang="en-US" sz="2800" b="0" dirty="0">
                <a:solidFill>
                  <a:schemeClr val="tx2"/>
                </a:solidFill>
              </a:rPr>
              <a:t>reference to an external domain: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C333E4-EAB2-386F-0AA9-7808BDB89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29" y="2423619"/>
            <a:ext cx="5162139" cy="643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Arrow: Bent-Up 8">
            <a:extLst>
              <a:ext uri="{FF2B5EF4-FFF2-40B4-BE49-F238E27FC236}">
                <a16:creationId xmlns:a16="http://schemas.microsoft.com/office/drawing/2014/main" id="{43CC8CFB-4C99-259F-A2E1-C1966F2A9256}"/>
              </a:ext>
            </a:extLst>
          </p:cNvPr>
          <p:cNvSpPr/>
          <p:nvPr/>
        </p:nvSpPr>
        <p:spPr>
          <a:xfrm rot="5400000">
            <a:off x="21897" y="3450221"/>
            <a:ext cx="1669312" cy="903767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FDD82F-A001-EF7F-B4A6-AC95A767E4F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7701"/>
          <a:stretch>
            <a:fillRect/>
          </a:stretch>
        </p:blipFill>
        <p:spPr>
          <a:xfrm>
            <a:off x="1308437" y="3540642"/>
            <a:ext cx="10787676" cy="253456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A1481E2-E225-CB1E-5FC0-20D0387972C4}"/>
              </a:ext>
            </a:extLst>
          </p:cNvPr>
          <p:cNvSpPr/>
          <p:nvPr/>
        </p:nvSpPr>
        <p:spPr>
          <a:xfrm>
            <a:off x="1850064" y="4263656"/>
            <a:ext cx="10157906" cy="871870"/>
          </a:xfrm>
          <a:prstGeom prst="rect">
            <a:avLst/>
          </a:prstGeom>
          <a:noFill/>
          <a:ln w="317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586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A8FBD-E92C-5064-74C3-DAF03EAFC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157380-E6C6-BFA4-9C04-458C2CBB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891132A-A1FF-9CE4-2144-AF041DB3EBB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library used to parse the PDF file is not prone to the following vulnerabilities:</a:t>
            </a:r>
          </a:p>
          <a:p>
            <a:pPr lvl="1"/>
            <a:r>
              <a:rPr lang="fr-FR" sz="2400" b="0" dirty="0">
                <a:solidFill>
                  <a:schemeClr val="tx2"/>
                </a:solidFill>
                <a:hlinkClick r:id="rId2"/>
              </a:rPr>
              <a:t>XML </a:t>
            </a:r>
            <a:r>
              <a:rPr lang="fr-FR" sz="2400" b="0" dirty="0" err="1">
                <a:solidFill>
                  <a:schemeClr val="tx2"/>
                </a:solidFill>
                <a:hlinkClick r:id="rId2"/>
              </a:rPr>
              <a:t>External</a:t>
            </a:r>
            <a:r>
              <a:rPr lang="fr-FR" sz="2400" b="0" dirty="0">
                <a:solidFill>
                  <a:schemeClr val="tx2"/>
                </a:solidFill>
                <a:hlinkClick r:id="rId2"/>
              </a:rPr>
              <a:t> </a:t>
            </a:r>
            <a:r>
              <a:rPr lang="fr-FR" sz="2400" b="0" dirty="0" err="1">
                <a:solidFill>
                  <a:schemeClr val="tx2"/>
                </a:solidFill>
                <a:hlinkClick r:id="rId2"/>
              </a:rPr>
              <a:t>Entity</a:t>
            </a:r>
            <a:r>
              <a:rPr lang="fr-FR" sz="2400" b="0" dirty="0">
                <a:solidFill>
                  <a:schemeClr val="tx2"/>
                </a:solidFill>
                <a:hlinkClick r:id="rId2"/>
              </a:rPr>
              <a:t> injection</a:t>
            </a:r>
            <a:r>
              <a:rPr lang="fr-FR" sz="2400" b="0" dirty="0">
                <a:solidFill>
                  <a:schemeClr val="tx2"/>
                </a:solidFill>
              </a:rPr>
              <a:t> (XXE)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  <a:hlinkClick r:id="rId3"/>
              </a:rPr>
              <a:t>Server-Side Request Forgery</a:t>
            </a:r>
            <a:r>
              <a:rPr lang="en-US" sz="2400" b="0" dirty="0">
                <a:solidFill>
                  <a:schemeClr val="tx2"/>
                </a:solidFill>
              </a:rPr>
              <a:t> (SSRF)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Such vulnerabilities can lead to abuse like the following:</a:t>
            </a:r>
          </a:p>
          <a:p>
            <a:pPr lvl="1"/>
            <a:r>
              <a:rPr lang="en-US" sz="2400" dirty="0"/>
              <a:t>Read local files on the host on which the service is deployed.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Instruct the </a:t>
            </a:r>
            <a:r>
              <a:rPr lang="en-US" sz="2400" dirty="0"/>
              <a:t>host, on which the service is deployed, to perform network requests.</a:t>
            </a:r>
          </a:p>
          <a:p>
            <a:pPr lvl="1"/>
            <a:r>
              <a:rPr lang="en-US" sz="2400" dirty="0"/>
              <a:t>…</a:t>
            </a:r>
            <a:endParaRPr lang="en-US" sz="24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2727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38041-9C83-A9E6-17DD-B91D2E74A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724C6E-524B-07A1-0402-CF686FCF8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8E8772-F4E3-6F5A-F5C5-E01FF1881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00" y="1185530"/>
            <a:ext cx="11276782" cy="44869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8721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97D6B8-478B-2D1F-3EA0-754B136AC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5112D2-667A-5ACA-2D54-8841534A1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n°4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8F0DB80-3BA9-573F-68E4-4730BBA07D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do not contains any XFA forms.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A1192D-9FD8-26B8-E303-C1AD3B37DEE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chemeClr val="accent5"/>
                </a:solidFill>
              </a:rPr>
              <a:t>🤬 Level of exasperation: 64%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913B38-1455-23B0-9894-4B7225F12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851" y="4269493"/>
            <a:ext cx="7960584" cy="65338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6403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B217-8DF4-64B1-EDD1-42A022C46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3B0007-69E6-BDDF-D1A7-F14E86700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8B57A3-956B-6E65-1863-5D3E5605B7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fifth test was performed with a valid PDF file containing a link to a malicious file: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FD8A7-ED6E-CB26-E0EE-5F2A6543B2BE}"/>
              </a:ext>
            </a:extLst>
          </p:cNvPr>
          <p:cNvSpPr txBox="1"/>
          <p:nvPr/>
        </p:nvSpPr>
        <p:spPr>
          <a:xfrm>
            <a:off x="244549" y="5847907"/>
            <a:ext cx="103029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dirty="0">
                <a:latin typeface="Consolas" panose="020B0609020204030204" pitchFamily="49" charset="0"/>
              </a:rPr>
              <a:t>hxxps://github.com/AlessandroZ/LaZagne/releases/download/2.4.3/lazagne.exe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ECDF1AA-B65E-A525-23B4-1B6370788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147" y="1588140"/>
            <a:ext cx="7872177" cy="401178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2" name="Arrow: Bent-Up 11">
            <a:extLst>
              <a:ext uri="{FF2B5EF4-FFF2-40B4-BE49-F238E27FC236}">
                <a16:creationId xmlns:a16="http://schemas.microsoft.com/office/drawing/2014/main" id="{0364D1ED-1FFF-D3D7-3378-10C1EA44D21F}"/>
              </a:ext>
            </a:extLst>
          </p:cNvPr>
          <p:cNvSpPr/>
          <p:nvPr/>
        </p:nvSpPr>
        <p:spPr>
          <a:xfrm rot="10800000">
            <a:off x="5316278" y="5179164"/>
            <a:ext cx="1056167" cy="668742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5439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9E3A-DBAC-ED27-E37D-00F2C2AC6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300DE6-754B-0978-BC1C-9A5D3C608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76507D-8D55-F03F-60D5-6EA1D309D2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5626"/>
          <a:stretch>
            <a:fillRect/>
          </a:stretch>
        </p:blipFill>
        <p:spPr>
          <a:xfrm>
            <a:off x="1135939" y="2448798"/>
            <a:ext cx="10510449" cy="319077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029D462-864D-D455-3E8C-2BC29723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116" y="945294"/>
            <a:ext cx="8162096" cy="128754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02947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130AE-B1B4-DDD4-96EC-80A1BA7D0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8E3CF9-CB24-1DB0-A3CE-9DBCDE18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24CFBE-895C-529D-962F-48F3B3F99C9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link to dangerous content.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Such link can used, in addition to instruction into the PDF, to trick the user to click on the link and then download/execute the referenced malicious program (phishing approach).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E7A59E-620D-AB2E-0ABE-776E5686C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525" y="5033365"/>
            <a:ext cx="9398949" cy="84731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976810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BB301-497D-CCB0-26BB-78AA2C28E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F14790-074C-95E2-C4EF-910EA1CD2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n°5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E28F0C4-9907-93B2-D5DA-46FB3B31BF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Ensure that the provided file contains only links to allowed domains and content.</a:t>
            </a:r>
          </a:p>
          <a:p>
            <a:pPr marL="0" lvl="1" indent="0">
              <a:buNone/>
            </a:pPr>
            <a:endParaRPr lang="en-US" sz="24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798E0F-45CC-AAFD-85E7-A216053474BA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80%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2CF8EB-E28E-6000-70F9-43E20A452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4490" y="4552915"/>
            <a:ext cx="7883020" cy="6889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5012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742E8-1670-204D-A8E7-0672DA53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7B4822-73D2-F2DE-4902-BDBAB052C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BDD3EBC-02D0-7D15-A14C-72BB94993C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sixth test was performed with a valid PDF file, in which, a malicious file was hidden using “binary concatenation”: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0CE54D-015D-D2E7-CC34-1D4FB4708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5782" y="2087507"/>
            <a:ext cx="6868581" cy="36511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FC012AD-54A8-0E2D-355E-196E7ABD39BA}"/>
              </a:ext>
            </a:extLst>
          </p:cNvPr>
          <p:cNvSpPr txBox="1"/>
          <p:nvPr/>
        </p:nvSpPr>
        <p:spPr>
          <a:xfrm>
            <a:off x="244549" y="5847907"/>
            <a:ext cx="103029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dirty="0">
                <a:latin typeface="Consolas" panose="020B0609020204030204" pitchFamily="49" charset="0"/>
              </a:rPr>
              <a:t>hxxps://github.com/AlessandroZ/LaZagne/releases/download/2.4.6/lazagne.exe </a:t>
            </a:r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B344369E-E6FB-4C1E-1CE7-D07FCE314B8B}"/>
              </a:ext>
            </a:extLst>
          </p:cNvPr>
          <p:cNvSpPr/>
          <p:nvPr/>
        </p:nvSpPr>
        <p:spPr>
          <a:xfrm rot="10800000">
            <a:off x="1903227" y="5138407"/>
            <a:ext cx="1056167" cy="668742"/>
          </a:xfrm>
          <a:prstGeom prst="bentUpArrow">
            <a:avLst/>
          </a:prstGeom>
          <a:gradFill>
            <a:gsLst>
              <a:gs pos="0">
                <a:schemeClr val="tx2">
                  <a:alpha val="0"/>
                </a:schemeClr>
              </a:gs>
              <a:gs pos="100000">
                <a:schemeClr val="tx2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919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5C545-0934-CC13-FB4D-E7BBD1D80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09FCDA-E48F-D2A9-B927-B7D7A4B03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80EC70-E5DC-BD03-7AAC-61D4590B2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430" y="3763926"/>
            <a:ext cx="8431559" cy="305686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5BA790-A478-9E59-5252-277F6D7E8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520" y="927085"/>
            <a:ext cx="6594481" cy="274114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09675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5EF1A-57B2-8E2B-1523-E632B74F1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041EF8-0C4D-94FB-F2DC-A4618BD03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9FB248-C4F7-C526-7156-99FBE7590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74" y="2156161"/>
            <a:ext cx="10773285" cy="338620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BC0267-92B8-9376-BAF7-8D773C495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74" y="946297"/>
            <a:ext cx="8546800" cy="74427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63192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758B0-D4D2-F590-CC23-528FCCC33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2756DE-81FF-0B4A-F059-A06C9ACD2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E63D71-25FB-998D-9333-7E6F3F47424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goal was to test if the service ensure that the provided PDF file do not contain any “hidden content”.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Such technique can be used to leverage service as a relay to store malicious into the company information system and then retrieve the malicious file, once inside, the carry an attack in a second phase.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5A494E-EB8B-111F-7855-2CCD852CD0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000" y="5094069"/>
            <a:ext cx="11060513" cy="57308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6777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BF3BB-F1F4-8E04-DC48-93790D11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F534F7-7EB6-BD99-0561-2DB58B39C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E0F90F3-7544-C418-90D2-046A579AEC6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 🤔 Test failed so the following additional validation was proposed to the team:</a:t>
            </a:r>
          </a:p>
          <a:p>
            <a:pPr lvl="1"/>
            <a:r>
              <a:rPr lang="en-US" sz="2400" dirty="0"/>
              <a:t>Load the PDF file in memory with a PDF parser and then, save it via the PDF library into another byte buffer to remove any additional content that is not part of the PDF structure.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2F7DF4-9D6F-8286-D290-A040B93FEFAB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96%</a:t>
            </a:r>
          </a:p>
        </p:txBody>
      </p:sp>
    </p:spTree>
    <p:extLst>
      <p:ext uri="{BB962C8B-B14F-4D97-AF65-F5344CB8AC3E}">
        <p14:creationId xmlns:p14="http://schemas.microsoft.com/office/powerpoint/2010/main" val="1987946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1B662-827E-673B-C37F-BDDBA873F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364BF5-2AAB-E072-15D0-CBDC92026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Round n°6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57E7D38-3558-049A-380D-1044EA6C69A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✅ Test passed after the adding of the additional validation: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C8EA75-CBF8-C05D-7AB7-5D4AF69E860E}"/>
              </a:ext>
            </a:extLst>
          </p:cNvPr>
          <p:cNvSpPr txBox="1"/>
          <p:nvPr/>
        </p:nvSpPr>
        <p:spPr>
          <a:xfrm>
            <a:off x="8967059" y="113779"/>
            <a:ext cx="304091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noProof="0" dirty="0">
                <a:solidFill>
                  <a:srgbClr val="C00000"/>
                </a:solidFill>
              </a:rPr>
              <a:t>🤬 Level of exasperation: 96%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44B40C-F9A7-7634-524E-19B743E3A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97" y="1914313"/>
            <a:ext cx="11688806" cy="302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88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7138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Thales">
      <a:dk1>
        <a:srgbClr val="181A22"/>
      </a:dk1>
      <a:lt1>
        <a:srgbClr val="FFFFFF"/>
      </a:lt1>
      <a:dk2>
        <a:srgbClr val="242A75"/>
      </a:dk2>
      <a:lt2>
        <a:srgbClr val="00BBDD"/>
      </a:lt2>
      <a:accent1>
        <a:srgbClr val="AE2573"/>
      </a:accent1>
      <a:accent2>
        <a:srgbClr val="7C7FAB"/>
      </a:accent2>
      <a:accent3>
        <a:srgbClr val="00AB8E"/>
      </a:accent3>
      <a:accent4>
        <a:srgbClr val="EE2737"/>
      </a:accent4>
      <a:accent5>
        <a:srgbClr val="FFA300"/>
      </a:accent5>
      <a:accent6>
        <a:srgbClr val="FDDA24"/>
      </a:accent6>
      <a:hlink>
        <a:srgbClr val="242A75"/>
      </a:hlink>
      <a:folHlink>
        <a:srgbClr val="242A75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0">
              <a:schemeClr val="tx2">
                <a:alpha val="0"/>
              </a:schemeClr>
            </a:gs>
            <a:gs pos="100000">
              <a:schemeClr val="tx2"/>
            </a:gs>
          </a:gsLst>
          <a:lin ang="16800000" scaled="0"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</TotalTime>
  <Words>1520</Words>
  <Application>Microsoft Office PowerPoint</Application>
  <PresentationFormat>Widescreen</PresentationFormat>
  <Paragraphs>157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Arial</vt:lpstr>
      <vt:lpstr>Century Gothic</vt:lpstr>
      <vt:lpstr>Consolas</vt:lpstr>
      <vt:lpstr>Wingdings 3</vt:lpstr>
      <vt:lpstr>1_Office Theme</vt:lpstr>
      <vt:lpstr>Devil is in the Payloads.</vt:lpstr>
      <vt:lpstr>ℹ️ Introduction</vt:lpstr>
      <vt:lpstr>ℹ️ Introduction</vt:lpstr>
      <vt:lpstr>ℹ️ Introduction</vt:lpstr>
      <vt:lpstr>📜 Context of our story</vt:lpstr>
      <vt:lpstr>📜 Context of our story</vt:lpstr>
      <vt:lpstr>📜 Context of our story</vt:lpstr>
      <vt:lpstr>PowerPoint Presentation</vt:lpstr>
      <vt:lpstr>🥵 My challenge</vt:lpstr>
      <vt:lpstr>📖 Let’s the story begin – Setup for the tests</vt:lpstr>
      <vt:lpstr>📖 Let’s the story begin – Round n°1</vt:lpstr>
      <vt:lpstr>📖 Let’s the story begin – Round n°1</vt:lpstr>
      <vt:lpstr>📖 Let’s the story begin – Round n°2</vt:lpstr>
      <vt:lpstr>📖 Let’s the story begin – Round n°2</vt:lpstr>
      <vt:lpstr>📖 Let’s the story begin – Round n°2</vt:lpstr>
      <vt:lpstr>📖 Let’s the story begin – Round n°3</vt:lpstr>
      <vt:lpstr>📖 Let’s the story begin – Round n°3</vt:lpstr>
      <vt:lpstr>📖 Let’s the story begin – Round n°3</vt:lpstr>
      <vt:lpstr>📖 Let’s the story begin – Round n°4</vt:lpstr>
      <vt:lpstr>📖 Let’s the story begin – Round n°4</vt:lpstr>
      <vt:lpstr>📖 Let’s the story begin – Round n°4</vt:lpstr>
      <vt:lpstr>📖 Let’s the story begin – Round n°4</vt:lpstr>
      <vt:lpstr>📖 Let’s the story begin – Round n°5</vt:lpstr>
      <vt:lpstr>📖 Let’s the story begin – Round n°5</vt:lpstr>
      <vt:lpstr>📖 Let’s the story begin – Round n°5</vt:lpstr>
      <vt:lpstr>📖 Let’s the story begin – Round n°5</vt:lpstr>
      <vt:lpstr>📖 Let’s the story begin – Round n°6</vt:lpstr>
      <vt:lpstr>📖 Let’s the story begin – Round n°6</vt:lpstr>
      <vt:lpstr>📖 Let’s the story begin – Round n°6</vt:lpstr>
      <vt:lpstr>📖 Let’s the story begin – Round n°6</vt:lpstr>
      <vt:lpstr>📖 Let’s the story begin – Round n°6</vt:lpstr>
      <vt:lpstr>📖 Let’s the story begin – Round n°6</vt:lpstr>
      <vt:lpstr>PowerPoint Presentation</vt:lpstr>
    </vt:vector>
  </TitlesOfParts>
  <Company>Thales UK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Devil is in the Payloads: The grueling journey of implementing a file upload feature.</dc:title>
  <dc:creator/>
  <cp:lastModifiedBy>righettod</cp:lastModifiedBy>
  <cp:revision>21</cp:revision>
  <dcterms:created xsi:type="dcterms:W3CDTF">2024-01-22T13:28:36Z</dcterms:created>
  <dcterms:modified xsi:type="dcterms:W3CDTF">2026-01-05T19:40:20Z</dcterms:modified>
</cp:coreProperties>
</file>