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4"/>
  </p:notesMasterIdLst>
  <p:sldIdLst>
    <p:sldId id="257" r:id="rId2"/>
    <p:sldId id="262" r:id="rId3"/>
    <p:sldId id="289" r:id="rId4"/>
    <p:sldId id="290" r:id="rId5"/>
    <p:sldId id="291" r:id="rId6"/>
    <p:sldId id="292" r:id="rId7"/>
    <p:sldId id="293" r:id="rId8"/>
    <p:sldId id="294" r:id="rId9"/>
    <p:sldId id="295" r:id="rId10"/>
    <p:sldId id="296" r:id="rId11"/>
    <p:sldId id="297" r:id="rId12"/>
    <p:sldId id="298" r:id="rId13"/>
    <p:sldId id="299" r:id="rId14"/>
    <p:sldId id="300" r:id="rId15"/>
    <p:sldId id="301" r:id="rId16"/>
    <p:sldId id="302" r:id="rId17"/>
    <p:sldId id="303" r:id="rId18"/>
    <p:sldId id="304" r:id="rId19"/>
    <p:sldId id="305" r:id="rId20"/>
    <p:sldId id="306" r:id="rId21"/>
    <p:sldId id="307" r:id="rId22"/>
    <p:sldId id="308" r:id="rId23"/>
    <p:sldId id="309" r:id="rId24"/>
    <p:sldId id="311" r:id="rId25"/>
    <p:sldId id="310" r:id="rId26"/>
    <p:sldId id="312" r:id="rId27"/>
    <p:sldId id="313" r:id="rId28"/>
    <p:sldId id="314" r:id="rId29"/>
    <p:sldId id="315" r:id="rId30"/>
    <p:sldId id="316" r:id="rId31"/>
    <p:sldId id="317" r:id="rId32"/>
    <p:sldId id="320" r:id="rId33"/>
    <p:sldId id="319" r:id="rId34"/>
    <p:sldId id="322" r:id="rId35"/>
    <p:sldId id="324" r:id="rId36"/>
    <p:sldId id="325" r:id="rId37"/>
    <p:sldId id="326" r:id="rId38"/>
    <p:sldId id="327" r:id="rId39"/>
    <p:sldId id="329" r:id="rId40"/>
    <p:sldId id="328" r:id="rId41"/>
    <p:sldId id="323" r:id="rId42"/>
    <p:sldId id="288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2922590-C897-4D5E-94A5-7835129BD264}" v="92" dt="2026-01-06T08:32:19.8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1235" autoAdjust="0"/>
  </p:normalViewPr>
  <p:slideViewPr>
    <p:cSldViewPr snapToGrid="0">
      <p:cViewPr varScale="1">
        <p:scale>
          <a:sx n="90" d="100"/>
          <a:sy n="90" d="100"/>
        </p:scale>
        <p:origin x="133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minique RIGHETTO" userId="512fe077-82ad-424c-88a3-15e852b5861d" providerId="ADAL" clId="{8B7CB91F-10CE-42C2-B9B8-BFF2D3401655}"/>
    <pc:docChg chg="undo custSel addSld delSld modSld sldOrd modMainMaster">
      <pc:chgData name="Dominique RIGHETTO" userId="512fe077-82ad-424c-88a3-15e852b5861d" providerId="ADAL" clId="{8B7CB91F-10CE-42C2-B9B8-BFF2D3401655}" dt="2026-01-06T08:40:31.483" v="7813" actId="732"/>
      <pc:docMkLst>
        <pc:docMk/>
      </pc:docMkLst>
      <pc:sldChg chg="addSp modSp mod">
        <pc:chgData name="Dominique RIGHETTO" userId="512fe077-82ad-424c-88a3-15e852b5861d" providerId="ADAL" clId="{8B7CB91F-10CE-42C2-B9B8-BFF2D3401655}" dt="2026-01-06T08:32:27.107" v="7796" actId="20577"/>
        <pc:sldMkLst>
          <pc:docMk/>
          <pc:sldMk cId="3134628389" sldId="257"/>
        </pc:sldMkLst>
        <pc:spChg chg="mod">
          <ac:chgData name="Dominique RIGHETTO" userId="512fe077-82ad-424c-88a3-15e852b5861d" providerId="ADAL" clId="{8B7CB91F-10CE-42C2-B9B8-BFF2D3401655}" dt="2026-01-05T07:59:34.002" v="54" actId="20577"/>
          <ac:spMkLst>
            <pc:docMk/>
            <pc:sldMk cId="3134628389" sldId="257"/>
            <ac:spMk id="2" creationId="{C48248EE-9276-F13B-C146-B824E74053FA}"/>
          </ac:spMkLst>
        </pc:spChg>
        <pc:spChg chg="mod">
          <ac:chgData name="Dominique RIGHETTO" userId="512fe077-82ad-424c-88a3-15e852b5861d" providerId="ADAL" clId="{8B7CB91F-10CE-42C2-B9B8-BFF2D3401655}" dt="2026-01-06T05:26:35.607" v="6620" actId="20577"/>
          <ac:spMkLst>
            <pc:docMk/>
            <pc:sldMk cId="3134628389" sldId="257"/>
            <ac:spMk id="3" creationId="{2C93C62D-952C-3866-AA5A-CA17B8DBDB19}"/>
          </ac:spMkLst>
        </pc:spChg>
        <pc:spChg chg="add mod">
          <ac:chgData name="Dominique RIGHETTO" userId="512fe077-82ad-424c-88a3-15e852b5861d" providerId="ADAL" clId="{8B7CB91F-10CE-42C2-B9B8-BFF2D3401655}" dt="2026-01-06T08:32:27.107" v="7796" actId="20577"/>
          <ac:spMkLst>
            <pc:docMk/>
            <pc:sldMk cId="3134628389" sldId="257"/>
            <ac:spMk id="4" creationId="{7F66B005-FAEF-EACE-8082-427A0F560E9F}"/>
          </ac:spMkLst>
        </pc:spChg>
      </pc:sldChg>
      <pc:sldChg chg="del">
        <pc:chgData name="Dominique RIGHETTO" userId="512fe077-82ad-424c-88a3-15e852b5861d" providerId="ADAL" clId="{8B7CB91F-10CE-42C2-B9B8-BFF2D3401655}" dt="2026-01-05T07:58:14.255" v="4" actId="47"/>
        <pc:sldMkLst>
          <pc:docMk/>
          <pc:sldMk cId="1551370680" sldId="258"/>
        </pc:sldMkLst>
      </pc:sldChg>
      <pc:sldChg chg="del">
        <pc:chgData name="Dominique RIGHETTO" userId="512fe077-82ad-424c-88a3-15e852b5861d" providerId="ADAL" clId="{8B7CB91F-10CE-42C2-B9B8-BFF2D3401655}" dt="2026-01-05T07:58:14.255" v="4" actId="47"/>
        <pc:sldMkLst>
          <pc:docMk/>
          <pc:sldMk cId="4144566480" sldId="259"/>
        </pc:sldMkLst>
      </pc:sldChg>
      <pc:sldChg chg="del">
        <pc:chgData name="Dominique RIGHETTO" userId="512fe077-82ad-424c-88a3-15e852b5861d" providerId="ADAL" clId="{8B7CB91F-10CE-42C2-B9B8-BFF2D3401655}" dt="2026-01-05T07:58:14.255" v="4" actId="47"/>
        <pc:sldMkLst>
          <pc:docMk/>
          <pc:sldMk cId="1979476112" sldId="260"/>
        </pc:sldMkLst>
      </pc:sldChg>
      <pc:sldChg chg="del">
        <pc:chgData name="Dominique RIGHETTO" userId="512fe077-82ad-424c-88a3-15e852b5861d" providerId="ADAL" clId="{8B7CB91F-10CE-42C2-B9B8-BFF2D3401655}" dt="2026-01-05T07:58:14.255" v="4" actId="47"/>
        <pc:sldMkLst>
          <pc:docMk/>
          <pc:sldMk cId="730977501" sldId="261"/>
        </pc:sldMkLst>
      </pc:sldChg>
      <pc:sldChg chg="modSp mod ord">
        <pc:chgData name="Dominique RIGHETTO" userId="512fe077-82ad-424c-88a3-15e852b5861d" providerId="ADAL" clId="{8B7CB91F-10CE-42C2-B9B8-BFF2D3401655}" dt="2026-01-06T05:29:16.203" v="6626" actId="207"/>
        <pc:sldMkLst>
          <pc:docMk/>
          <pc:sldMk cId="2121745454" sldId="262"/>
        </pc:sldMkLst>
        <pc:spChg chg="mod">
          <ac:chgData name="Dominique RIGHETTO" userId="512fe077-82ad-424c-88a3-15e852b5861d" providerId="ADAL" clId="{8B7CB91F-10CE-42C2-B9B8-BFF2D3401655}" dt="2026-01-05T08:00:04.604" v="75" actId="20577"/>
          <ac:spMkLst>
            <pc:docMk/>
            <pc:sldMk cId="2121745454" sldId="262"/>
            <ac:spMk id="2" creationId="{00000000-0000-0000-0000-000000000000}"/>
          </ac:spMkLst>
        </pc:spChg>
        <pc:spChg chg="mod">
          <ac:chgData name="Dominique RIGHETTO" userId="512fe077-82ad-424c-88a3-15e852b5861d" providerId="ADAL" clId="{8B7CB91F-10CE-42C2-B9B8-BFF2D3401655}" dt="2026-01-06T05:29:16.203" v="6626" actId="207"/>
          <ac:spMkLst>
            <pc:docMk/>
            <pc:sldMk cId="2121745454" sldId="262"/>
            <ac:spMk id="3" creationId="{00000000-0000-0000-0000-000000000000}"/>
          </ac:spMkLst>
        </pc:spChg>
      </pc:sldChg>
      <pc:sldChg chg="del">
        <pc:chgData name="Dominique RIGHETTO" userId="512fe077-82ad-424c-88a3-15e852b5861d" providerId="ADAL" clId="{8B7CB91F-10CE-42C2-B9B8-BFF2D3401655}" dt="2026-01-05T07:58:14.255" v="4" actId="47"/>
        <pc:sldMkLst>
          <pc:docMk/>
          <pc:sldMk cId="2725272047" sldId="263"/>
        </pc:sldMkLst>
      </pc:sldChg>
      <pc:sldChg chg="del">
        <pc:chgData name="Dominique RIGHETTO" userId="512fe077-82ad-424c-88a3-15e852b5861d" providerId="ADAL" clId="{8B7CB91F-10CE-42C2-B9B8-BFF2D3401655}" dt="2026-01-05T07:58:14.255" v="4" actId="47"/>
        <pc:sldMkLst>
          <pc:docMk/>
          <pc:sldMk cId="2128520042" sldId="264"/>
        </pc:sldMkLst>
      </pc:sldChg>
      <pc:sldChg chg="del">
        <pc:chgData name="Dominique RIGHETTO" userId="512fe077-82ad-424c-88a3-15e852b5861d" providerId="ADAL" clId="{8B7CB91F-10CE-42C2-B9B8-BFF2D3401655}" dt="2026-01-05T07:58:14.255" v="4" actId="47"/>
        <pc:sldMkLst>
          <pc:docMk/>
          <pc:sldMk cId="571281480" sldId="265"/>
        </pc:sldMkLst>
      </pc:sldChg>
      <pc:sldChg chg="del">
        <pc:chgData name="Dominique RIGHETTO" userId="512fe077-82ad-424c-88a3-15e852b5861d" providerId="ADAL" clId="{8B7CB91F-10CE-42C2-B9B8-BFF2D3401655}" dt="2026-01-05T07:58:14.255" v="4" actId="47"/>
        <pc:sldMkLst>
          <pc:docMk/>
          <pc:sldMk cId="4050816099" sldId="266"/>
        </pc:sldMkLst>
      </pc:sldChg>
      <pc:sldChg chg="del">
        <pc:chgData name="Dominique RIGHETTO" userId="512fe077-82ad-424c-88a3-15e852b5861d" providerId="ADAL" clId="{8B7CB91F-10CE-42C2-B9B8-BFF2D3401655}" dt="2026-01-05T07:58:14.255" v="4" actId="47"/>
        <pc:sldMkLst>
          <pc:docMk/>
          <pc:sldMk cId="632571955" sldId="267"/>
        </pc:sldMkLst>
      </pc:sldChg>
      <pc:sldChg chg="del">
        <pc:chgData name="Dominique RIGHETTO" userId="512fe077-82ad-424c-88a3-15e852b5861d" providerId="ADAL" clId="{8B7CB91F-10CE-42C2-B9B8-BFF2D3401655}" dt="2026-01-05T07:58:14.255" v="4" actId="47"/>
        <pc:sldMkLst>
          <pc:docMk/>
          <pc:sldMk cId="2240049130" sldId="268"/>
        </pc:sldMkLst>
      </pc:sldChg>
      <pc:sldChg chg="del">
        <pc:chgData name="Dominique RIGHETTO" userId="512fe077-82ad-424c-88a3-15e852b5861d" providerId="ADAL" clId="{8B7CB91F-10CE-42C2-B9B8-BFF2D3401655}" dt="2026-01-05T07:58:14.255" v="4" actId="47"/>
        <pc:sldMkLst>
          <pc:docMk/>
          <pc:sldMk cId="3971472328" sldId="269"/>
        </pc:sldMkLst>
      </pc:sldChg>
      <pc:sldChg chg="del">
        <pc:chgData name="Dominique RIGHETTO" userId="512fe077-82ad-424c-88a3-15e852b5861d" providerId="ADAL" clId="{8B7CB91F-10CE-42C2-B9B8-BFF2D3401655}" dt="2026-01-05T07:58:14.255" v="4" actId="47"/>
        <pc:sldMkLst>
          <pc:docMk/>
          <pc:sldMk cId="1321215664" sldId="270"/>
        </pc:sldMkLst>
      </pc:sldChg>
      <pc:sldChg chg="del">
        <pc:chgData name="Dominique RIGHETTO" userId="512fe077-82ad-424c-88a3-15e852b5861d" providerId="ADAL" clId="{8B7CB91F-10CE-42C2-B9B8-BFF2D3401655}" dt="2026-01-05T07:58:14.255" v="4" actId="47"/>
        <pc:sldMkLst>
          <pc:docMk/>
          <pc:sldMk cId="1986846428" sldId="271"/>
        </pc:sldMkLst>
      </pc:sldChg>
      <pc:sldChg chg="del">
        <pc:chgData name="Dominique RIGHETTO" userId="512fe077-82ad-424c-88a3-15e852b5861d" providerId="ADAL" clId="{8B7CB91F-10CE-42C2-B9B8-BFF2D3401655}" dt="2026-01-05T07:58:14.255" v="4" actId="47"/>
        <pc:sldMkLst>
          <pc:docMk/>
          <pc:sldMk cId="3990768315" sldId="272"/>
        </pc:sldMkLst>
      </pc:sldChg>
      <pc:sldChg chg="del">
        <pc:chgData name="Dominique RIGHETTO" userId="512fe077-82ad-424c-88a3-15e852b5861d" providerId="ADAL" clId="{8B7CB91F-10CE-42C2-B9B8-BFF2D3401655}" dt="2026-01-05T07:58:14.255" v="4" actId="47"/>
        <pc:sldMkLst>
          <pc:docMk/>
          <pc:sldMk cId="570799644" sldId="273"/>
        </pc:sldMkLst>
      </pc:sldChg>
      <pc:sldChg chg="del">
        <pc:chgData name="Dominique RIGHETTO" userId="512fe077-82ad-424c-88a3-15e852b5861d" providerId="ADAL" clId="{8B7CB91F-10CE-42C2-B9B8-BFF2D3401655}" dt="2026-01-05T07:58:14.255" v="4" actId="47"/>
        <pc:sldMkLst>
          <pc:docMk/>
          <pc:sldMk cId="3536871477" sldId="274"/>
        </pc:sldMkLst>
      </pc:sldChg>
      <pc:sldChg chg="del">
        <pc:chgData name="Dominique RIGHETTO" userId="512fe077-82ad-424c-88a3-15e852b5861d" providerId="ADAL" clId="{8B7CB91F-10CE-42C2-B9B8-BFF2D3401655}" dt="2026-01-05T07:58:14.255" v="4" actId="47"/>
        <pc:sldMkLst>
          <pc:docMk/>
          <pc:sldMk cId="39677355" sldId="275"/>
        </pc:sldMkLst>
      </pc:sldChg>
      <pc:sldChg chg="del">
        <pc:chgData name="Dominique RIGHETTO" userId="512fe077-82ad-424c-88a3-15e852b5861d" providerId="ADAL" clId="{8B7CB91F-10CE-42C2-B9B8-BFF2D3401655}" dt="2026-01-05T07:58:14.255" v="4" actId="47"/>
        <pc:sldMkLst>
          <pc:docMk/>
          <pc:sldMk cId="693519736" sldId="276"/>
        </pc:sldMkLst>
      </pc:sldChg>
      <pc:sldChg chg="del">
        <pc:chgData name="Dominique RIGHETTO" userId="512fe077-82ad-424c-88a3-15e852b5861d" providerId="ADAL" clId="{8B7CB91F-10CE-42C2-B9B8-BFF2D3401655}" dt="2026-01-05T07:58:14.255" v="4" actId="47"/>
        <pc:sldMkLst>
          <pc:docMk/>
          <pc:sldMk cId="3028727512" sldId="277"/>
        </pc:sldMkLst>
      </pc:sldChg>
      <pc:sldChg chg="del">
        <pc:chgData name="Dominique RIGHETTO" userId="512fe077-82ad-424c-88a3-15e852b5861d" providerId="ADAL" clId="{8B7CB91F-10CE-42C2-B9B8-BFF2D3401655}" dt="2026-01-05T07:58:14.255" v="4" actId="47"/>
        <pc:sldMkLst>
          <pc:docMk/>
          <pc:sldMk cId="958517259" sldId="278"/>
        </pc:sldMkLst>
      </pc:sldChg>
      <pc:sldChg chg="del">
        <pc:chgData name="Dominique RIGHETTO" userId="512fe077-82ad-424c-88a3-15e852b5861d" providerId="ADAL" clId="{8B7CB91F-10CE-42C2-B9B8-BFF2D3401655}" dt="2026-01-05T07:58:14.255" v="4" actId="47"/>
        <pc:sldMkLst>
          <pc:docMk/>
          <pc:sldMk cId="3575813073" sldId="279"/>
        </pc:sldMkLst>
      </pc:sldChg>
      <pc:sldChg chg="del">
        <pc:chgData name="Dominique RIGHETTO" userId="512fe077-82ad-424c-88a3-15e852b5861d" providerId="ADAL" clId="{8B7CB91F-10CE-42C2-B9B8-BFF2D3401655}" dt="2026-01-05T07:58:14.255" v="4" actId="47"/>
        <pc:sldMkLst>
          <pc:docMk/>
          <pc:sldMk cId="3684295089" sldId="280"/>
        </pc:sldMkLst>
      </pc:sldChg>
      <pc:sldChg chg="del">
        <pc:chgData name="Dominique RIGHETTO" userId="512fe077-82ad-424c-88a3-15e852b5861d" providerId="ADAL" clId="{8B7CB91F-10CE-42C2-B9B8-BFF2D3401655}" dt="2026-01-05T07:58:14.255" v="4" actId="47"/>
        <pc:sldMkLst>
          <pc:docMk/>
          <pc:sldMk cId="2374725439" sldId="281"/>
        </pc:sldMkLst>
      </pc:sldChg>
      <pc:sldChg chg="del">
        <pc:chgData name="Dominique RIGHETTO" userId="512fe077-82ad-424c-88a3-15e852b5861d" providerId="ADAL" clId="{8B7CB91F-10CE-42C2-B9B8-BFF2D3401655}" dt="2026-01-05T07:58:14.255" v="4" actId="47"/>
        <pc:sldMkLst>
          <pc:docMk/>
          <pc:sldMk cId="2292368372" sldId="282"/>
        </pc:sldMkLst>
      </pc:sldChg>
      <pc:sldChg chg="del">
        <pc:chgData name="Dominique RIGHETTO" userId="512fe077-82ad-424c-88a3-15e852b5861d" providerId="ADAL" clId="{8B7CB91F-10CE-42C2-B9B8-BFF2D3401655}" dt="2026-01-05T07:58:14.255" v="4" actId="47"/>
        <pc:sldMkLst>
          <pc:docMk/>
          <pc:sldMk cId="1246512297" sldId="283"/>
        </pc:sldMkLst>
      </pc:sldChg>
      <pc:sldChg chg="del">
        <pc:chgData name="Dominique RIGHETTO" userId="512fe077-82ad-424c-88a3-15e852b5861d" providerId="ADAL" clId="{8B7CB91F-10CE-42C2-B9B8-BFF2D3401655}" dt="2026-01-05T07:58:14.255" v="4" actId="47"/>
        <pc:sldMkLst>
          <pc:docMk/>
          <pc:sldMk cId="1631144203" sldId="284"/>
        </pc:sldMkLst>
      </pc:sldChg>
      <pc:sldChg chg="del">
        <pc:chgData name="Dominique RIGHETTO" userId="512fe077-82ad-424c-88a3-15e852b5861d" providerId="ADAL" clId="{8B7CB91F-10CE-42C2-B9B8-BFF2D3401655}" dt="2026-01-05T07:58:14.255" v="4" actId="47"/>
        <pc:sldMkLst>
          <pc:docMk/>
          <pc:sldMk cId="4000263753" sldId="285"/>
        </pc:sldMkLst>
      </pc:sldChg>
      <pc:sldChg chg="del">
        <pc:chgData name="Dominique RIGHETTO" userId="512fe077-82ad-424c-88a3-15e852b5861d" providerId="ADAL" clId="{8B7CB91F-10CE-42C2-B9B8-BFF2D3401655}" dt="2026-01-05T07:58:14.255" v="4" actId="47"/>
        <pc:sldMkLst>
          <pc:docMk/>
          <pc:sldMk cId="2715094234" sldId="286"/>
        </pc:sldMkLst>
      </pc:sldChg>
      <pc:sldChg chg="del">
        <pc:chgData name="Dominique RIGHETTO" userId="512fe077-82ad-424c-88a3-15e852b5861d" providerId="ADAL" clId="{8B7CB91F-10CE-42C2-B9B8-BFF2D3401655}" dt="2026-01-05T07:58:14.255" v="4" actId="47"/>
        <pc:sldMkLst>
          <pc:docMk/>
          <pc:sldMk cId="1553618436" sldId="287"/>
        </pc:sldMkLst>
      </pc:sldChg>
      <pc:sldChg chg="del">
        <pc:chgData name="Dominique RIGHETTO" userId="512fe077-82ad-424c-88a3-15e852b5861d" providerId="ADAL" clId="{8B7CB91F-10CE-42C2-B9B8-BFF2D3401655}" dt="2026-01-05T07:58:14.255" v="4" actId="47"/>
        <pc:sldMkLst>
          <pc:docMk/>
          <pc:sldMk cId="1423159379" sldId="289"/>
        </pc:sldMkLst>
      </pc:sldChg>
      <pc:sldChg chg="modSp add mod">
        <pc:chgData name="Dominique RIGHETTO" userId="512fe077-82ad-424c-88a3-15e852b5861d" providerId="ADAL" clId="{8B7CB91F-10CE-42C2-B9B8-BFF2D3401655}" dt="2026-01-05T08:14:05.282" v="510" actId="20577"/>
        <pc:sldMkLst>
          <pc:docMk/>
          <pc:sldMk cId="1700977977" sldId="289"/>
        </pc:sldMkLst>
        <pc:spChg chg="mod">
          <ac:chgData name="Dominique RIGHETTO" userId="512fe077-82ad-424c-88a3-15e852b5861d" providerId="ADAL" clId="{8B7CB91F-10CE-42C2-B9B8-BFF2D3401655}" dt="2026-01-05T08:14:05.282" v="510" actId="20577"/>
          <ac:spMkLst>
            <pc:docMk/>
            <pc:sldMk cId="1700977977" sldId="289"/>
            <ac:spMk id="3" creationId="{DD39683C-541A-B4BA-B911-E5EC3EABE467}"/>
          </ac:spMkLst>
        </pc:spChg>
      </pc:sldChg>
      <pc:sldChg chg="modSp add mod">
        <pc:chgData name="Dominique RIGHETTO" userId="512fe077-82ad-424c-88a3-15e852b5861d" providerId="ADAL" clId="{8B7CB91F-10CE-42C2-B9B8-BFF2D3401655}" dt="2026-01-06T05:29:21.785" v="6627" actId="207"/>
        <pc:sldMkLst>
          <pc:docMk/>
          <pc:sldMk cId="2617813205" sldId="290"/>
        </pc:sldMkLst>
        <pc:spChg chg="mod">
          <ac:chgData name="Dominique RIGHETTO" userId="512fe077-82ad-424c-88a3-15e852b5861d" providerId="ADAL" clId="{8B7CB91F-10CE-42C2-B9B8-BFF2D3401655}" dt="2026-01-06T05:29:21.785" v="6627" actId="207"/>
          <ac:spMkLst>
            <pc:docMk/>
            <pc:sldMk cId="2617813205" sldId="290"/>
            <ac:spMk id="3" creationId="{F9B0CA82-1172-E064-A39F-91CE0E6141A1}"/>
          </ac:spMkLst>
        </pc:spChg>
      </pc:sldChg>
      <pc:sldChg chg="del">
        <pc:chgData name="Dominique RIGHETTO" userId="512fe077-82ad-424c-88a3-15e852b5861d" providerId="ADAL" clId="{8B7CB91F-10CE-42C2-B9B8-BFF2D3401655}" dt="2026-01-05T07:58:14.255" v="4" actId="47"/>
        <pc:sldMkLst>
          <pc:docMk/>
          <pc:sldMk cId="3310454039" sldId="290"/>
        </pc:sldMkLst>
      </pc:sldChg>
      <pc:sldChg chg="del">
        <pc:chgData name="Dominique RIGHETTO" userId="512fe077-82ad-424c-88a3-15e852b5861d" providerId="ADAL" clId="{8B7CB91F-10CE-42C2-B9B8-BFF2D3401655}" dt="2026-01-05T07:58:14.255" v="4" actId="47"/>
        <pc:sldMkLst>
          <pc:docMk/>
          <pc:sldMk cId="2973688033" sldId="291"/>
        </pc:sldMkLst>
      </pc:sldChg>
      <pc:sldChg chg="modSp add mod">
        <pc:chgData name="Dominique RIGHETTO" userId="512fe077-82ad-424c-88a3-15e852b5861d" providerId="ADAL" clId="{8B7CB91F-10CE-42C2-B9B8-BFF2D3401655}" dt="2026-01-06T05:29:05.927" v="6624" actId="207"/>
        <pc:sldMkLst>
          <pc:docMk/>
          <pc:sldMk cId="3084432784" sldId="291"/>
        </pc:sldMkLst>
        <pc:spChg chg="mod">
          <ac:chgData name="Dominique RIGHETTO" userId="512fe077-82ad-424c-88a3-15e852b5861d" providerId="ADAL" clId="{8B7CB91F-10CE-42C2-B9B8-BFF2D3401655}" dt="2026-01-05T09:10:01.192" v="2097" actId="6549"/>
          <ac:spMkLst>
            <pc:docMk/>
            <pc:sldMk cId="3084432784" sldId="291"/>
            <ac:spMk id="2" creationId="{90A5A9F8-D7B1-CFB1-B8C0-57440D5A186F}"/>
          </ac:spMkLst>
        </pc:spChg>
        <pc:spChg chg="mod">
          <ac:chgData name="Dominique RIGHETTO" userId="512fe077-82ad-424c-88a3-15e852b5861d" providerId="ADAL" clId="{8B7CB91F-10CE-42C2-B9B8-BFF2D3401655}" dt="2026-01-06T05:29:05.927" v="6624" actId="207"/>
          <ac:spMkLst>
            <pc:docMk/>
            <pc:sldMk cId="3084432784" sldId="291"/>
            <ac:spMk id="3" creationId="{A7541EE2-30B3-B306-B7D8-3F0B5DDEBCBF}"/>
          </ac:spMkLst>
        </pc:spChg>
      </pc:sldChg>
      <pc:sldChg chg="del">
        <pc:chgData name="Dominique RIGHETTO" userId="512fe077-82ad-424c-88a3-15e852b5861d" providerId="ADAL" clId="{8B7CB91F-10CE-42C2-B9B8-BFF2D3401655}" dt="2026-01-05T07:58:14.255" v="4" actId="47"/>
        <pc:sldMkLst>
          <pc:docMk/>
          <pc:sldMk cId="799481326" sldId="292"/>
        </pc:sldMkLst>
      </pc:sldChg>
      <pc:sldChg chg="addSp modSp add mod">
        <pc:chgData name="Dominique RIGHETTO" userId="512fe077-82ad-424c-88a3-15e852b5861d" providerId="ADAL" clId="{8B7CB91F-10CE-42C2-B9B8-BFF2D3401655}" dt="2026-01-06T08:13:39.569" v="7478" actId="1076"/>
        <pc:sldMkLst>
          <pc:docMk/>
          <pc:sldMk cId="3031573305" sldId="292"/>
        </pc:sldMkLst>
        <pc:spChg chg="mod">
          <ac:chgData name="Dominique RIGHETTO" userId="512fe077-82ad-424c-88a3-15e852b5861d" providerId="ADAL" clId="{8B7CB91F-10CE-42C2-B9B8-BFF2D3401655}" dt="2026-01-05T09:10:09.386" v="2098"/>
          <ac:spMkLst>
            <pc:docMk/>
            <pc:sldMk cId="3031573305" sldId="292"/>
            <ac:spMk id="2" creationId="{074592FB-20DA-7B7E-2963-1F994212B6AB}"/>
          </ac:spMkLst>
        </pc:spChg>
        <pc:spChg chg="mod">
          <ac:chgData name="Dominique RIGHETTO" userId="512fe077-82ad-424c-88a3-15e852b5861d" providerId="ADAL" clId="{8B7CB91F-10CE-42C2-B9B8-BFF2D3401655}" dt="2026-01-05T08:27:24.858" v="1463" actId="20577"/>
          <ac:spMkLst>
            <pc:docMk/>
            <pc:sldMk cId="3031573305" sldId="292"/>
            <ac:spMk id="3" creationId="{1FA3B382-E549-6472-3A22-5EDE38691E62}"/>
          </ac:spMkLst>
        </pc:spChg>
        <pc:spChg chg="add mod">
          <ac:chgData name="Dominique RIGHETTO" userId="512fe077-82ad-424c-88a3-15e852b5861d" providerId="ADAL" clId="{8B7CB91F-10CE-42C2-B9B8-BFF2D3401655}" dt="2026-01-06T08:13:39.569" v="7478" actId="1076"/>
          <ac:spMkLst>
            <pc:docMk/>
            <pc:sldMk cId="3031573305" sldId="292"/>
            <ac:spMk id="4" creationId="{071CBD58-90D4-73F6-8ADC-0CFA2AA3E41A}"/>
          </ac:spMkLst>
        </pc:spChg>
      </pc:sldChg>
      <pc:sldChg chg="addSp delSp modSp add mod">
        <pc:chgData name="Dominique RIGHETTO" userId="512fe077-82ad-424c-88a3-15e852b5861d" providerId="ADAL" clId="{8B7CB91F-10CE-42C2-B9B8-BFF2D3401655}" dt="2026-01-05T09:10:13.144" v="2099"/>
        <pc:sldMkLst>
          <pc:docMk/>
          <pc:sldMk cId="730804740" sldId="293"/>
        </pc:sldMkLst>
        <pc:spChg chg="mod">
          <ac:chgData name="Dominique RIGHETTO" userId="512fe077-82ad-424c-88a3-15e852b5861d" providerId="ADAL" clId="{8B7CB91F-10CE-42C2-B9B8-BFF2D3401655}" dt="2026-01-05T09:10:13.144" v="2099"/>
          <ac:spMkLst>
            <pc:docMk/>
            <pc:sldMk cId="730804740" sldId="293"/>
            <ac:spMk id="2" creationId="{0A348616-5B74-14DC-9C90-4B9F75074BBF}"/>
          </ac:spMkLst>
        </pc:spChg>
        <pc:spChg chg="mod">
          <ac:chgData name="Dominique RIGHETTO" userId="512fe077-82ad-424c-88a3-15e852b5861d" providerId="ADAL" clId="{8B7CB91F-10CE-42C2-B9B8-BFF2D3401655}" dt="2026-01-05T08:32:37.809" v="1752" actId="6549"/>
          <ac:spMkLst>
            <pc:docMk/>
            <pc:sldMk cId="730804740" sldId="293"/>
            <ac:spMk id="3" creationId="{6854D427-D7FC-33E3-A100-64B6FC01393B}"/>
          </ac:spMkLst>
        </pc:spChg>
        <pc:spChg chg="del">
          <ac:chgData name="Dominique RIGHETTO" userId="512fe077-82ad-424c-88a3-15e852b5861d" providerId="ADAL" clId="{8B7CB91F-10CE-42C2-B9B8-BFF2D3401655}" dt="2026-01-05T08:30:14.818" v="1479" actId="478"/>
          <ac:spMkLst>
            <pc:docMk/>
            <pc:sldMk cId="730804740" sldId="293"/>
            <ac:spMk id="4" creationId="{DEA7D791-D324-FEE2-51D4-C89822A864B2}"/>
          </ac:spMkLst>
        </pc:spChg>
        <pc:picChg chg="add mod">
          <ac:chgData name="Dominique RIGHETTO" userId="512fe077-82ad-424c-88a3-15e852b5861d" providerId="ADAL" clId="{8B7CB91F-10CE-42C2-B9B8-BFF2D3401655}" dt="2026-01-05T08:54:03.978" v="1759" actId="1076"/>
          <ac:picMkLst>
            <pc:docMk/>
            <pc:sldMk cId="730804740" sldId="293"/>
            <ac:picMk id="6" creationId="{832050DC-4707-B6F1-973D-2016AFF7BF74}"/>
          </ac:picMkLst>
        </pc:picChg>
      </pc:sldChg>
      <pc:sldChg chg="addSp delSp modSp add mod modTransition">
        <pc:chgData name="Dominique RIGHETTO" userId="512fe077-82ad-424c-88a3-15e852b5861d" providerId="ADAL" clId="{8B7CB91F-10CE-42C2-B9B8-BFF2D3401655}" dt="2026-01-06T08:20:37.707" v="7532" actId="14861"/>
        <pc:sldMkLst>
          <pc:docMk/>
          <pc:sldMk cId="617590533" sldId="294"/>
        </pc:sldMkLst>
        <pc:spChg chg="del">
          <ac:chgData name="Dominique RIGHETTO" userId="512fe077-82ad-424c-88a3-15e852b5861d" providerId="ADAL" clId="{8B7CB91F-10CE-42C2-B9B8-BFF2D3401655}" dt="2026-01-05T08:54:30.042" v="1768" actId="478"/>
          <ac:spMkLst>
            <pc:docMk/>
            <pc:sldMk cId="617590533" sldId="294"/>
            <ac:spMk id="2" creationId="{530BA48B-C86E-8A70-4B01-C005BF4B91DE}"/>
          </ac:spMkLst>
        </pc:spChg>
        <pc:spChg chg="del">
          <ac:chgData name="Dominique RIGHETTO" userId="512fe077-82ad-424c-88a3-15e852b5861d" providerId="ADAL" clId="{8B7CB91F-10CE-42C2-B9B8-BFF2D3401655}" dt="2026-01-05T08:54:13.641" v="1761" actId="478"/>
          <ac:spMkLst>
            <pc:docMk/>
            <pc:sldMk cId="617590533" sldId="294"/>
            <ac:spMk id="3" creationId="{9DFA1284-5BA2-FFBF-BAEB-A7A98AD3F048}"/>
          </ac:spMkLst>
        </pc:spChg>
        <pc:spChg chg="add del mod">
          <ac:chgData name="Dominique RIGHETTO" userId="512fe077-82ad-424c-88a3-15e852b5861d" providerId="ADAL" clId="{8B7CB91F-10CE-42C2-B9B8-BFF2D3401655}" dt="2026-01-05T08:54:15.492" v="1762" actId="478"/>
          <ac:spMkLst>
            <pc:docMk/>
            <pc:sldMk cId="617590533" sldId="294"/>
            <ac:spMk id="5" creationId="{B8DB2EF7-6143-B2FD-D779-E706B32F8C31}"/>
          </ac:spMkLst>
        </pc:spChg>
        <pc:spChg chg="add del mod">
          <ac:chgData name="Dominique RIGHETTO" userId="512fe077-82ad-424c-88a3-15e852b5861d" providerId="ADAL" clId="{8B7CB91F-10CE-42C2-B9B8-BFF2D3401655}" dt="2026-01-05T08:54:32.146" v="1769" actId="478"/>
          <ac:spMkLst>
            <pc:docMk/>
            <pc:sldMk cId="617590533" sldId="294"/>
            <ac:spMk id="8" creationId="{7899B9E9-09D0-775D-7C24-E833F7D1D0AA}"/>
          </ac:spMkLst>
        </pc:spChg>
        <pc:picChg chg="mod modCrop">
          <ac:chgData name="Dominique RIGHETTO" userId="512fe077-82ad-424c-88a3-15e852b5861d" providerId="ADAL" clId="{8B7CB91F-10CE-42C2-B9B8-BFF2D3401655}" dt="2026-01-06T08:20:37.707" v="7532" actId="14861"/>
          <ac:picMkLst>
            <pc:docMk/>
            <pc:sldMk cId="617590533" sldId="294"/>
            <ac:picMk id="6" creationId="{1112956B-2F40-599E-049A-D4A8C3513D5A}"/>
          </ac:picMkLst>
        </pc:picChg>
      </pc:sldChg>
      <pc:sldChg chg="addSp delSp modSp add mod ord modNotesTx">
        <pc:chgData name="Dominique RIGHETTO" userId="512fe077-82ad-424c-88a3-15e852b5861d" providerId="ADAL" clId="{8B7CB91F-10CE-42C2-B9B8-BFF2D3401655}" dt="2026-01-06T08:20:53.536" v="7533" actId="14861"/>
        <pc:sldMkLst>
          <pc:docMk/>
          <pc:sldMk cId="2901458821" sldId="295"/>
        </pc:sldMkLst>
        <pc:spChg chg="mod">
          <ac:chgData name="Dominique RIGHETTO" userId="512fe077-82ad-424c-88a3-15e852b5861d" providerId="ADAL" clId="{8B7CB91F-10CE-42C2-B9B8-BFF2D3401655}" dt="2026-01-05T08:56:37.098" v="1793" actId="20577"/>
          <ac:spMkLst>
            <pc:docMk/>
            <pc:sldMk cId="2901458821" sldId="295"/>
            <ac:spMk id="2" creationId="{9101858E-4AE4-5455-A79C-229865D15439}"/>
          </ac:spMkLst>
        </pc:spChg>
        <pc:spChg chg="mod">
          <ac:chgData name="Dominique RIGHETTO" userId="512fe077-82ad-424c-88a3-15e852b5861d" providerId="ADAL" clId="{8B7CB91F-10CE-42C2-B9B8-BFF2D3401655}" dt="2026-01-06T05:30:10.736" v="6628" actId="207"/>
          <ac:spMkLst>
            <pc:docMk/>
            <pc:sldMk cId="2901458821" sldId="295"/>
            <ac:spMk id="3" creationId="{4A7A6585-062B-EC32-2F44-7A3C47246AFE}"/>
          </ac:spMkLst>
        </pc:spChg>
        <pc:picChg chg="add mod">
          <ac:chgData name="Dominique RIGHETTO" userId="512fe077-82ad-424c-88a3-15e852b5861d" providerId="ADAL" clId="{8B7CB91F-10CE-42C2-B9B8-BFF2D3401655}" dt="2026-01-06T08:20:53.536" v="7533" actId="14861"/>
          <ac:picMkLst>
            <pc:docMk/>
            <pc:sldMk cId="2901458821" sldId="295"/>
            <ac:picMk id="5" creationId="{59A3C147-F111-C90C-3E05-6E41BF0EB6D3}"/>
          </ac:picMkLst>
        </pc:picChg>
        <pc:picChg chg="del">
          <ac:chgData name="Dominique RIGHETTO" userId="512fe077-82ad-424c-88a3-15e852b5861d" providerId="ADAL" clId="{8B7CB91F-10CE-42C2-B9B8-BFF2D3401655}" dt="2026-01-05T08:56:47.460" v="1794" actId="478"/>
          <ac:picMkLst>
            <pc:docMk/>
            <pc:sldMk cId="2901458821" sldId="295"/>
            <ac:picMk id="6" creationId="{71AC280B-C571-7834-62BA-EEF79942B9C0}"/>
          </ac:picMkLst>
        </pc:picChg>
      </pc:sldChg>
      <pc:sldChg chg="addSp delSp modSp add mod ord">
        <pc:chgData name="Dominique RIGHETTO" userId="512fe077-82ad-424c-88a3-15e852b5861d" providerId="ADAL" clId="{8B7CB91F-10CE-42C2-B9B8-BFF2D3401655}" dt="2026-01-06T05:30:31.399" v="6629" actId="20577"/>
        <pc:sldMkLst>
          <pc:docMk/>
          <pc:sldMk cId="546162947" sldId="296"/>
        </pc:sldMkLst>
        <pc:spChg chg="mod">
          <ac:chgData name="Dominique RIGHETTO" userId="512fe077-82ad-424c-88a3-15e852b5861d" providerId="ADAL" clId="{8B7CB91F-10CE-42C2-B9B8-BFF2D3401655}" dt="2026-01-05T09:35:20.761" v="2321" actId="20577"/>
          <ac:spMkLst>
            <pc:docMk/>
            <pc:sldMk cId="546162947" sldId="296"/>
            <ac:spMk id="2" creationId="{8357D9B5-4296-FD66-6454-201612494AC3}"/>
          </ac:spMkLst>
        </pc:spChg>
        <pc:spChg chg="mod">
          <ac:chgData name="Dominique RIGHETTO" userId="512fe077-82ad-424c-88a3-15e852b5861d" providerId="ADAL" clId="{8B7CB91F-10CE-42C2-B9B8-BFF2D3401655}" dt="2026-01-06T05:30:31.399" v="6629" actId="20577"/>
          <ac:spMkLst>
            <pc:docMk/>
            <pc:sldMk cId="546162947" sldId="296"/>
            <ac:spMk id="3" creationId="{C89D633C-3E2D-C620-330F-995671BAA090}"/>
          </ac:spMkLst>
        </pc:spChg>
        <pc:picChg chg="add mod">
          <ac:chgData name="Dominique RIGHETTO" userId="512fe077-82ad-424c-88a3-15e852b5861d" providerId="ADAL" clId="{8B7CB91F-10CE-42C2-B9B8-BFF2D3401655}" dt="2026-01-05T19:40:15.637" v="5517" actId="14861"/>
          <ac:picMkLst>
            <pc:docMk/>
            <pc:sldMk cId="546162947" sldId="296"/>
            <ac:picMk id="5" creationId="{305D51B7-6C8B-DF60-8292-37CF7D79B792}"/>
          </ac:picMkLst>
        </pc:picChg>
        <pc:picChg chg="add del mod">
          <ac:chgData name="Dominique RIGHETTO" userId="512fe077-82ad-424c-88a3-15e852b5861d" providerId="ADAL" clId="{8B7CB91F-10CE-42C2-B9B8-BFF2D3401655}" dt="2026-01-05T09:58:00.326" v="2323" actId="478"/>
          <ac:picMkLst>
            <pc:docMk/>
            <pc:sldMk cId="546162947" sldId="296"/>
            <ac:picMk id="5" creationId="{E19C5A8C-6DBB-317B-9B48-46D19F9CC066}"/>
          </ac:picMkLst>
        </pc:picChg>
        <pc:picChg chg="del">
          <ac:chgData name="Dominique RIGHETTO" userId="512fe077-82ad-424c-88a3-15e852b5861d" providerId="ADAL" clId="{8B7CB91F-10CE-42C2-B9B8-BFF2D3401655}" dt="2026-01-05T09:07:32.532" v="2087" actId="478"/>
          <ac:picMkLst>
            <pc:docMk/>
            <pc:sldMk cId="546162947" sldId="296"/>
            <ac:picMk id="6" creationId="{61DC0705-AD07-B80F-06C4-D877F4F1EB1A}"/>
          </ac:picMkLst>
        </pc:picChg>
        <pc:picChg chg="add del mod">
          <ac:chgData name="Dominique RIGHETTO" userId="512fe077-82ad-424c-88a3-15e852b5861d" providerId="ADAL" clId="{8B7CB91F-10CE-42C2-B9B8-BFF2D3401655}" dt="2026-01-05T19:40:09.229" v="5514" actId="478"/>
          <ac:picMkLst>
            <pc:docMk/>
            <pc:sldMk cId="546162947" sldId="296"/>
            <ac:picMk id="6" creationId="{99059005-BA3A-F6BB-37CD-87E255CF8D33}"/>
          </ac:picMkLst>
        </pc:picChg>
      </pc:sldChg>
      <pc:sldChg chg="addSp delSp modSp add mod">
        <pc:chgData name="Dominique RIGHETTO" userId="512fe077-82ad-424c-88a3-15e852b5861d" providerId="ADAL" clId="{8B7CB91F-10CE-42C2-B9B8-BFF2D3401655}" dt="2026-01-06T08:38:27.795" v="7805" actId="1076"/>
        <pc:sldMkLst>
          <pc:docMk/>
          <pc:sldMk cId="709545358" sldId="297"/>
        </pc:sldMkLst>
        <pc:spChg chg="mod">
          <ac:chgData name="Dominique RIGHETTO" userId="512fe077-82ad-424c-88a3-15e852b5861d" providerId="ADAL" clId="{8B7CB91F-10CE-42C2-B9B8-BFF2D3401655}" dt="2026-01-05T10:24:08.837" v="3023" actId="20577"/>
          <ac:spMkLst>
            <pc:docMk/>
            <pc:sldMk cId="709545358" sldId="297"/>
            <ac:spMk id="2" creationId="{B845A4E6-506C-8A54-282B-B9A27DF974D9}"/>
          </ac:spMkLst>
        </pc:spChg>
        <pc:spChg chg="mod">
          <ac:chgData name="Dominique RIGHETTO" userId="512fe077-82ad-424c-88a3-15e852b5861d" providerId="ADAL" clId="{8B7CB91F-10CE-42C2-B9B8-BFF2D3401655}" dt="2026-01-05T15:06:24.477" v="4519" actId="108"/>
          <ac:spMkLst>
            <pc:docMk/>
            <pc:sldMk cId="709545358" sldId="297"/>
            <ac:spMk id="3" creationId="{EA2D3DAB-E05A-AC9C-4BBB-4A581D9BF3D5}"/>
          </ac:spMkLst>
        </pc:spChg>
        <pc:picChg chg="add mod">
          <ac:chgData name="Dominique RIGHETTO" userId="512fe077-82ad-424c-88a3-15e852b5861d" providerId="ADAL" clId="{8B7CB91F-10CE-42C2-B9B8-BFF2D3401655}" dt="2026-01-05T10:05:09.338" v="2573" actId="108"/>
          <ac:picMkLst>
            <pc:docMk/>
            <pc:sldMk cId="709545358" sldId="297"/>
            <ac:picMk id="5" creationId="{B2535224-3613-CF14-2DE1-50957EDA5478}"/>
          </ac:picMkLst>
        </pc:picChg>
        <pc:picChg chg="del">
          <ac:chgData name="Dominique RIGHETTO" userId="512fe077-82ad-424c-88a3-15e852b5861d" providerId="ADAL" clId="{8B7CB91F-10CE-42C2-B9B8-BFF2D3401655}" dt="2026-01-05T10:00:04.684" v="2331" actId="478"/>
          <ac:picMkLst>
            <pc:docMk/>
            <pc:sldMk cId="709545358" sldId="297"/>
            <ac:picMk id="6" creationId="{570DB731-1B05-EC28-08B1-F441A2F8AB71}"/>
          </ac:picMkLst>
        </pc:picChg>
        <pc:picChg chg="add mod">
          <ac:chgData name="Dominique RIGHETTO" userId="512fe077-82ad-424c-88a3-15e852b5861d" providerId="ADAL" clId="{8B7CB91F-10CE-42C2-B9B8-BFF2D3401655}" dt="2026-01-06T08:38:27.795" v="7805" actId="1076"/>
          <ac:picMkLst>
            <pc:docMk/>
            <pc:sldMk cId="709545358" sldId="297"/>
            <ac:picMk id="6" creationId="{D8DE0287-DB66-E698-385A-1A59D7E8C694}"/>
          </ac:picMkLst>
        </pc:picChg>
        <pc:picChg chg="add del mod">
          <ac:chgData name="Dominique RIGHETTO" userId="512fe077-82ad-424c-88a3-15e852b5861d" providerId="ADAL" clId="{8B7CB91F-10CE-42C2-B9B8-BFF2D3401655}" dt="2026-01-06T08:38:24.710" v="7804" actId="478"/>
          <ac:picMkLst>
            <pc:docMk/>
            <pc:sldMk cId="709545358" sldId="297"/>
            <ac:picMk id="8" creationId="{CDEA6B6B-ADE2-DDA5-F518-5F11F0C59B9D}"/>
          </ac:picMkLst>
        </pc:picChg>
      </pc:sldChg>
      <pc:sldChg chg="addSp delSp modSp add mod">
        <pc:chgData name="Dominique RIGHETTO" userId="512fe077-82ad-424c-88a3-15e852b5861d" providerId="ADAL" clId="{8B7CB91F-10CE-42C2-B9B8-BFF2D3401655}" dt="2026-01-06T05:31:25.084" v="6631" actId="20577"/>
        <pc:sldMkLst>
          <pc:docMk/>
          <pc:sldMk cId="3961351739" sldId="298"/>
        </pc:sldMkLst>
        <pc:spChg chg="mod">
          <ac:chgData name="Dominique RIGHETTO" userId="512fe077-82ad-424c-88a3-15e852b5861d" providerId="ADAL" clId="{8B7CB91F-10CE-42C2-B9B8-BFF2D3401655}" dt="2026-01-05T10:24:15.326" v="3032" actId="20577"/>
          <ac:spMkLst>
            <pc:docMk/>
            <pc:sldMk cId="3961351739" sldId="298"/>
            <ac:spMk id="2" creationId="{A48B1937-E229-DAB6-0930-B3E44E3920DE}"/>
          </ac:spMkLst>
        </pc:spChg>
        <pc:spChg chg="mod">
          <ac:chgData name="Dominique RIGHETTO" userId="512fe077-82ad-424c-88a3-15e852b5861d" providerId="ADAL" clId="{8B7CB91F-10CE-42C2-B9B8-BFF2D3401655}" dt="2026-01-06T05:31:25.084" v="6631" actId="20577"/>
          <ac:spMkLst>
            <pc:docMk/>
            <pc:sldMk cId="3961351739" sldId="298"/>
            <ac:spMk id="3" creationId="{83029DA1-9BCD-3EBD-0C74-543E48734A9E}"/>
          </ac:spMkLst>
        </pc:spChg>
        <pc:spChg chg="add mod">
          <ac:chgData name="Dominique RIGHETTO" userId="512fe077-82ad-424c-88a3-15e852b5861d" providerId="ADAL" clId="{8B7CB91F-10CE-42C2-B9B8-BFF2D3401655}" dt="2026-01-05T10:21:48.946" v="2888" actId="207"/>
          <ac:spMkLst>
            <pc:docMk/>
            <pc:sldMk cId="3961351739" sldId="298"/>
            <ac:spMk id="7" creationId="{902C893A-AE8C-38CF-319B-BB6D877250CE}"/>
          </ac:spMkLst>
        </pc:spChg>
        <pc:picChg chg="del">
          <ac:chgData name="Dominique RIGHETTO" userId="512fe077-82ad-424c-88a3-15e852b5861d" providerId="ADAL" clId="{8B7CB91F-10CE-42C2-B9B8-BFF2D3401655}" dt="2026-01-05T10:05:48.540" v="2580" actId="478"/>
          <ac:picMkLst>
            <pc:docMk/>
            <pc:sldMk cId="3961351739" sldId="298"/>
            <ac:picMk id="5" creationId="{C5659996-2D64-F9A5-690D-262F08D76BA9}"/>
          </ac:picMkLst>
        </pc:picChg>
        <pc:picChg chg="add mod">
          <ac:chgData name="Dominique RIGHETTO" userId="512fe077-82ad-424c-88a3-15e852b5861d" providerId="ADAL" clId="{8B7CB91F-10CE-42C2-B9B8-BFF2D3401655}" dt="2026-01-05T10:18:29.644" v="2858" actId="1076"/>
          <ac:picMkLst>
            <pc:docMk/>
            <pc:sldMk cId="3961351739" sldId="298"/>
            <ac:picMk id="6" creationId="{4EBD515D-220C-665B-DCFE-5BDD41EA43E8}"/>
          </ac:picMkLst>
        </pc:picChg>
        <pc:picChg chg="del">
          <ac:chgData name="Dominique RIGHETTO" userId="512fe077-82ad-424c-88a3-15e852b5861d" providerId="ADAL" clId="{8B7CB91F-10CE-42C2-B9B8-BFF2D3401655}" dt="2026-01-05T10:05:49.496" v="2581" actId="478"/>
          <ac:picMkLst>
            <pc:docMk/>
            <pc:sldMk cId="3961351739" sldId="298"/>
            <ac:picMk id="8" creationId="{E304B818-AAB6-5713-E8EC-07DE23F6D58B}"/>
          </ac:picMkLst>
        </pc:picChg>
      </pc:sldChg>
      <pc:sldChg chg="addSp delSp modSp add mod ord">
        <pc:chgData name="Dominique RIGHETTO" userId="512fe077-82ad-424c-88a3-15e852b5861d" providerId="ADAL" clId="{8B7CB91F-10CE-42C2-B9B8-BFF2D3401655}" dt="2026-01-05T10:42:44.005" v="3407" actId="20577"/>
        <pc:sldMkLst>
          <pc:docMk/>
          <pc:sldMk cId="2399632653" sldId="299"/>
        </pc:sldMkLst>
        <pc:spChg chg="mod">
          <ac:chgData name="Dominique RIGHETTO" userId="512fe077-82ad-424c-88a3-15e852b5861d" providerId="ADAL" clId="{8B7CB91F-10CE-42C2-B9B8-BFF2D3401655}" dt="2026-01-05T10:24:23.262" v="3034" actId="20577"/>
          <ac:spMkLst>
            <pc:docMk/>
            <pc:sldMk cId="2399632653" sldId="299"/>
            <ac:spMk id="2" creationId="{3D5DB75B-6770-31DB-523A-9A3D7DBF1E60}"/>
          </ac:spMkLst>
        </pc:spChg>
        <pc:spChg chg="mod">
          <ac:chgData name="Dominique RIGHETTO" userId="512fe077-82ad-424c-88a3-15e852b5861d" providerId="ADAL" clId="{8B7CB91F-10CE-42C2-B9B8-BFF2D3401655}" dt="2026-01-05T10:42:44.005" v="3407" actId="20577"/>
          <ac:spMkLst>
            <pc:docMk/>
            <pc:sldMk cId="2399632653" sldId="299"/>
            <ac:spMk id="3" creationId="{741381EB-99BC-524D-D960-85D1ABC4DC70}"/>
          </ac:spMkLst>
        </pc:spChg>
        <pc:picChg chg="del">
          <ac:chgData name="Dominique RIGHETTO" userId="512fe077-82ad-424c-88a3-15e852b5861d" providerId="ADAL" clId="{8B7CB91F-10CE-42C2-B9B8-BFF2D3401655}" dt="2026-01-05T10:25:50.207" v="3035" actId="478"/>
          <ac:picMkLst>
            <pc:docMk/>
            <pc:sldMk cId="2399632653" sldId="299"/>
            <ac:picMk id="5" creationId="{27B38A17-D9B0-3D51-B75B-B556450D89EE}"/>
          </ac:picMkLst>
        </pc:picChg>
        <pc:picChg chg="add mod">
          <ac:chgData name="Dominique RIGHETTO" userId="512fe077-82ad-424c-88a3-15e852b5861d" providerId="ADAL" clId="{8B7CB91F-10CE-42C2-B9B8-BFF2D3401655}" dt="2026-01-05T10:26:57.342" v="3043" actId="108"/>
          <ac:picMkLst>
            <pc:docMk/>
            <pc:sldMk cId="2399632653" sldId="299"/>
            <ac:picMk id="6" creationId="{34B80029-5A50-92BD-D91B-7B26F946AAA4}"/>
          </ac:picMkLst>
        </pc:picChg>
        <pc:picChg chg="del">
          <ac:chgData name="Dominique RIGHETTO" userId="512fe077-82ad-424c-88a3-15e852b5861d" providerId="ADAL" clId="{8B7CB91F-10CE-42C2-B9B8-BFF2D3401655}" dt="2026-01-05T10:26:43.564" v="3039" actId="478"/>
          <ac:picMkLst>
            <pc:docMk/>
            <pc:sldMk cId="2399632653" sldId="299"/>
            <ac:picMk id="8" creationId="{0F3F0767-05F2-53BF-C4DA-6C12AAA0F513}"/>
          </ac:picMkLst>
        </pc:picChg>
      </pc:sldChg>
      <pc:sldChg chg="addSp delSp modSp add mod">
        <pc:chgData name="Dominique RIGHETTO" userId="512fe077-82ad-424c-88a3-15e852b5861d" providerId="ADAL" clId="{8B7CB91F-10CE-42C2-B9B8-BFF2D3401655}" dt="2026-01-05T15:06:34.004" v="4520" actId="108"/>
        <pc:sldMkLst>
          <pc:docMk/>
          <pc:sldMk cId="1761927550" sldId="300"/>
        </pc:sldMkLst>
        <pc:spChg chg="mod">
          <ac:chgData name="Dominique RIGHETTO" userId="512fe077-82ad-424c-88a3-15e852b5861d" providerId="ADAL" clId="{8B7CB91F-10CE-42C2-B9B8-BFF2D3401655}" dt="2026-01-05T15:06:34.004" v="4520" actId="108"/>
          <ac:spMkLst>
            <pc:docMk/>
            <pc:sldMk cId="1761927550" sldId="300"/>
            <ac:spMk id="3" creationId="{0C7D0AE3-4D9F-D903-11DB-723CC3B837B9}"/>
          </ac:spMkLst>
        </pc:spChg>
        <pc:picChg chg="add mod">
          <ac:chgData name="Dominique RIGHETTO" userId="512fe077-82ad-424c-88a3-15e852b5861d" providerId="ADAL" clId="{8B7CB91F-10CE-42C2-B9B8-BFF2D3401655}" dt="2026-01-05T10:28:38.892" v="3190" actId="108"/>
          <ac:picMkLst>
            <pc:docMk/>
            <pc:sldMk cId="1761927550" sldId="300"/>
            <ac:picMk id="5" creationId="{037C562B-8E3E-0BB5-2C7F-AB3C29B44C6A}"/>
          </ac:picMkLst>
        </pc:picChg>
        <pc:picChg chg="del">
          <ac:chgData name="Dominique RIGHETTO" userId="512fe077-82ad-424c-88a3-15e852b5861d" providerId="ADAL" clId="{8B7CB91F-10CE-42C2-B9B8-BFF2D3401655}" dt="2026-01-05T10:27:13.897" v="3051" actId="478"/>
          <ac:picMkLst>
            <pc:docMk/>
            <pc:sldMk cId="1761927550" sldId="300"/>
            <ac:picMk id="6" creationId="{4899777B-5FFC-3F6A-798F-A85A809DCCBF}"/>
          </ac:picMkLst>
        </pc:picChg>
        <pc:picChg chg="del">
          <ac:chgData name="Dominique RIGHETTO" userId="512fe077-82ad-424c-88a3-15e852b5861d" providerId="ADAL" clId="{8B7CB91F-10CE-42C2-B9B8-BFF2D3401655}" dt="2026-01-05T10:28:24.277" v="3186" actId="478"/>
          <ac:picMkLst>
            <pc:docMk/>
            <pc:sldMk cId="1761927550" sldId="300"/>
            <ac:picMk id="8" creationId="{4C71C728-FF18-4D64-431A-56FB07317519}"/>
          </ac:picMkLst>
        </pc:picChg>
      </pc:sldChg>
      <pc:sldChg chg="addSp delSp modSp add mod ord">
        <pc:chgData name="Dominique RIGHETTO" userId="512fe077-82ad-424c-88a3-15e852b5861d" providerId="ADAL" clId="{8B7CB91F-10CE-42C2-B9B8-BFF2D3401655}" dt="2026-01-05T10:39:59.145" v="3359" actId="20577"/>
        <pc:sldMkLst>
          <pc:docMk/>
          <pc:sldMk cId="4107305617" sldId="301"/>
        </pc:sldMkLst>
        <pc:spChg chg="mod">
          <ac:chgData name="Dominique RIGHETTO" userId="512fe077-82ad-424c-88a3-15e852b5861d" providerId="ADAL" clId="{8B7CB91F-10CE-42C2-B9B8-BFF2D3401655}" dt="2026-01-05T10:34:06.909" v="3334" actId="20577"/>
          <ac:spMkLst>
            <pc:docMk/>
            <pc:sldMk cId="4107305617" sldId="301"/>
            <ac:spMk id="2" creationId="{91F11321-5C53-C769-25FD-3C480E97DDCE}"/>
          </ac:spMkLst>
        </pc:spChg>
        <pc:spChg chg="mod">
          <ac:chgData name="Dominique RIGHETTO" userId="512fe077-82ad-424c-88a3-15e852b5861d" providerId="ADAL" clId="{8B7CB91F-10CE-42C2-B9B8-BFF2D3401655}" dt="2026-01-05T10:39:51.533" v="3355" actId="20577"/>
          <ac:spMkLst>
            <pc:docMk/>
            <pc:sldMk cId="4107305617" sldId="301"/>
            <ac:spMk id="3" creationId="{C97DF473-2026-6250-AA6D-4604CACF6121}"/>
          </ac:spMkLst>
        </pc:spChg>
        <pc:spChg chg="mod">
          <ac:chgData name="Dominique RIGHETTO" userId="512fe077-82ad-424c-88a3-15e852b5861d" providerId="ADAL" clId="{8B7CB91F-10CE-42C2-B9B8-BFF2D3401655}" dt="2026-01-05T10:39:59.145" v="3359" actId="20577"/>
          <ac:spMkLst>
            <pc:docMk/>
            <pc:sldMk cId="4107305617" sldId="301"/>
            <ac:spMk id="7" creationId="{00720CE7-DA57-E954-96B6-C6C46BD85D34}"/>
          </ac:spMkLst>
        </pc:spChg>
        <pc:picChg chg="add mod">
          <ac:chgData name="Dominique RIGHETTO" userId="512fe077-82ad-424c-88a3-15e852b5861d" providerId="ADAL" clId="{8B7CB91F-10CE-42C2-B9B8-BFF2D3401655}" dt="2026-01-05T10:37:41.652" v="3338" actId="14861"/>
          <ac:picMkLst>
            <pc:docMk/>
            <pc:sldMk cId="4107305617" sldId="301"/>
            <ac:picMk id="5" creationId="{AED93A08-AC91-1552-0522-6366FEE89055}"/>
          </ac:picMkLst>
        </pc:picChg>
        <pc:picChg chg="del">
          <ac:chgData name="Dominique RIGHETTO" userId="512fe077-82ad-424c-88a3-15e852b5861d" providerId="ADAL" clId="{8B7CB91F-10CE-42C2-B9B8-BFF2D3401655}" dt="2026-01-05T10:33:30.470" v="3332" actId="478"/>
          <ac:picMkLst>
            <pc:docMk/>
            <pc:sldMk cId="4107305617" sldId="301"/>
            <ac:picMk id="6" creationId="{121C7093-80E3-5906-5D94-7A484BABE94E}"/>
          </ac:picMkLst>
        </pc:picChg>
      </pc:sldChg>
      <pc:sldChg chg="addSp delSp modSp add mod ord">
        <pc:chgData name="Dominique RIGHETTO" userId="512fe077-82ad-424c-88a3-15e852b5861d" providerId="ADAL" clId="{8B7CB91F-10CE-42C2-B9B8-BFF2D3401655}" dt="2026-01-06T05:32:52.543" v="6633" actId="14100"/>
        <pc:sldMkLst>
          <pc:docMk/>
          <pc:sldMk cId="3214065329" sldId="302"/>
        </pc:sldMkLst>
        <pc:spChg chg="mod">
          <ac:chgData name="Dominique RIGHETTO" userId="512fe077-82ad-424c-88a3-15e852b5861d" providerId="ADAL" clId="{8B7CB91F-10CE-42C2-B9B8-BFF2D3401655}" dt="2026-01-05T10:40:27.299" v="3364" actId="20577"/>
          <ac:spMkLst>
            <pc:docMk/>
            <pc:sldMk cId="3214065329" sldId="302"/>
            <ac:spMk id="2" creationId="{F53A0447-9D5C-7901-90EC-9DCA1B8EEF2E}"/>
          </ac:spMkLst>
        </pc:spChg>
        <pc:spChg chg="mod">
          <ac:chgData name="Dominique RIGHETTO" userId="512fe077-82ad-424c-88a3-15e852b5861d" providerId="ADAL" clId="{8B7CB91F-10CE-42C2-B9B8-BFF2D3401655}" dt="2026-01-05T10:42:38.769" v="3405" actId="20577"/>
          <ac:spMkLst>
            <pc:docMk/>
            <pc:sldMk cId="3214065329" sldId="302"/>
            <ac:spMk id="3" creationId="{AE353607-3A14-0643-DFFA-C974C4DCCC09}"/>
          </ac:spMkLst>
        </pc:spChg>
        <pc:picChg chg="add mod">
          <ac:chgData name="Dominique RIGHETTO" userId="512fe077-82ad-424c-88a3-15e852b5861d" providerId="ADAL" clId="{8B7CB91F-10CE-42C2-B9B8-BFF2D3401655}" dt="2026-01-06T05:32:52.543" v="6633" actId="14100"/>
          <ac:picMkLst>
            <pc:docMk/>
            <pc:sldMk cId="3214065329" sldId="302"/>
            <ac:picMk id="5" creationId="{466B5590-4ED1-AC27-53F1-E62264BECCF5}"/>
          </ac:picMkLst>
        </pc:picChg>
        <pc:picChg chg="del">
          <ac:chgData name="Dominique RIGHETTO" userId="512fe077-82ad-424c-88a3-15e852b5861d" providerId="ADAL" clId="{8B7CB91F-10CE-42C2-B9B8-BFF2D3401655}" dt="2026-01-05T10:41:58.694" v="3394" actId="478"/>
          <ac:picMkLst>
            <pc:docMk/>
            <pc:sldMk cId="3214065329" sldId="302"/>
            <ac:picMk id="6" creationId="{9A1F706E-74E3-6496-8FCE-CA94A9572665}"/>
          </ac:picMkLst>
        </pc:picChg>
      </pc:sldChg>
      <pc:sldChg chg="addSp delSp modSp add mod ord">
        <pc:chgData name="Dominique RIGHETTO" userId="512fe077-82ad-424c-88a3-15e852b5861d" providerId="ADAL" clId="{8B7CB91F-10CE-42C2-B9B8-BFF2D3401655}" dt="2026-01-06T05:33:33.490" v="6639" actId="20577"/>
        <pc:sldMkLst>
          <pc:docMk/>
          <pc:sldMk cId="715954666" sldId="303"/>
        </pc:sldMkLst>
        <pc:spChg chg="mod">
          <ac:chgData name="Dominique RIGHETTO" userId="512fe077-82ad-424c-88a3-15e852b5861d" providerId="ADAL" clId="{8B7CB91F-10CE-42C2-B9B8-BFF2D3401655}" dt="2026-01-05T10:43:40.044" v="3412" actId="20577"/>
          <ac:spMkLst>
            <pc:docMk/>
            <pc:sldMk cId="715954666" sldId="303"/>
            <ac:spMk id="2" creationId="{A9F313D3-9682-06E4-65D5-8FFB9CA90034}"/>
          </ac:spMkLst>
        </pc:spChg>
        <pc:spChg chg="mod">
          <ac:chgData name="Dominique RIGHETTO" userId="512fe077-82ad-424c-88a3-15e852b5861d" providerId="ADAL" clId="{8B7CB91F-10CE-42C2-B9B8-BFF2D3401655}" dt="2026-01-06T05:33:33.490" v="6639" actId="20577"/>
          <ac:spMkLst>
            <pc:docMk/>
            <pc:sldMk cId="715954666" sldId="303"/>
            <ac:spMk id="3" creationId="{488F0DFF-4B1E-61BD-3A0C-17B1828785FB}"/>
          </ac:spMkLst>
        </pc:spChg>
        <pc:picChg chg="del mod">
          <ac:chgData name="Dominique RIGHETTO" userId="512fe077-82ad-424c-88a3-15e852b5861d" providerId="ADAL" clId="{8B7CB91F-10CE-42C2-B9B8-BFF2D3401655}" dt="2026-01-05T10:45:36.969" v="3602" actId="478"/>
          <ac:picMkLst>
            <pc:docMk/>
            <pc:sldMk cId="715954666" sldId="303"/>
            <ac:picMk id="5" creationId="{7E48A633-9522-9785-791F-5471505C42F7}"/>
          </ac:picMkLst>
        </pc:picChg>
        <pc:picChg chg="add mod">
          <ac:chgData name="Dominique RIGHETTO" userId="512fe077-82ad-424c-88a3-15e852b5861d" providerId="ADAL" clId="{8B7CB91F-10CE-42C2-B9B8-BFF2D3401655}" dt="2026-01-05T15:04:26.999" v="4510" actId="1076"/>
          <ac:picMkLst>
            <pc:docMk/>
            <pc:sldMk cId="715954666" sldId="303"/>
            <ac:picMk id="6" creationId="{475FA4F2-50B1-AA80-BC0E-12B86ECF77B6}"/>
          </ac:picMkLst>
        </pc:picChg>
      </pc:sldChg>
      <pc:sldChg chg="addSp delSp modSp add mod ord">
        <pc:chgData name="Dominique RIGHETTO" userId="512fe077-82ad-424c-88a3-15e852b5861d" providerId="ADAL" clId="{8B7CB91F-10CE-42C2-B9B8-BFF2D3401655}" dt="2026-01-05T10:48:38.463" v="3641" actId="20577"/>
        <pc:sldMkLst>
          <pc:docMk/>
          <pc:sldMk cId="24537132" sldId="304"/>
        </pc:sldMkLst>
        <pc:spChg chg="mod">
          <ac:chgData name="Dominique RIGHETTO" userId="512fe077-82ad-424c-88a3-15e852b5861d" providerId="ADAL" clId="{8B7CB91F-10CE-42C2-B9B8-BFF2D3401655}" dt="2026-01-05T10:46:17.725" v="3613" actId="20577"/>
          <ac:spMkLst>
            <pc:docMk/>
            <pc:sldMk cId="24537132" sldId="304"/>
            <ac:spMk id="2" creationId="{66E27314-9212-A847-3ABE-683FE3011090}"/>
          </ac:spMkLst>
        </pc:spChg>
        <pc:spChg chg="mod">
          <ac:chgData name="Dominique RIGHETTO" userId="512fe077-82ad-424c-88a3-15e852b5861d" providerId="ADAL" clId="{8B7CB91F-10CE-42C2-B9B8-BFF2D3401655}" dt="2026-01-05T10:46:29.543" v="3632" actId="313"/>
          <ac:spMkLst>
            <pc:docMk/>
            <pc:sldMk cId="24537132" sldId="304"/>
            <ac:spMk id="3" creationId="{5A37EFEA-EF0C-F5AE-34D8-5C9A939C7816}"/>
          </ac:spMkLst>
        </pc:spChg>
        <pc:spChg chg="mod">
          <ac:chgData name="Dominique RIGHETTO" userId="512fe077-82ad-424c-88a3-15e852b5861d" providerId="ADAL" clId="{8B7CB91F-10CE-42C2-B9B8-BFF2D3401655}" dt="2026-01-05T10:48:38.463" v="3641" actId="20577"/>
          <ac:spMkLst>
            <pc:docMk/>
            <pc:sldMk cId="24537132" sldId="304"/>
            <ac:spMk id="7" creationId="{6158CC15-0C5B-B386-40D7-1FC6D70E2110}"/>
          </ac:spMkLst>
        </pc:spChg>
        <pc:picChg chg="del">
          <ac:chgData name="Dominique RIGHETTO" userId="512fe077-82ad-424c-88a3-15e852b5861d" providerId="ADAL" clId="{8B7CB91F-10CE-42C2-B9B8-BFF2D3401655}" dt="2026-01-05T10:48:05.185" v="3633" actId="478"/>
          <ac:picMkLst>
            <pc:docMk/>
            <pc:sldMk cId="24537132" sldId="304"/>
            <ac:picMk id="5" creationId="{ED462643-CC0B-F1FB-B6D0-080C0CA80837}"/>
          </ac:picMkLst>
        </pc:picChg>
        <pc:picChg chg="add mod">
          <ac:chgData name="Dominique RIGHETTO" userId="512fe077-82ad-424c-88a3-15e852b5861d" providerId="ADAL" clId="{8B7CB91F-10CE-42C2-B9B8-BFF2D3401655}" dt="2026-01-05T10:48:13.259" v="3637" actId="14861"/>
          <ac:picMkLst>
            <pc:docMk/>
            <pc:sldMk cId="24537132" sldId="304"/>
            <ac:picMk id="6" creationId="{6B4CFFA8-1969-CA7F-940D-965CDD058C7B}"/>
          </ac:picMkLst>
        </pc:picChg>
      </pc:sldChg>
      <pc:sldChg chg="addSp delSp modSp add mod ord">
        <pc:chgData name="Dominique RIGHETTO" userId="512fe077-82ad-424c-88a3-15e852b5861d" providerId="ADAL" clId="{8B7CB91F-10CE-42C2-B9B8-BFF2D3401655}" dt="2026-01-06T05:59:18.156" v="6834" actId="14100"/>
        <pc:sldMkLst>
          <pc:docMk/>
          <pc:sldMk cId="989586433" sldId="305"/>
        </pc:sldMkLst>
        <pc:spChg chg="mod">
          <ac:chgData name="Dominique RIGHETTO" userId="512fe077-82ad-424c-88a3-15e852b5861d" providerId="ADAL" clId="{8B7CB91F-10CE-42C2-B9B8-BFF2D3401655}" dt="2026-01-05T10:50:35.575" v="3675" actId="20577"/>
          <ac:spMkLst>
            <pc:docMk/>
            <pc:sldMk cId="989586433" sldId="305"/>
            <ac:spMk id="2" creationId="{834B7364-6C98-7044-CEB2-5328BCDFDC6B}"/>
          </ac:spMkLst>
        </pc:spChg>
        <pc:spChg chg="mod">
          <ac:chgData name="Dominique RIGHETTO" userId="512fe077-82ad-424c-88a3-15e852b5861d" providerId="ADAL" clId="{8B7CB91F-10CE-42C2-B9B8-BFF2D3401655}" dt="2026-01-06T05:51:38.821" v="6779" actId="5793"/>
          <ac:spMkLst>
            <pc:docMk/>
            <pc:sldMk cId="989586433" sldId="305"/>
            <ac:spMk id="3" creationId="{4DBACDBD-B750-A641-A360-8510B71B52F8}"/>
          </ac:spMkLst>
        </pc:spChg>
        <pc:spChg chg="add mod">
          <ac:chgData name="Dominique RIGHETTO" userId="512fe077-82ad-424c-88a3-15e852b5861d" providerId="ADAL" clId="{8B7CB91F-10CE-42C2-B9B8-BFF2D3401655}" dt="2026-01-06T05:51:22.131" v="6778" actId="14100"/>
          <ac:spMkLst>
            <pc:docMk/>
            <pc:sldMk cId="989586433" sldId="305"/>
            <ac:spMk id="4" creationId="{4B92274F-491B-942D-FD18-C984AC21D9B6}"/>
          </ac:spMkLst>
        </pc:spChg>
        <pc:spChg chg="add mod ord">
          <ac:chgData name="Dominique RIGHETTO" userId="512fe077-82ad-424c-88a3-15e852b5861d" providerId="ADAL" clId="{8B7CB91F-10CE-42C2-B9B8-BFF2D3401655}" dt="2026-01-06T05:59:18.156" v="6834" actId="14100"/>
          <ac:spMkLst>
            <pc:docMk/>
            <pc:sldMk cId="989586433" sldId="305"/>
            <ac:spMk id="7" creationId="{AA1481E2-E225-CB1E-5FC0-20D0387972C4}"/>
          </ac:spMkLst>
        </pc:spChg>
        <pc:spChg chg="add del mod">
          <ac:chgData name="Dominique RIGHETTO" userId="512fe077-82ad-424c-88a3-15e852b5861d" providerId="ADAL" clId="{8B7CB91F-10CE-42C2-B9B8-BFF2D3401655}" dt="2026-01-06T05:50:56.221" v="6774" actId="478"/>
          <ac:spMkLst>
            <pc:docMk/>
            <pc:sldMk cId="989586433" sldId="305"/>
            <ac:spMk id="9" creationId="{43CC8CFB-4C99-259F-A2E1-C1966F2A9256}"/>
          </ac:spMkLst>
        </pc:spChg>
        <pc:spChg chg="add del mod">
          <ac:chgData name="Dominique RIGHETTO" userId="512fe077-82ad-424c-88a3-15e852b5861d" providerId="ADAL" clId="{8B7CB91F-10CE-42C2-B9B8-BFF2D3401655}" dt="2026-01-05T14:46:27.088" v="4185" actId="478"/>
          <ac:spMkLst>
            <pc:docMk/>
            <pc:sldMk cId="989586433" sldId="305"/>
            <ac:spMk id="12" creationId="{F0128405-7D4E-CF9E-D8CB-320938C1CEAC}"/>
          </ac:spMkLst>
        </pc:spChg>
        <pc:picChg chg="del">
          <ac:chgData name="Dominique RIGHETTO" userId="512fe077-82ad-424c-88a3-15e852b5861d" providerId="ADAL" clId="{8B7CB91F-10CE-42C2-B9B8-BFF2D3401655}" dt="2026-01-05T10:48:59.831" v="3645" actId="478"/>
          <ac:picMkLst>
            <pc:docMk/>
            <pc:sldMk cId="989586433" sldId="305"/>
            <ac:picMk id="5" creationId="{19E4CFDB-9F54-674E-5280-33F4416CA6C5}"/>
          </ac:picMkLst>
        </pc:picChg>
        <pc:picChg chg="add del mod">
          <ac:chgData name="Dominique RIGHETTO" userId="512fe077-82ad-424c-88a3-15e852b5861d" providerId="ADAL" clId="{8B7CB91F-10CE-42C2-B9B8-BFF2D3401655}" dt="2026-01-05T14:44:29.699" v="4160" actId="478"/>
          <ac:picMkLst>
            <pc:docMk/>
            <pc:sldMk cId="989586433" sldId="305"/>
            <ac:picMk id="5" creationId="{C7A73C33-6AB9-F717-0095-281B790D3D92}"/>
          </ac:picMkLst>
        </pc:picChg>
        <pc:picChg chg="add del mod">
          <ac:chgData name="Dominique RIGHETTO" userId="512fe077-82ad-424c-88a3-15e852b5861d" providerId="ADAL" clId="{8B7CB91F-10CE-42C2-B9B8-BFF2D3401655}" dt="2026-01-05T14:42:40.702" v="4144" actId="478"/>
          <ac:picMkLst>
            <pc:docMk/>
            <pc:sldMk cId="989586433" sldId="305"/>
            <ac:picMk id="6" creationId="{E63415D6-6D65-95E4-C7BC-8A1B52CE7E8A}"/>
          </ac:picMkLst>
        </pc:picChg>
        <pc:picChg chg="add mod ord">
          <ac:chgData name="Dominique RIGHETTO" userId="512fe077-82ad-424c-88a3-15e852b5861d" providerId="ADAL" clId="{8B7CB91F-10CE-42C2-B9B8-BFF2D3401655}" dt="2026-01-06T05:51:43.579" v="6780" actId="166"/>
          <ac:picMkLst>
            <pc:docMk/>
            <pc:sldMk cId="989586433" sldId="305"/>
            <ac:picMk id="8" creationId="{D6C333E4-EAB2-386F-0AA9-7808BDB89AD5}"/>
          </ac:picMkLst>
        </pc:picChg>
        <pc:picChg chg="add mod modCrop">
          <ac:chgData name="Dominique RIGHETTO" userId="512fe077-82ad-424c-88a3-15e852b5861d" providerId="ADAL" clId="{8B7CB91F-10CE-42C2-B9B8-BFF2D3401655}" dt="2026-01-06T05:51:02.215" v="6776" actId="1076"/>
          <ac:picMkLst>
            <pc:docMk/>
            <pc:sldMk cId="989586433" sldId="305"/>
            <ac:picMk id="11" creationId="{14FDD82F-A001-EF7F-B4A6-AC95A767E4F0}"/>
          </ac:picMkLst>
        </pc:picChg>
      </pc:sldChg>
      <pc:sldChg chg="delSp modSp add mod ord">
        <pc:chgData name="Dominique RIGHETTO" userId="512fe077-82ad-424c-88a3-15e852b5861d" providerId="ADAL" clId="{8B7CB91F-10CE-42C2-B9B8-BFF2D3401655}" dt="2026-01-06T05:34:48.386" v="6641" actId="20577"/>
        <pc:sldMkLst>
          <pc:docMk/>
          <pc:sldMk cId="1692727651" sldId="306"/>
        </pc:sldMkLst>
        <pc:spChg chg="mod">
          <ac:chgData name="Dominique RIGHETTO" userId="512fe077-82ad-424c-88a3-15e852b5861d" providerId="ADAL" clId="{8B7CB91F-10CE-42C2-B9B8-BFF2D3401655}" dt="2026-01-05T13:31:31.412" v="3779" actId="20577"/>
          <ac:spMkLst>
            <pc:docMk/>
            <pc:sldMk cId="1692727651" sldId="306"/>
            <ac:spMk id="2" creationId="{11157380-E6C6-BFA4-9C04-458C2CBB76E3}"/>
          </ac:spMkLst>
        </pc:spChg>
        <pc:spChg chg="mod">
          <ac:chgData name="Dominique RIGHETTO" userId="512fe077-82ad-424c-88a3-15e852b5861d" providerId="ADAL" clId="{8B7CB91F-10CE-42C2-B9B8-BFF2D3401655}" dt="2026-01-06T05:34:48.386" v="6641" actId="20577"/>
          <ac:spMkLst>
            <pc:docMk/>
            <pc:sldMk cId="1692727651" sldId="306"/>
            <ac:spMk id="3" creationId="{3891132A-A1FF-9CE4-2144-AF041DB3EBB3}"/>
          </ac:spMkLst>
        </pc:spChg>
        <pc:picChg chg="del">
          <ac:chgData name="Dominique RIGHETTO" userId="512fe077-82ad-424c-88a3-15e852b5861d" providerId="ADAL" clId="{8B7CB91F-10CE-42C2-B9B8-BFF2D3401655}" dt="2026-01-05T13:33:21.581" v="3904" actId="478"/>
          <ac:picMkLst>
            <pc:docMk/>
            <pc:sldMk cId="1692727651" sldId="306"/>
            <ac:picMk id="6" creationId="{DDB3C190-729A-F4E7-6478-4C100CDCEB0D}"/>
          </ac:picMkLst>
        </pc:picChg>
      </pc:sldChg>
      <pc:sldChg chg="addSp delSp modSp add mod">
        <pc:chgData name="Dominique RIGHETTO" userId="512fe077-82ad-424c-88a3-15e852b5861d" providerId="ADAL" clId="{8B7CB91F-10CE-42C2-B9B8-BFF2D3401655}" dt="2026-01-05T14:41:36.204" v="4143" actId="14861"/>
        <pc:sldMkLst>
          <pc:docMk/>
          <pc:sldMk cId="3958721667" sldId="307"/>
        </pc:sldMkLst>
        <pc:spChg chg="del">
          <ac:chgData name="Dominique RIGHETTO" userId="512fe077-82ad-424c-88a3-15e852b5861d" providerId="ADAL" clId="{8B7CB91F-10CE-42C2-B9B8-BFF2D3401655}" dt="2026-01-05T14:40:34.348" v="4137" actId="478"/>
          <ac:spMkLst>
            <pc:docMk/>
            <pc:sldMk cId="3958721667" sldId="307"/>
            <ac:spMk id="3" creationId="{C0CC1EA4-5EDA-5F21-FF78-5DA844B609EB}"/>
          </ac:spMkLst>
        </pc:spChg>
        <pc:spChg chg="add del mod">
          <ac:chgData name="Dominique RIGHETTO" userId="512fe077-82ad-424c-88a3-15e852b5861d" providerId="ADAL" clId="{8B7CB91F-10CE-42C2-B9B8-BFF2D3401655}" dt="2026-01-05T14:40:37.832" v="4138" actId="478"/>
          <ac:spMkLst>
            <pc:docMk/>
            <pc:sldMk cId="3958721667" sldId="307"/>
            <ac:spMk id="5" creationId="{5B0D9699-5C21-4AB7-EBBF-5A4BB39B4F42}"/>
          </ac:spMkLst>
        </pc:spChg>
        <pc:picChg chg="add mod">
          <ac:chgData name="Dominique RIGHETTO" userId="512fe077-82ad-424c-88a3-15e852b5861d" providerId="ADAL" clId="{8B7CB91F-10CE-42C2-B9B8-BFF2D3401655}" dt="2026-01-05T14:41:36.204" v="4143" actId="14861"/>
          <ac:picMkLst>
            <pc:docMk/>
            <pc:sldMk cId="3958721667" sldId="307"/>
            <ac:picMk id="7" creationId="{1E8E8772-F4E3-6F5A-F5C5-E01FF188109F}"/>
          </ac:picMkLst>
        </pc:picChg>
      </pc:sldChg>
      <pc:sldChg chg="addSp delSp modSp add mod ord">
        <pc:chgData name="Dominique RIGHETTO" userId="512fe077-82ad-424c-88a3-15e852b5861d" providerId="ADAL" clId="{8B7CB91F-10CE-42C2-B9B8-BFF2D3401655}" dt="2026-01-06T08:28:12.051" v="7781" actId="20577"/>
        <pc:sldMkLst>
          <pc:docMk/>
          <pc:sldMk cId="2964034352" sldId="308"/>
        </pc:sldMkLst>
        <pc:spChg chg="mod">
          <ac:chgData name="Dominique RIGHETTO" userId="512fe077-82ad-424c-88a3-15e852b5861d" providerId="ADAL" clId="{8B7CB91F-10CE-42C2-B9B8-BFF2D3401655}" dt="2026-01-05T14:50:16.554" v="4212" actId="20577"/>
          <ac:spMkLst>
            <pc:docMk/>
            <pc:sldMk cId="2964034352" sldId="308"/>
            <ac:spMk id="2" creationId="{315112D2-667A-5ACA-2D54-8841534A1F0B}"/>
          </ac:spMkLst>
        </pc:spChg>
        <pc:spChg chg="mod">
          <ac:chgData name="Dominique RIGHETTO" userId="512fe077-82ad-424c-88a3-15e852b5861d" providerId="ADAL" clId="{8B7CB91F-10CE-42C2-B9B8-BFF2D3401655}" dt="2026-01-06T08:28:12.051" v="7781" actId="20577"/>
          <ac:spMkLst>
            <pc:docMk/>
            <pc:sldMk cId="2964034352" sldId="308"/>
            <ac:spMk id="3" creationId="{A8F0DB80-3BA9-573F-68E4-4730BBA07D63}"/>
          </ac:spMkLst>
        </pc:spChg>
        <pc:spChg chg="mod">
          <ac:chgData name="Dominique RIGHETTO" userId="512fe077-82ad-424c-88a3-15e852b5861d" providerId="ADAL" clId="{8B7CB91F-10CE-42C2-B9B8-BFF2D3401655}" dt="2026-01-05T14:53:34.318" v="4230" actId="207"/>
          <ac:spMkLst>
            <pc:docMk/>
            <pc:sldMk cId="2964034352" sldId="308"/>
            <ac:spMk id="7" creationId="{57A1192D-9FD8-26B8-E303-C1AD3B37DEEE}"/>
          </ac:spMkLst>
        </pc:spChg>
        <pc:picChg chg="add mod">
          <ac:chgData name="Dominique RIGHETTO" userId="512fe077-82ad-424c-88a3-15e852b5861d" providerId="ADAL" clId="{8B7CB91F-10CE-42C2-B9B8-BFF2D3401655}" dt="2026-01-06T08:27:50.345" v="7777" actId="1036"/>
          <ac:picMkLst>
            <pc:docMk/>
            <pc:sldMk cId="2964034352" sldId="308"/>
            <ac:picMk id="5" creationId="{40913B38-1455-23B0-9894-4B7225F128A5}"/>
          </ac:picMkLst>
        </pc:picChg>
        <pc:picChg chg="del">
          <ac:chgData name="Dominique RIGHETTO" userId="512fe077-82ad-424c-88a3-15e852b5861d" providerId="ADAL" clId="{8B7CB91F-10CE-42C2-B9B8-BFF2D3401655}" dt="2026-01-05T14:52:51.224" v="4222" actId="478"/>
          <ac:picMkLst>
            <pc:docMk/>
            <pc:sldMk cId="2964034352" sldId="308"/>
            <ac:picMk id="6" creationId="{7B801C81-762A-D5EE-7DAD-6E34625E8A73}"/>
          </ac:picMkLst>
        </pc:picChg>
      </pc:sldChg>
      <pc:sldChg chg="addSp delSp modSp add mod ord">
        <pc:chgData name="Dominique RIGHETTO" userId="512fe077-82ad-424c-88a3-15e852b5861d" providerId="ADAL" clId="{8B7CB91F-10CE-42C2-B9B8-BFF2D3401655}" dt="2026-01-05T15:21:18.865" v="4624" actId="14100"/>
        <pc:sldMkLst>
          <pc:docMk/>
          <pc:sldMk cId="625439952" sldId="309"/>
        </pc:sldMkLst>
        <pc:spChg chg="mod">
          <ac:chgData name="Dominique RIGHETTO" userId="512fe077-82ad-424c-88a3-15e852b5861d" providerId="ADAL" clId="{8B7CB91F-10CE-42C2-B9B8-BFF2D3401655}" dt="2026-01-05T14:59:21.621" v="4235" actId="20577"/>
          <ac:spMkLst>
            <pc:docMk/>
            <pc:sldMk cId="625439952" sldId="309"/>
            <ac:spMk id="2" creationId="{0F3B0007-69E6-BDDF-D1A7-F14E86700773}"/>
          </ac:spMkLst>
        </pc:spChg>
        <pc:spChg chg="mod">
          <ac:chgData name="Dominique RIGHETTO" userId="512fe077-82ad-424c-88a3-15e852b5861d" providerId="ADAL" clId="{8B7CB91F-10CE-42C2-B9B8-BFF2D3401655}" dt="2026-01-05T15:08:46.969" v="4555" actId="20577"/>
          <ac:spMkLst>
            <pc:docMk/>
            <pc:sldMk cId="625439952" sldId="309"/>
            <ac:spMk id="3" creationId="{278B57A3-956B-6E65-1863-5D3E5605B75E}"/>
          </ac:spMkLst>
        </pc:spChg>
        <pc:spChg chg="del">
          <ac:chgData name="Dominique RIGHETTO" userId="512fe077-82ad-424c-88a3-15e852b5861d" providerId="ADAL" clId="{8B7CB91F-10CE-42C2-B9B8-BFF2D3401655}" dt="2026-01-05T14:59:36.995" v="4244" actId="478"/>
          <ac:spMkLst>
            <pc:docMk/>
            <pc:sldMk cId="625439952" sldId="309"/>
            <ac:spMk id="7" creationId="{30A8EB54-950B-AE3D-6A7B-0D5A0E87E466}"/>
          </ac:spMkLst>
        </pc:spChg>
        <pc:spChg chg="del">
          <ac:chgData name="Dominique RIGHETTO" userId="512fe077-82ad-424c-88a3-15e852b5861d" providerId="ADAL" clId="{8B7CB91F-10CE-42C2-B9B8-BFF2D3401655}" dt="2026-01-05T14:59:33.876" v="4242" actId="478"/>
          <ac:spMkLst>
            <pc:docMk/>
            <pc:sldMk cId="625439952" sldId="309"/>
            <ac:spMk id="9" creationId="{61CA3FDA-0972-D95E-580C-1D7E1A643872}"/>
          </ac:spMkLst>
        </pc:spChg>
        <pc:spChg chg="add mod">
          <ac:chgData name="Dominique RIGHETTO" userId="512fe077-82ad-424c-88a3-15e852b5861d" providerId="ADAL" clId="{8B7CB91F-10CE-42C2-B9B8-BFF2D3401655}" dt="2026-01-05T15:19:11.214" v="4608" actId="20577"/>
          <ac:spMkLst>
            <pc:docMk/>
            <pc:sldMk cId="625439952" sldId="309"/>
            <ac:spMk id="10" creationId="{A7BFD8A7-ED6E-CB26-E0EE-5F2A6543B2BE}"/>
          </ac:spMkLst>
        </pc:spChg>
        <pc:spChg chg="add mod ord">
          <ac:chgData name="Dominique RIGHETTO" userId="512fe077-82ad-424c-88a3-15e852b5861d" providerId="ADAL" clId="{8B7CB91F-10CE-42C2-B9B8-BFF2D3401655}" dt="2026-01-05T15:21:18.865" v="4624" actId="14100"/>
          <ac:spMkLst>
            <pc:docMk/>
            <pc:sldMk cId="625439952" sldId="309"/>
            <ac:spMk id="12" creationId="{0364D1ED-1FFF-D3D7-3378-10C1EA44D21F}"/>
          </ac:spMkLst>
        </pc:spChg>
        <pc:picChg chg="add del mod modCrop">
          <ac:chgData name="Dominique RIGHETTO" userId="512fe077-82ad-424c-88a3-15e852b5861d" providerId="ADAL" clId="{8B7CB91F-10CE-42C2-B9B8-BFF2D3401655}" dt="2026-01-05T15:20:51.214" v="4614" actId="478"/>
          <ac:picMkLst>
            <pc:docMk/>
            <pc:sldMk cId="625439952" sldId="309"/>
            <ac:picMk id="5" creationId="{565F0C9E-6E6E-F1F9-48D7-936F32B20595}"/>
          </ac:picMkLst>
        </pc:picChg>
        <pc:picChg chg="add mod">
          <ac:chgData name="Dominique RIGHETTO" userId="512fe077-82ad-424c-88a3-15e852b5861d" providerId="ADAL" clId="{8B7CB91F-10CE-42C2-B9B8-BFF2D3401655}" dt="2026-01-05T15:07:11.046" v="4527"/>
          <ac:picMkLst>
            <pc:docMk/>
            <pc:sldMk cId="625439952" sldId="309"/>
            <ac:picMk id="6" creationId="{060D9616-7F41-3059-7EFF-243BEF9597F9}"/>
          </ac:picMkLst>
        </pc:picChg>
        <pc:picChg chg="del">
          <ac:chgData name="Dominique RIGHETTO" userId="512fe077-82ad-424c-88a3-15e852b5861d" providerId="ADAL" clId="{8B7CB91F-10CE-42C2-B9B8-BFF2D3401655}" dt="2026-01-05T14:59:32.356" v="4241" actId="478"/>
          <ac:picMkLst>
            <pc:docMk/>
            <pc:sldMk cId="625439952" sldId="309"/>
            <ac:picMk id="8" creationId="{A62A7847-7334-10FE-79FE-06D50DE8DBC4}"/>
          </ac:picMkLst>
        </pc:picChg>
        <pc:picChg chg="del">
          <ac:chgData name="Dominique RIGHETTO" userId="512fe077-82ad-424c-88a3-15e852b5861d" providerId="ADAL" clId="{8B7CB91F-10CE-42C2-B9B8-BFF2D3401655}" dt="2026-01-05T14:59:34.716" v="4243" actId="478"/>
          <ac:picMkLst>
            <pc:docMk/>
            <pc:sldMk cId="625439952" sldId="309"/>
            <ac:picMk id="11" creationId="{FF1A43D7-04AD-62F4-0529-434A05957678}"/>
          </ac:picMkLst>
        </pc:picChg>
        <pc:picChg chg="add mod">
          <ac:chgData name="Dominique RIGHETTO" userId="512fe077-82ad-424c-88a3-15e852b5861d" providerId="ADAL" clId="{8B7CB91F-10CE-42C2-B9B8-BFF2D3401655}" dt="2026-01-05T15:21:03.305" v="4619" actId="14100"/>
          <ac:picMkLst>
            <pc:docMk/>
            <pc:sldMk cId="625439952" sldId="309"/>
            <ac:picMk id="14" creationId="{6ECDF1AA-B65E-A525-23B4-1B6370788CE5}"/>
          </ac:picMkLst>
        </pc:picChg>
      </pc:sldChg>
      <pc:sldChg chg="addSp delSp modSp add mod ord">
        <pc:chgData name="Dominique RIGHETTO" userId="512fe077-82ad-424c-88a3-15e852b5861d" providerId="ADAL" clId="{8B7CB91F-10CE-42C2-B9B8-BFF2D3401655}" dt="2026-01-06T05:36:49.580" v="6644" actId="20577"/>
        <pc:sldMkLst>
          <pc:docMk/>
          <pc:sldMk cId="497681082" sldId="310"/>
        </pc:sldMkLst>
        <pc:spChg chg="mod">
          <ac:chgData name="Dominique RIGHETTO" userId="512fe077-82ad-424c-88a3-15e852b5861d" providerId="ADAL" clId="{8B7CB91F-10CE-42C2-B9B8-BFF2D3401655}" dt="2026-01-05T15:01:47.219" v="4293" actId="20577"/>
          <ac:spMkLst>
            <pc:docMk/>
            <pc:sldMk cId="497681082" sldId="310"/>
            <ac:spMk id="2" creationId="{C48E3CF9-CB24-1DB0-A3CE-9DBCDE187153}"/>
          </ac:spMkLst>
        </pc:spChg>
        <pc:spChg chg="mod">
          <ac:chgData name="Dominique RIGHETTO" userId="512fe077-82ad-424c-88a3-15e852b5861d" providerId="ADAL" clId="{8B7CB91F-10CE-42C2-B9B8-BFF2D3401655}" dt="2026-01-06T05:36:49.580" v="6644" actId="20577"/>
          <ac:spMkLst>
            <pc:docMk/>
            <pc:sldMk cId="497681082" sldId="310"/>
            <ac:spMk id="3" creationId="{7724CFBE-895C-529D-962F-48F3B3F99C9A}"/>
          </ac:spMkLst>
        </pc:spChg>
        <pc:picChg chg="add mod">
          <ac:chgData name="Dominique RIGHETTO" userId="512fe077-82ad-424c-88a3-15e852b5861d" providerId="ADAL" clId="{8B7CB91F-10CE-42C2-B9B8-BFF2D3401655}" dt="2026-01-05T15:04:44.524" v="4517" actId="1076"/>
          <ac:picMkLst>
            <pc:docMk/>
            <pc:sldMk cId="497681082" sldId="310"/>
            <ac:picMk id="5" creationId="{98E7A59E-620D-AB2E-0ABE-776E5686CFD5}"/>
          </ac:picMkLst>
        </pc:picChg>
        <pc:picChg chg="del">
          <ac:chgData name="Dominique RIGHETTO" userId="512fe077-82ad-424c-88a3-15e852b5861d" providerId="ADAL" clId="{8B7CB91F-10CE-42C2-B9B8-BFF2D3401655}" dt="2026-01-05T15:03:32.051" v="4474" actId="478"/>
          <ac:picMkLst>
            <pc:docMk/>
            <pc:sldMk cId="497681082" sldId="310"/>
            <ac:picMk id="6" creationId="{CEF149A3-B6C9-B8F6-6621-F9AE4F7B490C}"/>
          </ac:picMkLst>
        </pc:picChg>
      </pc:sldChg>
      <pc:sldChg chg="addSp delSp modSp add mod">
        <pc:chgData name="Dominique RIGHETTO" userId="512fe077-82ad-424c-88a3-15e852b5861d" providerId="ADAL" clId="{8B7CB91F-10CE-42C2-B9B8-BFF2D3401655}" dt="2026-01-05T15:19:26.609" v="4610" actId="1076"/>
        <pc:sldMkLst>
          <pc:docMk/>
          <pc:sldMk cId="1502947638" sldId="311"/>
        </pc:sldMkLst>
        <pc:spChg chg="del">
          <ac:chgData name="Dominique RIGHETTO" userId="512fe077-82ad-424c-88a3-15e852b5861d" providerId="ADAL" clId="{8B7CB91F-10CE-42C2-B9B8-BFF2D3401655}" dt="2026-01-05T15:07:19.483" v="4529" actId="478"/>
          <ac:spMkLst>
            <pc:docMk/>
            <pc:sldMk cId="1502947638" sldId="311"/>
            <ac:spMk id="3" creationId="{0A2D07C9-CB99-6D3B-F209-98AA779960A1}"/>
          </ac:spMkLst>
        </pc:spChg>
        <pc:spChg chg="add del mod">
          <ac:chgData name="Dominique RIGHETTO" userId="512fe077-82ad-424c-88a3-15e852b5861d" providerId="ADAL" clId="{8B7CB91F-10CE-42C2-B9B8-BFF2D3401655}" dt="2026-01-05T15:07:20.928" v="4530" actId="478"/>
          <ac:spMkLst>
            <pc:docMk/>
            <pc:sldMk cId="1502947638" sldId="311"/>
            <ac:spMk id="6" creationId="{F4DF2A68-AD91-9259-9EFD-F55BE655885D}"/>
          </ac:spMkLst>
        </pc:spChg>
        <pc:picChg chg="del">
          <ac:chgData name="Dominique RIGHETTO" userId="512fe077-82ad-424c-88a3-15e852b5861d" providerId="ADAL" clId="{8B7CB91F-10CE-42C2-B9B8-BFF2D3401655}" dt="2026-01-05T15:07:21.789" v="4531" actId="478"/>
          <ac:picMkLst>
            <pc:docMk/>
            <pc:sldMk cId="1502947638" sldId="311"/>
            <ac:picMk id="5" creationId="{9D05FDD9-2189-4212-83A0-3FB54DAABE3D}"/>
          </ac:picMkLst>
        </pc:picChg>
        <pc:picChg chg="add del mod modCrop">
          <ac:chgData name="Dominique RIGHETTO" userId="512fe077-82ad-424c-88a3-15e852b5861d" providerId="ADAL" clId="{8B7CB91F-10CE-42C2-B9B8-BFF2D3401655}" dt="2026-01-05T15:17:00.266" v="4580" actId="478"/>
          <ac:picMkLst>
            <pc:docMk/>
            <pc:sldMk cId="1502947638" sldId="311"/>
            <ac:picMk id="8" creationId="{6B0BB634-23C3-A70A-54AC-D138D5B822EA}"/>
          </ac:picMkLst>
        </pc:picChg>
        <pc:picChg chg="add mod modCrop">
          <ac:chgData name="Dominique RIGHETTO" userId="512fe077-82ad-424c-88a3-15e852b5861d" providerId="ADAL" clId="{8B7CB91F-10CE-42C2-B9B8-BFF2D3401655}" dt="2026-01-05T15:19:26.609" v="4610" actId="1076"/>
          <ac:picMkLst>
            <pc:docMk/>
            <pc:sldMk cId="1502947638" sldId="311"/>
            <ac:picMk id="10" creationId="{C676507D-8D55-F03F-60D5-6EA1D309D23F}"/>
          </ac:picMkLst>
        </pc:picChg>
        <pc:picChg chg="add mod">
          <ac:chgData name="Dominique RIGHETTO" userId="512fe077-82ad-424c-88a3-15e852b5861d" providerId="ADAL" clId="{8B7CB91F-10CE-42C2-B9B8-BFF2D3401655}" dt="2026-01-05T15:19:23.010" v="4609" actId="1076"/>
          <ac:picMkLst>
            <pc:docMk/>
            <pc:sldMk cId="1502947638" sldId="311"/>
            <ac:picMk id="12" creationId="{7029D462-864D-D455-3E8C-2BC297238028}"/>
          </ac:picMkLst>
        </pc:picChg>
      </pc:sldChg>
      <pc:sldChg chg="addSp delSp modSp add del mod">
        <pc:chgData name="Dominique RIGHETTO" userId="512fe077-82ad-424c-88a3-15e852b5861d" providerId="ADAL" clId="{8B7CB91F-10CE-42C2-B9B8-BFF2D3401655}" dt="2026-01-05T15:22:10.947" v="4625" actId="47"/>
        <pc:sldMkLst>
          <pc:docMk/>
          <pc:sldMk cId="417307664" sldId="312"/>
        </pc:sldMkLst>
        <pc:picChg chg="add del mod">
          <ac:chgData name="Dominique RIGHETTO" userId="512fe077-82ad-424c-88a3-15e852b5861d" providerId="ADAL" clId="{8B7CB91F-10CE-42C2-B9B8-BFF2D3401655}" dt="2026-01-05T15:09:55.101" v="4556" actId="478"/>
          <ac:picMkLst>
            <pc:docMk/>
            <pc:sldMk cId="417307664" sldId="312"/>
            <ac:picMk id="4" creationId="{F09F7F5E-ADAB-2E25-FA07-EC95D2B68FDE}"/>
          </ac:picMkLst>
        </pc:picChg>
        <pc:picChg chg="del">
          <ac:chgData name="Dominique RIGHETTO" userId="512fe077-82ad-424c-88a3-15e852b5861d" providerId="ADAL" clId="{8B7CB91F-10CE-42C2-B9B8-BFF2D3401655}" dt="2026-01-05T15:08:25.100" v="4539" actId="478"/>
          <ac:picMkLst>
            <pc:docMk/>
            <pc:sldMk cId="417307664" sldId="312"/>
            <ac:picMk id="8" creationId="{34F69B83-5398-119C-60A6-C14965AA410B}"/>
          </ac:picMkLst>
        </pc:picChg>
      </pc:sldChg>
      <pc:sldChg chg="addSp delSp modSp add mod ord">
        <pc:chgData name="Dominique RIGHETTO" userId="512fe077-82ad-424c-88a3-15e852b5861d" providerId="ADAL" clId="{8B7CB91F-10CE-42C2-B9B8-BFF2D3401655}" dt="2026-01-05T15:49:14.065" v="4755" actId="14861"/>
        <pc:sldMkLst>
          <pc:docMk/>
          <pc:sldMk cId="750126829" sldId="312"/>
        </pc:sldMkLst>
        <pc:spChg chg="mod">
          <ac:chgData name="Dominique RIGHETTO" userId="512fe077-82ad-424c-88a3-15e852b5861d" providerId="ADAL" clId="{8B7CB91F-10CE-42C2-B9B8-BFF2D3401655}" dt="2026-01-05T15:23:31.737" v="4665" actId="20577"/>
          <ac:spMkLst>
            <pc:docMk/>
            <pc:sldMk cId="750126829" sldId="312"/>
            <ac:spMk id="2" creationId="{98F14790-074C-95E2-C4EF-910EA1CD2AF1}"/>
          </ac:spMkLst>
        </pc:spChg>
        <pc:spChg chg="mod">
          <ac:chgData name="Dominique RIGHETTO" userId="512fe077-82ad-424c-88a3-15e852b5861d" providerId="ADAL" clId="{8B7CB91F-10CE-42C2-B9B8-BFF2D3401655}" dt="2026-01-05T15:24:03.038" v="4748" actId="20577"/>
          <ac:spMkLst>
            <pc:docMk/>
            <pc:sldMk cId="750126829" sldId="312"/>
            <ac:spMk id="3" creationId="{BE28F0C4-9907-93B2-D5DA-46FB3B31BFBF}"/>
          </ac:spMkLst>
        </pc:spChg>
        <pc:spChg chg="mod">
          <ac:chgData name="Dominique RIGHETTO" userId="512fe077-82ad-424c-88a3-15e852b5861d" providerId="ADAL" clId="{8B7CB91F-10CE-42C2-B9B8-BFF2D3401655}" dt="2026-01-05T15:24:29.591" v="4751" actId="207"/>
          <ac:spMkLst>
            <pc:docMk/>
            <pc:sldMk cId="750126829" sldId="312"/>
            <ac:spMk id="7" creationId="{BA798E0F-45CC-AAFD-85E7-A216053474BA}"/>
          </ac:spMkLst>
        </pc:spChg>
        <pc:picChg chg="del">
          <ac:chgData name="Dominique RIGHETTO" userId="512fe077-82ad-424c-88a3-15e852b5861d" providerId="ADAL" clId="{8B7CB91F-10CE-42C2-B9B8-BFF2D3401655}" dt="2026-01-05T15:23:34.457" v="4666" actId="478"/>
          <ac:picMkLst>
            <pc:docMk/>
            <pc:sldMk cId="750126829" sldId="312"/>
            <ac:picMk id="5" creationId="{F4CE89E5-16AC-4C09-B9BF-3738906E7E27}"/>
          </ac:picMkLst>
        </pc:picChg>
        <pc:picChg chg="add mod">
          <ac:chgData name="Dominique RIGHETTO" userId="512fe077-82ad-424c-88a3-15e852b5861d" providerId="ADAL" clId="{8B7CB91F-10CE-42C2-B9B8-BFF2D3401655}" dt="2026-01-05T15:49:14.065" v="4755" actId="14861"/>
          <ac:picMkLst>
            <pc:docMk/>
            <pc:sldMk cId="750126829" sldId="312"/>
            <ac:picMk id="6" creationId="{A12CF8EB-E28E-6000-70F9-43E20A4527EC}"/>
          </ac:picMkLst>
        </pc:picChg>
      </pc:sldChg>
      <pc:sldChg chg="addSp delSp modSp add mod ord">
        <pc:chgData name="Dominique RIGHETTO" userId="512fe077-82ad-424c-88a3-15e852b5861d" providerId="ADAL" clId="{8B7CB91F-10CE-42C2-B9B8-BFF2D3401655}" dt="2026-01-05T18:54:55.317" v="4891" actId="20577"/>
        <pc:sldMkLst>
          <pc:docMk/>
          <pc:sldMk cId="1989195103" sldId="313"/>
        </pc:sldMkLst>
        <pc:spChg chg="mod">
          <ac:chgData name="Dominique RIGHETTO" userId="512fe077-82ad-424c-88a3-15e852b5861d" providerId="ADAL" clId="{8B7CB91F-10CE-42C2-B9B8-BFF2D3401655}" dt="2026-01-05T15:50:13.653" v="4776" actId="20577"/>
          <ac:spMkLst>
            <pc:docMk/>
            <pc:sldMk cId="1989195103" sldId="313"/>
            <ac:spMk id="2" creationId="{C57B4822-73D2-F2DE-4902-BDBAB052CFDC}"/>
          </ac:spMkLst>
        </pc:spChg>
        <pc:spChg chg="mod">
          <ac:chgData name="Dominique RIGHETTO" userId="512fe077-82ad-424c-88a3-15e852b5861d" providerId="ADAL" clId="{8B7CB91F-10CE-42C2-B9B8-BFF2D3401655}" dt="2026-01-05T18:54:55.317" v="4891" actId="20577"/>
          <ac:spMkLst>
            <pc:docMk/>
            <pc:sldMk cId="1989195103" sldId="313"/>
            <ac:spMk id="3" creationId="{2BDD3EBC-02D0-7D15-A14C-72BB94993CF4}"/>
          </ac:spMkLst>
        </pc:spChg>
        <pc:spChg chg="add mod">
          <ac:chgData name="Dominique RIGHETTO" userId="512fe077-82ad-424c-88a3-15e852b5861d" providerId="ADAL" clId="{8B7CB91F-10CE-42C2-B9B8-BFF2D3401655}" dt="2026-01-05T18:49:41.910" v="4852" actId="20577"/>
          <ac:spMkLst>
            <pc:docMk/>
            <pc:sldMk cId="1989195103" sldId="313"/>
            <ac:spMk id="8" creationId="{1FC012AD-54A8-0E2D-355E-196E7ABD39BA}"/>
          </ac:spMkLst>
        </pc:spChg>
        <pc:spChg chg="add mod">
          <ac:chgData name="Dominique RIGHETTO" userId="512fe077-82ad-424c-88a3-15e852b5861d" providerId="ADAL" clId="{8B7CB91F-10CE-42C2-B9B8-BFF2D3401655}" dt="2026-01-05T18:50:02.128" v="4854" actId="1076"/>
          <ac:spMkLst>
            <pc:docMk/>
            <pc:sldMk cId="1989195103" sldId="313"/>
            <ac:spMk id="9" creationId="{B344369E-E6FB-4C1E-1CE7-D07FCE314B8B}"/>
          </ac:spMkLst>
        </pc:spChg>
        <pc:spChg chg="del">
          <ac:chgData name="Dominique RIGHETTO" userId="512fe077-82ad-424c-88a3-15e852b5861d" providerId="ADAL" clId="{8B7CB91F-10CE-42C2-B9B8-BFF2D3401655}" dt="2026-01-05T15:50:04.100" v="4770" actId="478"/>
          <ac:spMkLst>
            <pc:docMk/>
            <pc:sldMk cId="1989195103" sldId="313"/>
            <ac:spMk id="10" creationId="{3F184BA4-1FB2-84AE-360A-E469D75A8F7A}"/>
          </ac:spMkLst>
        </pc:spChg>
        <pc:spChg chg="del">
          <ac:chgData name="Dominique RIGHETTO" userId="512fe077-82ad-424c-88a3-15e852b5861d" providerId="ADAL" clId="{8B7CB91F-10CE-42C2-B9B8-BFF2D3401655}" dt="2026-01-05T15:50:02.238" v="4769" actId="478"/>
          <ac:spMkLst>
            <pc:docMk/>
            <pc:sldMk cId="1989195103" sldId="313"/>
            <ac:spMk id="12" creationId="{CECE5D38-4E4A-B501-5C10-170C135016C1}"/>
          </ac:spMkLst>
        </pc:spChg>
        <pc:picChg chg="add del mod">
          <ac:chgData name="Dominique RIGHETTO" userId="512fe077-82ad-424c-88a3-15e852b5861d" providerId="ADAL" clId="{8B7CB91F-10CE-42C2-B9B8-BFF2D3401655}" dt="2026-01-05T18:48:58.262" v="4846" actId="478"/>
          <ac:picMkLst>
            <pc:docMk/>
            <pc:sldMk cId="1989195103" sldId="313"/>
            <ac:picMk id="5" creationId="{251DF939-D23F-C64D-89CC-9ABDA3A291AD}"/>
          </ac:picMkLst>
        </pc:picChg>
        <pc:picChg chg="add mod">
          <ac:chgData name="Dominique RIGHETTO" userId="512fe077-82ad-424c-88a3-15e852b5861d" providerId="ADAL" clId="{8B7CB91F-10CE-42C2-B9B8-BFF2D3401655}" dt="2026-01-05T18:49:10.475" v="4849" actId="14861"/>
          <ac:picMkLst>
            <pc:docMk/>
            <pc:sldMk cId="1989195103" sldId="313"/>
            <ac:picMk id="7" creationId="{D90CE54D-015D-D2E7-CC34-1D4FB470868E}"/>
          </ac:picMkLst>
        </pc:picChg>
        <pc:picChg chg="del">
          <ac:chgData name="Dominique RIGHETTO" userId="512fe077-82ad-424c-88a3-15e852b5861d" providerId="ADAL" clId="{8B7CB91F-10CE-42C2-B9B8-BFF2D3401655}" dt="2026-01-05T15:50:00.941" v="4768" actId="478"/>
          <ac:picMkLst>
            <pc:docMk/>
            <pc:sldMk cId="1989195103" sldId="313"/>
            <ac:picMk id="14" creationId="{B9C54380-54CA-94C8-BF91-239A1FF95C15}"/>
          </ac:picMkLst>
        </pc:picChg>
      </pc:sldChg>
      <pc:sldChg chg="addSp delSp modSp add mod">
        <pc:chgData name="Dominique RIGHETTO" userId="512fe077-82ad-424c-88a3-15e852b5861d" providerId="ADAL" clId="{8B7CB91F-10CE-42C2-B9B8-BFF2D3401655}" dt="2026-01-06T05:38:36.350" v="6650" actId="1076"/>
        <pc:sldMkLst>
          <pc:docMk/>
          <pc:sldMk cId="2209675377" sldId="314"/>
        </pc:sldMkLst>
        <pc:spChg chg="del">
          <ac:chgData name="Dominique RIGHETTO" userId="512fe077-82ad-424c-88a3-15e852b5861d" providerId="ADAL" clId="{8B7CB91F-10CE-42C2-B9B8-BFF2D3401655}" dt="2026-01-05T18:50:18.439" v="4860" actId="478"/>
          <ac:spMkLst>
            <pc:docMk/>
            <pc:sldMk cId="2209675377" sldId="314"/>
            <ac:spMk id="3" creationId="{269847B8-204B-61C4-4D3B-1BB9A8B7FFB3}"/>
          </ac:spMkLst>
        </pc:spChg>
        <pc:spChg chg="add del mod">
          <ac:chgData name="Dominique RIGHETTO" userId="512fe077-82ad-424c-88a3-15e852b5861d" providerId="ADAL" clId="{8B7CB91F-10CE-42C2-B9B8-BFF2D3401655}" dt="2026-01-05T18:50:20.851" v="4861" actId="478"/>
          <ac:spMkLst>
            <pc:docMk/>
            <pc:sldMk cId="2209675377" sldId="314"/>
            <ac:spMk id="6" creationId="{7758ABBA-5D87-FEB6-B999-0187C1EC96F6}"/>
          </ac:spMkLst>
        </pc:spChg>
        <pc:picChg chg="mod modCrop">
          <ac:chgData name="Dominique RIGHETTO" userId="512fe077-82ad-424c-88a3-15e852b5861d" providerId="ADAL" clId="{8B7CB91F-10CE-42C2-B9B8-BFF2D3401655}" dt="2026-01-06T05:38:36.350" v="6650" actId="1076"/>
          <ac:picMkLst>
            <pc:docMk/>
            <pc:sldMk cId="2209675377" sldId="314"/>
            <ac:picMk id="5" creationId="{7580EC70-E5DC-BD03-7AAC-61D4590B2495}"/>
          </ac:picMkLst>
        </pc:picChg>
        <pc:picChg chg="del">
          <ac:chgData name="Dominique RIGHETTO" userId="512fe077-82ad-424c-88a3-15e852b5861d" providerId="ADAL" clId="{8B7CB91F-10CE-42C2-B9B8-BFF2D3401655}" dt="2026-01-05T18:50:25.758" v="4862" actId="478"/>
          <ac:picMkLst>
            <pc:docMk/>
            <pc:sldMk cId="2209675377" sldId="314"/>
            <ac:picMk id="7" creationId="{3FBCE1C9-982A-00CA-A415-920004810D40}"/>
          </ac:picMkLst>
        </pc:picChg>
        <pc:picChg chg="add mod">
          <ac:chgData name="Dominique RIGHETTO" userId="512fe077-82ad-424c-88a3-15e852b5861d" providerId="ADAL" clId="{8B7CB91F-10CE-42C2-B9B8-BFF2D3401655}" dt="2026-01-06T05:38:34.061" v="6649" actId="1076"/>
          <ac:picMkLst>
            <pc:docMk/>
            <pc:sldMk cId="2209675377" sldId="314"/>
            <ac:picMk id="9" creationId="{DF5BA790-A478-9E59-5252-277F6D7E87F2}"/>
          </ac:picMkLst>
        </pc:picChg>
      </pc:sldChg>
      <pc:sldChg chg="addSp delSp modSp add mod">
        <pc:chgData name="Dominique RIGHETTO" userId="512fe077-82ad-424c-88a3-15e852b5861d" providerId="ADAL" clId="{8B7CB91F-10CE-42C2-B9B8-BFF2D3401655}" dt="2026-01-06T05:38:47.086" v="6652" actId="1076"/>
        <pc:sldMkLst>
          <pc:docMk/>
          <pc:sldMk cId="2163192230" sldId="315"/>
        </pc:sldMkLst>
        <pc:picChg chg="add mod">
          <ac:chgData name="Dominique RIGHETTO" userId="512fe077-82ad-424c-88a3-15e852b5861d" providerId="ADAL" clId="{8B7CB91F-10CE-42C2-B9B8-BFF2D3401655}" dt="2026-01-06T05:38:47.086" v="6652" actId="1076"/>
          <ac:picMkLst>
            <pc:docMk/>
            <pc:sldMk cId="2163192230" sldId="315"/>
            <ac:picMk id="4" creationId="{4A9FB248-C4F7-C526-7156-99FBE75905B9}"/>
          </ac:picMkLst>
        </pc:picChg>
        <pc:picChg chg="del mod modCrop">
          <ac:chgData name="Dominique RIGHETTO" userId="512fe077-82ad-424c-88a3-15e852b5861d" providerId="ADAL" clId="{8B7CB91F-10CE-42C2-B9B8-BFF2D3401655}" dt="2026-01-05T18:54:30.227" v="4884" actId="478"/>
          <ac:picMkLst>
            <pc:docMk/>
            <pc:sldMk cId="2163192230" sldId="315"/>
            <ac:picMk id="5" creationId="{2941E2C1-7FEF-C61F-C59E-976946552185}"/>
          </ac:picMkLst>
        </pc:picChg>
        <pc:picChg chg="add mod">
          <ac:chgData name="Dominique RIGHETTO" userId="512fe077-82ad-424c-88a3-15e852b5861d" providerId="ADAL" clId="{8B7CB91F-10CE-42C2-B9B8-BFF2D3401655}" dt="2026-01-06T05:38:44.975" v="6651" actId="1076"/>
          <ac:picMkLst>
            <pc:docMk/>
            <pc:sldMk cId="2163192230" sldId="315"/>
            <ac:picMk id="7" creationId="{B2BC0267-92B8-9376-BAF7-8D773C495E70}"/>
          </ac:picMkLst>
        </pc:picChg>
        <pc:picChg chg="del">
          <ac:chgData name="Dominique RIGHETTO" userId="512fe077-82ad-424c-88a3-15e852b5861d" providerId="ADAL" clId="{8B7CB91F-10CE-42C2-B9B8-BFF2D3401655}" dt="2026-01-05T18:53:12.515" v="4872" actId="478"/>
          <ac:picMkLst>
            <pc:docMk/>
            <pc:sldMk cId="2163192230" sldId="315"/>
            <ac:picMk id="9" creationId="{B9D47639-E7A8-7462-9065-6BB1F1675C6A}"/>
          </ac:picMkLst>
        </pc:picChg>
      </pc:sldChg>
      <pc:sldChg chg="addSp delSp modSp add mod ord">
        <pc:chgData name="Dominique RIGHETTO" userId="512fe077-82ad-424c-88a3-15e852b5861d" providerId="ADAL" clId="{8B7CB91F-10CE-42C2-B9B8-BFF2D3401655}" dt="2026-01-06T08:40:31.483" v="7813" actId="732"/>
        <pc:sldMkLst>
          <pc:docMk/>
          <pc:sldMk cId="3966777535" sldId="316"/>
        </pc:sldMkLst>
        <pc:spChg chg="mod">
          <ac:chgData name="Dominique RIGHETTO" userId="512fe077-82ad-424c-88a3-15e852b5861d" providerId="ADAL" clId="{8B7CB91F-10CE-42C2-B9B8-BFF2D3401655}" dt="2026-01-05T18:55:58.138" v="4896" actId="20577"/>
          <ac:spMkLst>
            <pc:docMk/>
            <pc:sldMk cId="3966777535" sldId="316"/>
            <ac:spMk id="2" creationId="{CD2756DE-81FF-0B4A-F059-A06C9ACD2CB4}"/>
          </ac:spMkLst>
        </pc:spChg>
        <pc:spChg chg="mod">
          <ac:chgData name="Dominique RIGHETTO" userId="512fe077-82ad-424c-88a3-15e852b5861d" providerId="ADAL" clId="{8B7CB91F-10CE-42C2-B9B8-BFF2D3401655}" dt="2026-01-06T05:39:32.613" v="6655" actId="20577"/>
          <ac:spMkLst>
            <pc:docMk/>
            <pc:sldMk cId="3966777535" sldId="316"/>
            <ac:spMk id="3" creationId="{ADE63D71-25FB-998D-9333-7E6F3F474244}"/>
          </ac:spMkLst>
        </pc:spChg>
        <pc:picChg chg="add mod modCrop">
          <ac:chgData name="Dominique RIGHETTO" userId="512fe077-82ad-424c-88a3-15e852b5861d" providerId="ADAL" clId="{8B7CB91F-10CE-42C2-B9B8-BFF2D3401655}" dt="2026-01-06T08:40:31.483" v="7813" actId="732"/>
          <ac:picMkLst>
            <pc:docMk/>
            <pc:sldMk cId="3966777535" sldId="316"/>
            <ac:picMk id="5" creationId="{0FAD840C-E7B9-94FC-95FB-1B1D586F6B29}"/>
          </ac:picMkLst>
        </pc:picChg>
        <pc:picChg chg="del">
          <ac:chgData name="Dominique RIGHETTO" userId="512fe077-82ad-424c-88a3-15e852b5861d" providerId="ADAL" clId="{8B7CB91F-10CE-42C2-B9B8-BFF2D3401655}" dt="2026-01-05T19:00:10.921" v="5245" actId="478"/>
          <ac:picMkLst>
            <pc:docMk/>
            <pc:sldMk cId="3966777535" sldId="316"/>
            <ac:picMk id="5" creationId="{EDD11653-2EF6-3D7B-7118-D105BDA3FBE9}"/>
          </ac:picMkLst>
        </pc:picChg>
        <pc:picChg chg="add del mod">
          <ac:chgData name="Dominique RIGHETTO" userId="512fe077-82ad-424c-88a3-15e852b5861d" providerId="ADAL" clId="{8B7CB91F-10CE-42C2-B9B8-BFF2D3401655}" dt="2026-01-05T19:25:36.791" v="5485" actId="478"/>
          <ac:picMkLst>
            <pc:docMk/>
            <pc:sldMk cId="3966777535" sldId="316"/>
            <ac:picMk id="6" creationId="{258DCFD8-3029-6059-E6DA-D512978327F6}"/>
          </ac:picMkLst>
        </pc:picChg>
        <pc:picChg chg="add del mod">
          <ac:chgData name="Dominique RIGHETTO" userId="512fe077-82ad-424c-88a3-15e852b5861d" providerId="ADAL" clId="{8B7CB91F-10CE-42C2-B9B8-BFF2D3401655}" dt="2026-01-05T19:33:18.012" v="5491" actId="478"/>
          <ac:picMkLst>
            <pc:docMk/>
            <pc:sldMk cId="3966777535" sldId="316"/>
            <ac:picMk id="8" creationId="{727ADC83-6FCF-CA31-30A0-15CB67B5853C}"/>
          </ac:picMkLst>
        </pc:picChg>
        <pc:picChg chg="add del mod">
          <ac:chgData name="Dominique RIGHETTO" userId="512fe077-82ad-424c-88a3-15e852b5861d" providerId="ADAL" clId="{8B7CB91F-10CE-42C2-B9B8-BFF2D3401655}" dt="2026-01-06T08:40:16.497" v="7808" actId="478"/>
          <ac:picMkLst>
            <pc:docMk/>
            <pc:sldMk cId="3966777535" sldId="316"/>
            <ac:picMk id="10" creationId="{725A494E-EB8B-111F-7855-2CCD852CD0DF}"/>
          </ac:picMkLst>
        </pc:picChg>
      </pc:sldChg>
      <pc:sldChg chg="addSp delSp modSp add mod ord">
        <pc:chgData name="Dominique RIGHETTO" userId="512fe077-82ad-424c-88a3-15e852b5861d" providerId="ADAL" clId="{8B7CB91F-10CE-42C2-B9B8-BFF2D3401655}" dt="2026-01-06T06:02:24.603" v="6847" actId="20577"/>
        <pc:sldMkLst>
          <pc:docMk/>
          <pc:sldMk cId="1987946601" sldId="317"/>
        </pc:sldMkLst>
        <pc:spChg chg="mod">
          <ac:chgData name="Dominique RIGHETTO" userId="512fe077-82ad-424c-88a3-15e852b5861d" providerId="ADAL" clId="{8B7CB91F-10CE-42C2-B9B8-BFF2D3401655}" dt="2026-01-05T19:01:12.458" v="5255" actId="20577"/>
          <ac:spMkLst>
            <pc:docMk/>
            <pc:sldMk cId="1987946601" sldId="317"/>
            <ac:spMk id="2" creationId="{61F534F7-7EB6-BD99-0561-2DB58B39C6E1}"/>
          </ac:spMkLst>
        </pc:spChg>
        <pc:spChg chg="mod">
          <ac:chgData name="Dominique RIGHETTO" userId="512fe077-82ad-424c-88a3-15e852b5861d" providerId="ADAL" clId="{8B7CB91F-10CE-42C2-B9B8-BFF2D3401655}" dt="2026-01-06T06:02:24.603" v="6847" actId="20577"/>
          <ac:spMkLst>
            <pc:docMk/>
            <pc:sldMk cId="1987946601" sldId="317"/>
            <ac:spMk id="3" creationId="{4E0F90F3-7544-C418-90D2-046A579AEC6B}"/>
          </ac:spMkLst>
        </pc:spChg>
        <pc:spChg chg="mod">
          <ac:chgData name="Dominique RIGHETTO" userId="512fe077-82ad-424c-88a3-15e852b5861d" providerId="ADAL" clId="{8B7CB91F-10CE-42C2-B9B8-BFF2D3401655}" dt="2026-01-05T19:02:46.058" v="5403" actId="20577"/>
          <ac:spMkLst>
            <pc:docMk/>
            <pc:sldMk cId="1987946601" sldId="317"/>
            <ac:spMk id="7" creationId="{282F7DF4-9D6F-8286-D290-A040B93FEFAB}"/>
          </ac:spMkLst>
        </pc:spChg>
        <pc:picChg chg="add del mod">
          <ac:chgData name="Dominique RIGHETTO" userId="512fe077-82ad-424c-88a3-15e852b5861d" providerId="ADAL" clId="{8B7CB91F-10CE-42C2-B9B8-BFF2D3401655}" dt="2026-01-05T19:37:10.204" v="5505" actId="478"/>
          <ac:picMkLst>
            <pc:docMk/>
            <pc:sldMk cId="1987946601" sldId="317"/>
            <ac:picMk id="5" creationId="{54752D20-AEC0-8F43-695B-6AC911942ADE}"/>
          </ac:picMkLst>
        </pc:picChg>
        <pc:picChg chg="del">
          <ac:chgData name="Dominique RIGHETTO" userId="512fe077-82ad-424c-88a3-15e852b5861d" providerId="ADAL" clId="{8B7CB91F-10CE-42C2-B9B8-BFF2D3401655}" dt="2026-01-05T19:02:40.994" v="5401" actId="478"/>
          <ac:picMkLst>
            <pc:docMk/>
            <pc:sldMk cId="1987946601" sldId="317"/>
            <ac:picMk id="6" creationId="{291BD7F8-2321-828F-3308-367D5F45097B}"/>
          </ac:picMkLst>
        </pc:picChg>
      </pc:sldChg>
      <pc:sldChg chg="addSp delSp modSp add del mod">
        <pc:chgData name="Dominique RIGHETTO" userId="512fe077-82ad-424c-88a3-15e852b5861d" providerId="ADAL" clId="{8B7CB91F-10CE-42C2-B9B8-BFF2D3401655}" dt="2026-01-05T19:37:39.794" v="5513" actId="47"/>
        <pc:sldMkLst>
          <pc:docMk/>
          <pc:sldMk cId="2737521458" sldId="318"/>
        </pc:sldMkLst>
        <pc:spChg chg="del">
          <ac:chgData name="Dominique RIGHETTO" userId="512fe077-82ad-424c-88a3-15e852b5861d" providerId="ADAL" clId="{8B7CB91F-10CE-42C2-B9B8-BFF2D3401655}" dt="2026-01-05T19:36:57.690" v="5500" actId="478"/>
          <ac:spMkLst>
            <pc:docMk/>
            <pc:sldMk cId="2737521458" sldId="318"/>
            <ac:spMk id="3" creationId="{9BBD30AA-FB9A-2E9C-9926-10E00E6B79B8}"/>
          </ac:spMkLst>
        </pc:spChg>
        <pc:spChg chg="add del mod">
          <ac:chgData name="Dominique RIGHETTO" userId="512fe077-82ad-424c-88a3-15e852b5861d" providerId="ADAL" clId="{8B7CB91F-10CE-42C2-B9B8-BFF2D3401655}" dt="2026-01-05T19:37:00.638" v="5501" actId="478"/>
          <ac:spMkLst>
            <pc:docMk/>
            <pc:sldMk cId="2737521458" sldId="318"/>
            <ac:spMk id="6" creationId="{AC85CF5B-37E0-D94B-54F2-E04E6EF9CF47}"/>
          </ac:spMkLst>
        </pc:spChg>
        <pc:picChg chg="mod">
          <ac:chgData name="Dominique RIGHETTO" userId="512fe077-82ad-424c-88a3-15e852b5861d" providerId="ADAL" clId="{8B7CB91F-10CE-42C2-B9B8-BFF2D3401655}" dt="2026-01-05T19:37:06.717" v="5504" actId="1076"/>
          <ac:picMkLst>
            <pc:docMk/>
            <pc:sldMk cId="2737521458" sldId="318"/>
            <ac:picMk id="5" creationId="{32A60881-D4FA-7677-C052-6B931C0FE123}"/>
          </ac:picMkLst>
        </pc:picChg>
      </pc:sldChg>
      <pc:sldChg chg="addSp delSp modSp add mod modAnim">
        <pc:chgData name="Dominique RIGHETTO" userId="512fe077-82ad-424c-88a3-15e852b5861d" providerId="ADAL" clId="{8B7CB91F-10CE-42C2-B9B8-BFF2D3401655}" dt="2026-01-06T06:06:01.276" v="6868" actId="33524"/>
        <pc:sldMkLst>
          <pc:docMk/>
          <pc:sldMk cId="261788013" sldId="319"/>
        </pc:sldMkLst>
        <pc:spChg chg="mod">
          <ac:chgData name="Dominique RIGHETTO" userId="512fe077-82ad-424c-88a3-15e852b5861d" providerId="ADAL" clId="{8B7CB91F-10CE-42C2-B9B8-BFF2D3401655}" dt="2026-01-06T05:06:23.709" v="5556" actId="20577"/>
          <ac:spMkLst>
            <pc:docMk/>
            <pc:sldMk cId="261788013" sldId="319"/>
            <ac:spMk id="2" creationId="{D4364BF5-2AAB-E072-15D0-CBDC9202657D}"/>
          </ac:spMkLst>
        </pc:spChg>
        <pc:spChg chg="mod">
          <ac:chgData name="Dominique RIGHETTO" userId="512fe077-82ad-424c-88a3-15e852b5861d" providerId="ADAL" clId="{8B7CB91F-10CE-42C2-B9B8-BFF2D3401655}" dt="2026-01-06T05:54:59.601" v="6831" actId="20577"/>
          <ac:spMkLst>
            <pc:docMk/>
            <pc:sldMk cId="261788013" sldId="319"/>
            <ac:spMk id="3" creationId="{E57E7D38-3558-049A-380D-1044EA6C69AF}"/>
          </ac:spMkLst>
        </pc:spChg>
        <pc:spChg chg="add mod">
          <ac:chgData name="Dominique RIGHETTO" userId="512fe077-82ad-424c-88a3-15e852b5861d" providerId="ADAL" clId="{8B7CB91F-10CE-42C2-B9B8-BFF2D3401655}" dt="2026-01-06T06:06:01.276" v="6868" actId="33524"/>
          <ac:spMkLst>
            <pc:docMk/>
            <pc:sldMk cId="261788013" sldId="319"/>
            <ac:spMk id="4" creationId="{75CC2FC8-F95B-EF24-A541-FCCC55DB0D71}"/>
          </ac:spMkLst>
        </pc:spChg>
        <pc:spChg chg="del">
          <ac:chgData name="Dominique RIGHETTO" userId="512fe077-82ad-424c-88a3-15e852b5861d" providerId="ADAL" clId="{8B7CB91F-10CE-42C2-B9B8-BFF2D3401655}" dt="2026-01-06T05:13:47.443" v="5947" actId="478"/>
          <ac:spMkLst>
            <pc:docMk/>
            <pc:sldMk cId="261788013" sldId="319"/>
            <ac:spMk id="7" creationId="{67C8EA75-CBF8-C05D-7AB7-5D4AF69E860E}"/>
          </ac:spMkLst>
        </pc:spChg>
        <pc:picChg chg="add del mod">
          <ac:chgData name="Dominique RIGHETTO" userId="512fe077-82ad-424c-88a3-15e852b5861d" providerId="ADAL" clId="{8B7CB91F-10CE-42C2-B9B8-BFF2D3401655}" dt="2026-01-06T05:06:27.953" v="5557" actId="478"/>
          <ac:picMkLst>
            <pc:docMk/>
            <pc:sldMk cId="261788013" sldId="319"/>
            <ac:picMk id="5" creationId="{7044B40C-F9A7-7634-524E-19B743E3A059}"/>
          </ac:picMkLst>
        </pc:picChg>
      </pc:sldChg>
      <pc:sldChg chg="addSp modSp add mod">
        <pc:chgData name="Dominique RIGHETTO" userId="512fe077-82ad-424c-88a3-15e852b5861d" providerId="ADAL" clId="{8B7CB91F-10CE-42C2-B9B8-BFF2D3401655}" dt="2026-01-06T08:17:51.630" v="7497" actId="14100"/>
        <pc:sldMkLst>
          <pc:docMk/>
          <pc:sldMk cId="1465579828" sldId="320"/>
        </pc:sldMkLst>
        <pc:spChg chg="mod">
          <ac:chgData name="Dominique RIGHETTO" userId="512fe077-82ad-424c-88a3-15e852b5861d" providerId="ADAL" clId="{8B7CB91F-10CE-42C2-B9B8-BFF2D3401655}" dt="2026-01-06T05:43:13.810" v="6697" actId="20577"/>
          <ac:spMkLst>
            <pc:docMk/>
            <pc:sldMk cId="1465579828" sldId="320"/>
            <ac:spMk id="3" creationId="{DE2D873E-EA82-331F-BE96-6FF6C7492461}"/>
          </ac:spMkLst>
        </pc:spChg>
        <pc:spChg chg="add mod">
          <ac:chgData name="Dominique RIGHETTO" userId="512fe077-82ad-424c-88a3-15e852b5861d" providerId="ADAL" clId="{8B7CB91F-10CE-42C2-B9B8-BFF2D3401655}" dt="2026-01-06T08:17:39.974" v="7494" actId="14100"/>
          <ac:spMkLst>
            <pc:docMk/>
            <pc:sldMk cId="1465579828" sldId="320"/>
            <ac:spMk id="4" creationId="{6AA48129-48A1-5BBC-2D82-2E12693E909F}"/>
          </ac:spMkLst>
        </pc:spChg>
        <pc:spChg chg="add mod">
          <ac:chgData name="Dominique RIGHETTO" userId="512fe077-82ad-424c-88a3-15e852b5861d" providerId="ADAL" clId="{8B7CB91F-10CE-42C2-B9B8-BFF2D3401655}" dt="2026-01-06T08:17:51.630" v="7497" actId="14100"/>
          <ac:spMkLst>
            <pc:docMk/>
            <pc:sldMk cId="1465579828" sldId="320"/>
            <ac:spMk id="6" creationId="{3E977823-69F0-55F7-53CF-8292EF184EAF}"/>
          </ac:spMkLst>
        </pc:spChg>
        <pc:picChg chg="add mod">
          <ac:chgData name="Dominique RIGHETTO" userId="512fe077-82ad-424c-88a3-15e852b5861d" providerId="ADAL" clId="{8B7CB91F-10CE-42C2-B9B8-BFF2D3401655}" dt="2026-01-06T05:43:48.412" v="6701" actId="14100"/>
          <ac:picMkLst>
            <pc:docMk/>
            <pc:sldMk cId="1465579828" sldId="320"/>
            <ac:picMk id="5" creationId="{0255F110-8AF1-2B31-E1A2-CFC2EDCA9CCD}"/>
          </ac:picMkLst>
        </pc:picChg>
      </pc:sldChg>
      <pc:sldChg chg="modSp add del mod">
        <pc:chgData name="Dominique RIGHETTO" userId="512fe077-82ad-424c-88a3-15e852b5861d" providerId="ADAL" clId="{8B7CB91F-10CE-42C2-B9B8-BFF2D3401655}" dt="2026-01-06T05:48:45.202" v="6771" actId="47"/>
        <pc:sldMkLst>
          <pc:docMk/>
          <pc:sldMk cId="3166410237" sldId="321"/>
        </pc:sldMkLst>
        <pc:spChg chg="mod">
          <ac:chgData name="Dominique RIGHETTO" userId="512fe077-82ad-424c-88a3-15e852b5861d" providerId="ADAL" clId="{8B7CB91F-10CE-42C2-B9B8-BFF2D3401655}" dt="2026-01-06T05:18:03.493" v="6157"/>
          <ac:spMkLst>
            <pc:docMk/>
            <pc:sldMk cId="3166410237" sldId="321"/>
            <ac:spMk id="3" creationId="{5DB7A9F4-C34D-E597-FE58-D7921DF00573}"/>
          </ac:spMkLst>
        </pc:spChg>
      </pc:sldChg>
      <pc:sldChg chg="modSp add mod">
        <pc:chgData name="Dominique RIGHETTO" userId="512fe077-82ad-424c-88a3-15e852b5861d" providerId="ADAL" clId="{8B7CB91F-10CE-42C2-B9B8-BFF2D3401655}" dt="2026-01-06T08:24:27.400" v="7535" actId="207"/>
        <pc:sldMkLst>
          <pc:docMk/>
          <pc:sldMk cId="2469469424" sldId="322"/>
        </pc:sldMkLst>
        <pc:spChg chg="mod">
          <ac:chgData name="Dominique RIGHETTO" userId="512fe077-82ad-424c-88a3-15e852b5861d" providerId="ADAL" clId="{8B7CB91F-10CE-42C2-B9B8-BFF2D3401655}" dt="2026-01-06T05:18:39.139" v="6171" actId="6549"/>
          <ac:spMkLst>
            <pc:docMk/>
            <pc:sldMk cId="2469469424" sldId="322"/>
            <ac:spMk id="2" creationId="{7B5F710B-7C72-92A7-2EC6-B37F1470C8F2}"/>
          </ac:spMkLst>
        </pc:spChg>
        <pc:spChg chg="mod">
          <ac:chgData name="Dominique RIGHETTO" userId="512fe077-82ad-424c-88a3-15e852b5861d" providerId="ADAL" clId="{8B7CB91F-10CE-42C2-B9B8-BFF2D3401655}" dt="2026-01-06T08:24:27.400" v="7535" actId="207"/>
          <ac:spMkLst>
            <pc:docMk/>
            <pc:sldMk cId="2469469424" sldId="322"/>
            <ac:spMk id="3" creationId="{FF2CBF5E-E258-4CD8-1B47-F4CFE1D148C1}"/>
          </ac:spMkLst>
        </pc:spChg>
      </pc:sldChg>
      <pc:sldChg chg="modSp add mod">
        <pc:chgData name="Dominique RIGHETTO" userId="512fe077-82ad-424c-88a3-15e852b5861d" providerId="ADAL" clId="{8B7CB91F-10CE-42C2-B9B8-BFF2D3401655}" dt="2026-01-06T05:25:06.796" v="6617" actId="20577"/>
        <pc:sldMkLst>
          <pc:docMk/>
          <pc:sldMk cId="1864351332" sldId="323"/>
        </pc:sldMkLst>
        <pc:spChg chg="mod">
          <ac:chgData name="Dominique RIGHETTO" userId="512fe077-82ad-424c-88a3-15e852b5861d" providerId="ADAL" clId="{8B7CB91F-10CE-42C2-B9B8-BFF2D3401655}" dt="2026-01-06T05:23:37.911" v="6602" actId="6549"/>
          <ac:spMkLst>
            <pc:docMk/>
            <pc:sldMk cId="1864351332" sldId="323"/>
            <ac:spMk id="2" creationId="{D6F0257B-0D8F-597A-7407-0281BEA541A4}"/>
          </ac:spMkLst>
        </pc:spChg>
        <pc:spChg chg="mod">
          <ac:chgData name="Dominique RIGHETTO" userId="512fe077-82ad-424c-88a3-15e852b5861d" providerId="ADAL" clId="{8B7CB91F-10CE-42C2-B9B8-BFF2D3401655}" dt="2026-01-06T05:25:06.796" v="6617" actId="20577"/>
          <ac:spMkLst>
            <pc:docMk/>
            <pc:sldMk cId="1864351332" sldId="323"/>
            <ac:spMk id="3" creationId="{67471A2E-57F3-AB6A-4E4E-33D39DC06A46}"/>
          </ac:spMkLst>
        </pc:spChg>
      </pc:sldChg>
      <pc:sldChg chg="addSp modSp add mod">
        <pc:chgData name="Dominique RIGHETTO" userId="512fe077-82ad-424c-88a3-15e852b5861d" providerId="ADAL" clId="{8B7CB91F-10CE-42C2-B9B8-BFF2D3401655}" dt="2026-01-06T08:14:10.714" v="7482" actId="20577"/>
        <pc:sldMkLst>
          <pc:docMk/>
          <pc:sldMk cId="3357811245" sldId="324"/>
        </pc:sldMkLst>
        <pc:spChg chg="mod">
          <ac:chgData name="Dominique RIGHETTO" userId="512fe077-82ad-424c-88a3-15e852b5861d" providerId="ADAL" clId="{8B7CB91F-10CE-42C2-B9B8-BFF2D3401655}" dt="2026-01-06T08:04:39.881" v="7121" actId="20577"/>
          <ac:spMkLst>
            <pc:docMk/>
            <pc:sldMk cId="3357811245" sldId="324"/>
            <ac:spMk id="2" creationId="{99607D1A-0517-89C0-44D0-2201B6D632E0}"/>
          </ac:spMkLst>
        </pc:spChg>
        <pc:spChg chg="mod">
          <ac:chgData name="Dominique RIGHETTO" userId="512fe077-82ad-424c-88a3-15e852b5861d" providerId="ADAL" clId="{8B7CB91F-10CE-42C2-B9B8-BFF2D3401655}" dt="2026-01-06T08:04:05.329" v="7111" actId="20577"/>
          <ac:spMkLst>
            <pc:docMk/>
            <pc:sldMk cId="3357811245" sldId="324"/>
            <ac:spMk id="3" creationId="{D780FB18-5DA9-5DB8-969B-6A863CD13878}"/>
          </ac:spMkLst>
        </pc:spChg>
        <pc:spChg chg="add mod">
          <ac:chgData name="Dominique RIGHETTO" userId="512fe077-82ad-424c-88a3-15e852b5861d" providerId="ADAL" clId="{8B7CB91F-10CE-42C2-B9B8-BFF2D3401655}" dt="2026-01-06T08:14:10.714" v="7482" actId="20577"/>
          <ac:spMkLst>
            <pc:docMk/>
            <pc:sldMk cId="3357811245" sldId="324"/>
            <ac:spMk id="4" creationId="{0E2B787C-EEA3-8CF3-11B1-F44B3B2C8115}"/>
          </ac:spMkLst>
        </pc:spChg>
      </pc:sldChg>
      <pc:sldChg chg="addSp delSp modSp add mod">
        <pc:chgData name="Dominique RIGHETTO" userId="512fe077-82ad-424c-88a3-15e852b5861d" providerId="ADAL" clId="{8B7CB91F-10CE-42C2-B9B8-BFF2D3401655}" dt="2026-01-06T08:04:45.433" v="7122"/>
        <pc:sldMkLst>
          <pc:docMk/>
          <pc:sldMk cId="2828369189" sldId="325"/>
        </pc:sldMkLst>
        <pc:spChg chg="mod">
          <ac:chgData name="Dominique RIGHETTO" userId="512fe077-82ad-424c-88a3-15e852b5861d" providerId="ADAL" clId="{8B7CB91F-10CE-42C2-B9B8-BFF2D3401655}" dt="2026-01-06T08:04:45.433" v="7122"/>
          <ac:spMkLst>
            <pc:docMk/>
            <pc:sldMk cId="2828369189" sldId="325"/>
            <ac:spMk id="2" creationId="{961EA181-EAD7-0C9B-6075-CCAFB9E06DE2}"/>
          </ac:spMkLst>
        </pc:spChg>
        <pc:spChg chg="del">
          <ac:chgData name="Dominique RIGHETTO" userId="512fe077-82ad-424c-88a3-15e852b5861d" providerId="ADAL" clId="{8B7CB91F-10CE-42C2-B9B8-BFF2D3401655}" dt="2026-01-06T07:56:08.880" v="7019" actId="478"/>
          <ac:spMkLst>
            <pc:docMk/>
            <pc:sldMk cId="2828369189" sldId="325"/>
            <ac:spMk id="3" creationId="{92D4FBDE-7D6E-85FF-8F9F-7E5DF4569912}"/>
          </ac:spMkLst>
        </pc:spChg>
        <pc:spChg chg="del">
          <ac:chgData name="Dominique RIGHETTO" userId="512fe077-82ad-424c-88a3-15e852b5861d" providerId="ADAL" clId="{8B7CB91F-10CE-42C2-B9B8-BFF2D3401655}" dt="2026-01-06T07:55:51.599" v="7014" actId="478"/>
          <ac:spMkLst>
            <pc:docMk/>
            <pc:sldMk cId="2828369189" sldId="325"/>
            <ac:spMk id="4" creationId="{D17A5405-237F-2818-D6ED-47D9B20697C9}"/>
          </ac:spMkLst>
        </pc:spChg>
        <pc:spChg chg="add del mod">
          <ac:chgData name="Dominique RIGHETTO" userId="512fe077-82ad-424c-88a3-15e852b5861d" providerId="ADAL" clId="{8B7CB91F-10CE-42C2-B9B8-BFF2D3401655}" dt="2026-01-06T07:56:12.064" v="7020" actId="478"/>
          <ac:spMkLst>
            <pc:docMk/>
            <pc:sldMk cId="2828369189" sldId="325"/>
            <ac:spMk id="8" creationId="{BACCBB5C-08AB-AFBB-E820-6E2182FEC26B}"/>
          </ac:spMkLst>
        </pc:spChg>
        <pc:picChg chg="add mod">
          <ac:chgData name="Dominique RIGHETTO" userId="512fe077-82ad-424c-88a3-15e852b5861d" providerId="ADAL" clId="{8B7CB91F-10CE-42C2-B9B8-BFF2D3401655}" dt="2026-01-06T07:56:23.241" v="7024" actId="14861"/>
          <ac:picMkLst>
            <pc:docMk/>
            <pc:sldMk cId="2828369189" sldId="325"/>
            <ac:picMk id="6" creationId="{F20E73DB-B25D-FC4B-C15E-75CFC79FC828}"/>
          </ac:picMkLst>
        </pc:picChg>
      </pc:sldChg>
      <pc:sldChg chg="modSp add mod ord">
        <pc:chgData name="Dominique RIGHETTO" userId="512fe077-82ad-424c-88a3-15e852b5861d" providerId="ADAL" clId="{8B7CB91F-10CE-42C2-B9B8-BFF2D3401655}" dt="2026-01-06T08:14:27.411" v="7486" actId="20577"/>
        <pc:sldMkLst>
          <pc:docMk/>
          <pc:sldMk cId="1318273276" sldId="326"/>
        </pc:sldMkLst>
        <pc:spChg chg="mod">
          <ac:chgData name="Dominique RIGHETTO" userId="512fe077-82ad-424c-88a3-15e852b5861d" providerId="ADAL" clId="{8B7CB91F-10CE-42C2-B9B8-BFF2D3401655}" dt="2026-01-06T08:04:49.620" v="7123"/>
          <ac:spMkLst>
            <pc:docMk/>
            <pc:sldMk cId="1318273276" sldId="326"/>
            <ac:spMk id="2" creationId="{B253230D-FF16-0731-521D-D75C9FDA4B5D}"/>
          </ac:spMkLst>
        </pc:spChg>
        <pc:spChg chg="mod">
          <ac:chgData name="Dominique RIGHETTO" userId="512fe077-82ad-424c-88a3-15e852b5861d" providerId="ADAL" clId="{8B7CB91F-10CE-42C2-B9B8-BFF2D3401655}" dt="2026-01-06T08:04:13.909" v="7112"/>
          <ac:spMkLst>
            <pc:docMk/>
            <pc:sldMk cId="1318273276" sldId="326"/>
            <ac:spMk id="3" creationId="{05681DCE-E000-7EA1-F0DD-4559669AEBCB}"/>
          </ac:spMkLst>
        </pc:spChg>
        <pc:spChg chg="mod">
          <ac:chgData name="Dominique RIGHETTO" userId="512fe077-82ad-424c-88a3-15e852b5861d" providerId="ADAL" clId="{8B7CB91F-10CE-42C2-B9B8-BFF2D3401655}" dt="2026-01-06T08:14:27.411" v="7486" actId="20577"/>
          <ac:spMkLst>
            <pc:docMk/>
            <pc:sldMk cId="1318273276" sldId="326"/>
            <ac:spMk id="4" creationId="{E4B76E6F-8926-EBC9-DD7E-FE5362608BC0}"/>
          </ac:spMkLst>
        </pc:spChg>
      </pc:sldChg>
      <pc:sldChg chg="addSp delSp modSp add mod">
        <pc:chgData name="Dominique RIGHETTO" userId="512fe077-82ad-424c-88a3-15e852b5861d" providerId="ADAL" clId="{8B7CB91F-10CE-42C2-B9B8-BFF2D3401655}" dt="2026-01-06T08:04:54.698" v="7124"/>
        <pc:sldMkLst>
          <pc:docMk/>
          <pc:sldMk cId="3737270670" sldId="327"/>
        </pc:sldMkLst>
        <pc:spChg chg="mod">
          <ac:chgData name="Dominique RIGHETTO" userId="512fe077-82ad-424c-88a3-15e852b5861d" providerId="ADAL" clId="{8B7CB91F-10CE-42C2-B9B8-BFF2D3401655}" dt="2026-01-06T08:04:54.698" v="7124"/>
          <ac:spMkLst>
            <pc:docMk/>
            <pc:sldMk cId="3737270670" sldId="327"/>
            <ac:spMk id="2" creationId="{25605F23-5A77-C36A-9682-F6BD4D1007A7}"/>
          </ac:spMkLst>
        </pc:spChg>
        <pc:spChg chg="del">
          <ac:chgData name="Dominique RIGHETTO" userId="512fe077-82ad-424c-88a3-15e852b5861d" providerId="ADAL" clId="{8B7CB91F-10CE-42C2-B9B8-BFF2D3401655}" dt="2026-01-06T08:02:33.116" v="7080" actId="478"/>
          <ac:spMkLst>
            <pc:docMk/>
            <pc:sldMk cId="3737270670" sldId="327"/>
            <ac:spMk id="3" creationId="{8CDE14DF-BD98-7FB1-F08D-A3D86149452A}"/>
          </ac:spMkLst>
        </pc:spChg>
        <pc:spChg chg="del">
          <ac:chgData name="Dominique RIGHETTO" userId="512fe077-82ad-424c-88a3-15e852b5861d" providerId="ADAL" clId="{8B7CB91F-10CE-42C2-B9B8-BFF2D3401655}" dt="2026-01-06T08:02:30.682" v="7079" actId="478"/>
          <ac:spMkLst>
            <pc:docMk/>
            <pc:sldMk cId="3737270670" sldId="327"/>
            <ac:spMk id="4" creationId="{A3D5AE16-E855-687B-F1A5-46CD5E9BB4DF}"/>
          </ac:spMkLst>
        </pc:spChg>
        <pc:spChg chg="add del mod">
          <ac:chgData name="Dominique RIGHETTO" userId="512fe077-82ad-424c-88a3-15e852b5861d" providerId="ADAL" clId="{8B7CB91F-10CE-42C2-B9B8-BFF2D3401655}" dt="2026-01-06T08:02:35.777" v="7081" actId="478"/>
          <ac:spMkLst>
            <pc:docMk/>
            <pc:sldMk cId="3737270670" sldId="327"/>
            <ac:spMk id="6" creationId="{DDCFE94E-D86A-4BFB-0148-8BD69DA20073}"/>
          </ac:spMkLst>
        </pc:spChg>
        <pc:picChg chg="add mod">
          <ac:chgData name="Dominique RIGHETTO" userId="512fe077-82ad-424c-88a3-15e852b5861d" providerId="ADAL" clId="{8B7CB91F-10CE-42C2-B9B8-BFF2D3401655}" dt="2026-01-06T08:02:53.043" v="7087" actId="14861"/>
          <ac:picMkLst>
            <pc:docMk/>
            <pc:sldMk cId="3737270670" sldId="327"/>
            <ac:picMk id="8" creationId="{B4048B82-FBF4-4A7F-8FBB-5B914E6206FA}"/>
          </ac:picMkLst>
        </pc:picChg>
      </pc:sldChg>
      <pc:sldChg chg="delSp modSp add mod ord">
        <pc:chgData name="Dominique RIGHETTO" userId="512fe077-82ad-424c-88a3-15e852b5861d" providerId="ADAL" clId="{8B7CB91F-10CE-42C2-B9B8-BFF2D3401655}" dt="2026-01-06T08:16:54.992" v="7489"/>
        <pc:sldMkLst>
          <pc:docMk/>
          <pc:sldMk cId="1669701748" sldId="328"/>
        </pc:sldMkLst>
        <pc:spChg chg="mod">
          <ac:chgData name="Dominique RIGHETTO" userId="512fe077-82ad-424c-88a3-15e852b5861d" providerId="ADAL" clId="{8B7CB91F-10CE-42C2-B9B8-BFF2D3401655}" dt="2026-01-06T08:16:54.992" v="7489"/>
          <ac:spMkLst>
            <pc:docMk/>
            <pc:sldMk cId="1669701748" sldId="328"/>
            <ac:spMk id="3" creationId="{A7F83F62-19C4-CAB5-9BFB-6728903D6D68}"/>
          </ac:spMkLst>
        </pc:spChg>
        <pc:spChg chg="del">
          <ac:chgData name="Dominique RIGHETTO" userId="512fe077-82ad-424c-88a3-15e852b5861d" providerId="ADAL" clId="{8B7CB91F-10CE-42C2-B9B8-BFF2D3401655}" dt="2026-01-06T08:06:18.992" v="7128" actId="478"/>
          <ac:spMkLst>
            <pc:docMk/>
            <pc:sldMk cId="1669701748" sldId="328"/>
            <ac:spMk id="4" creationId="{3FF94CC4-3DCC-69ED-29D3-0417BEDB5FAF}"/>
          </ac:spMkLst>
        </pc:spChg>
      </pc:sldChg>
      <pc:sldChg chg="modSp add mod modTransition">
        <pc:chgData name="Dominique RIGHETTO" userId="512fe077-82ad-424c-88a3-15e852b5861d" providerId="ADAL" clId="{8B7CB91F-10CE-42C2-B9B8-BFF2D3401655}" dt="2026-01-06T08:09:08.157" v="7140"/>
        <pc:sldMkLst>
          <pc:docMk/>
          <pc:sldMk cId="2072987811" sldId="329"/>
        </pc:sldMkLst>
        <pc:picChg chg="mod modCrop">
          <ac:chgData name="Dominique RIGHETTO" userId="512fe077-82ad-424c-88a3-15e852b5861d" providerId="ADAL" clId="{8B7CB91F-10CE-42C2-B9B8-BFF2D3401655}" dt="2026-01-06T08:09:05.093" v="7139" actId="1076"/>
          <ac:picMkLst>
            <pc:docMk/>
            <pc:sldMk cId="2072987811" sldId="329"/>
            <ac:picMk id="8" creationId="{C0D52F15-9F76-2129-C1A9-80B906F005E6}"/>
          </ac:picMkLst>
        </pc:picChg>
      </pc:sldChg>
      <pc:sldMasterChg chg="addSp delSp modSp mod">
        <pc:chgData name="Dominique RIGHETTO" userId="512fe077-82ad-424c-88a3-15e852b5861d" providerId="ADAL" clId="{8B7CB91F-10CE-42C2-B9B8-BFF2D3401655}" dt="2026-01-06T06:06:26.397" v="6870" actId="207"/>
        <pc:sldMasterMkLst>
          <pc:docMk/>
          <pc:sldMasterMk cId="1793245750" sldId="2147483660"/>
        </pc:sldMasterMkLst>
        <pc:spChg chg="mod">
          <ac:chgData name="Dominique RIGHETTO" userId="512fe077-82ad-424c-88a3-15e852b5861d" providerId="ADAL" clId="{8B7CB91F-10CE-42C2-B9B8-BFF2D3401655}" dt="2026-01-06T06:06:26.397" v="6870" actId="207"/>
          <ac:spMkLst>
            <pc:docMk/>
            <pc:sldMasterMk cId="1793245750" sldId="2147483660"/>
            <ac:spMk id="4" creationId="{ED83292F-AC8A-143B-9890-6915DA5A9A3C}"/>
          </ac:spMkLst>
        </pc:spChg>
        <pc:spChg chg="add del">
          <ac:chgData name="Dominique RIGHETTO" userId="512fe077-82ad-424c-88a3-15e852b5861d" providerId="ADAL" clId="{8B7CB91F-10CE-42C2-B9B8-BFF2D3401655}" dt="2026-01-05T08:06:15.206" v="110" actId="478"/>
          <ac:spMkLst>
            <pc:docMk/>
            <pc:sldMasterMk cId="1793245750" sldId="2147483660"/>
            <ac:spMk id="9" creationId="{96E298DD-28E2-4F1F-A4F0-407D8199D6F6}"/>
          </ac:spMkLst>
        </pc:spChg>
        <pc:spChg chg="del mod">
          <ac:chgData name="Dominique RIGHETTO" userId="512fe077-82ad-424c-88a3-15e852b5861d" providerId="ADAL" clId="{8B7CB91F-10CE-42C2-B9B8-BFF2D3401655}" dt="2026-01-05T08:06:02.351" v="108" actId="478"/>
          <ac:spMkLst>
            <pc:docMk/>
            <pc:sldMasterMk cId="1793245750" sldId="2147483660"/>
            <ac:spMk id="10" creationId="{EDD6BA80-B3B1-41ED-94FC-30F2434D99FA}"/>
          </ac:spMkLst>
        </pc:spChg>
        <pc:spChg chg="add del">
          <ac:chgData name="Dominique RIGHETTO" userId="512fe077-82ad-424c-88a3-15e852b5861d" providerId="ADAL" clId="{8B7CB91F-10CE-42C2-B9B8-BFF2D3401655}" dt="2026-01-05T08:02:35.963" v="88" actId="478"/>
          <ac:spMkLst>
            <pc:docMk/>
            <pc:sldMasterMk cId="1793245750" sldId="2147483660"/>
            <ac:spMk id="13" creationId="{F98C9CA4-8A09-4C8A-B688-AF68F27D86FA}"/>
          </ac:spMkLst>
        </pc:sp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A2296D-8F38-4121-9F4D-17CC019C25D9}" type="datetimeFigureOut">
              <a:rPr lang="fr-FR" smtClean="0"/>
              <a:t>06/01/2026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3589AC-77CB-4658-857E-3B5D7C334BF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372391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Source of the même: https://imageresizer.com/meme-generator/edit/throw-out-of-the-window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3589AC-77CB-4658-857E-3B5D7C334BF3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7320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halesgroup.com/" TargetMode="External"/><Relationship Id="rId7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www.youtube.com/user/thethalesgroup" TargetMode="External"/><Relationship Id="rId5" Type="http://schemas.openxmlformats.org/officeDocument/2006/relationships/hyperlink" Target="https://www.facebook.com/thalesgroup" TargetMode="External"/><Relationship Id="rId4" Type="http://schemas.openxmlformats.org/officeDocument/2006/relationships/hyperlink" Target="https://www.linkedin.com/company/thales/" TargetMode="External"/></Relationships>
</file>

<file path=ppt/slideLayouts/_rels/slideLayout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microsoft.com/office/2007/relationships/hdphoto" Target="../media/hdphoto1.wdp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hyperlink" Target="https://www.thalesgroup.com/" TargetMode="External"/><Relationship Id="rId4" Type="http://schemas.microsoft.com/office/2007/relationships/hdphoto" Target="../media/hdphoto1.wdp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B2A98F7-F159-F60F-46D6-839BCF4392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6"/>
            <a:ext cx="12190592" cy="6857208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A50207CD-A770-7650-0856-F0FB42E7435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37543" b="48236"/>
          <a:stretch>
            <a:fillRect/>
          </a:stretch>
        </p:blipFill>
        <p:spPr>
          <a:xfrm>
            <a:off x="-1" y="1747081"/>
            <a:ext cx="5976472" cy="5110919"/>
          </a:xfrm>
          <a:custGeom>
            <a:avLst/>
            <a:gdLst>
              <a:gd name="connsiteX0" fmla="*/ 0 w 5976472"/>
              <a:gd name="connsiteY0" fmla="*/ 0 h 5110919"/>
              <a:gd name="connsiteX1" fmla="*/ 5976472 w 5976472"/>
              <a:gd name="connsiteY1" fmla="*/ 0 h 5110919"/>
              <a:gd name="connsiteX2" fmla="*/ 5976472 w 5976472"/>
              <a:gd name="connsiteY2" fmla="*/ 5110919 h 5110919"/>
              <a:gd name="connsiteX3" fmla="*/ 0 w 5976472"/>
              <a:gd name="connsiteY3" fmla="*/ 5110919 h 5110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76472" h="5110919">
                <a:moveTo>
                  <a:pt x="0" y="0"/>
                </a:moveTo>
                <a:lnTo>
                  <a:pt x="5976472" y="0"/>
                </a:lnTo>
                <a:lnTo>
                  <a:pt x="5976472" y="5110919"/>
                </a:lnTo>
                <a:lnTo>
                  <a:pt x="0" y="5110919"/>
                </a:lnTo>
                <a:close/>
              </a:path>
            </a:pathLst>
          </a:cu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C2B3475-6FA1-E38C-363D-23108F8B1BFB}"/>
              </a:ext>
            </a:extLst>
          </p:cNvPr>
          <p:cNvSpPr/>
          <p:nvPr userDrawn="1"/>
        </p:nvSpPr>
        <p:spPr>
          <a:xfrm>
            <a:off x="10083800" y="219075"/>
            <a:ext cx="2108200" cy="69161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Title 146">
            <a:extLst>
              <a:ext uri="{FF2B5EF4-FFF2-40B4-BE49-F238E27FC236}">
                <a16:creationId xmlns:a16="http://schemas.microsoft.com/office/drawing/2014/main" id="{A71C9AF5-7C53-980E-3913-667C7DB10F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0000" y="2662254"/>
            <a:ext cx="3815273" cy="1661993"/>
          </a:xfrm>
        </p:spPr>
        <p:txBody>
          <a:bodyPr wrap="square" lIns="0" tIns="0" rIns="0" bIns="0" anchor="ctr">
            <a:spAutoFit/>
          </a:bodyPr>
          <a:lstStyle>
            <a:lvl1pPr>
              <a:lnSpc>
                <a:spcPct val="90000"/>
              </a:lnSpc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GB" sz="4000" b="1" dirty="0">
                <a:solidFill>
                  <a:schemeClr val="bg1"/>
                </a:solidFill>
              </a:rPr>
              <a:t>Presentation title on two </a:t>
            </a:r>
            <a:br>
              <a:rPr lang="en-GB" sz="4000" b="1" dirty="0">
                <a:solidFill>
                  <a:schemeClr val="bg1"/>
                </a:solidFill>
              </a:rPr>
            </a:br>
            <a:r>
              <a:rPr lang="en-GB" sz="4000" b="1" dirty="0">
                <a:solidFill>
                  <a:schemeClr val="bg1"/>
                </a:solidFill>
              </a:rPr>
              <a:t>or three lines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B686C7C7-E3F1-C112-8757-C612FE80149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79500" y="4628182"/>
            <a:ext cx="3815273" cy="602986"/>
          </a:xfrm>
        </p:spPr>
        <p:txBody>
          <a:bodyPr>
            <a:spAutoFit/>
          </a:bodyPr>
          <a:lstStyle>
            <a:lvl1pPr marL="0" indent="0">
              <a:spcBef>
                <a:spcPts val="0"/>
              </a:spcBef>
              <a:buNone/>
              <a:defRPr spc="300" baseline="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PRESENTATION SUBTITLE </a:t>
            </a:r>
            <a:br>
              <a:rPr lang="en-US" dirty="0"/>
            </a:br>
            <a:r>
              <a:rPr lang="en-US" dirty="0"/>
              <a:t>ON ONE OR TWO LINES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7F45B7-71C6-1485-8A5A-3C39FEF1F517}"/>
              </a:ext>
            </a:extLst>
          </p:cNvPr>
          <p:cNvSpPr txBox="1"/>
          <p:nvPr userDrawn="1"/>
        </p:nvSpPr>
        <p:spPr>
          <a:xfrm>
            <a:off x="1079500" y="5769997"/>
            <a:ext cx="1673012" cy="1719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GB" sz="1100" noProof="0" dirty="0">
                <a:solidFill>
                  <a:schemeClr val="bg1"/>
                </a:solidFill>
              </a:rPr>
              <a:t>www.thalesgroup.com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AFAD99C-B3D0-6CC4-860A-EB979C5D2128}"/>
              </a:ext>
            </a:extLst>
          </p:cNvPr>
          <p:cNvGrpSpPr/>
          <p:nvPr userDrawn="1"/>
        </p:nvGrpSpPr>
        <p:grpSpPr>
          <a:xfrm>
            <a:off x="10330251" y="410247"/>
            <a:ext cx="1391849" cy="309268"/>
            <a:chOff x="10330251" y="410247"/>
            <a:chExt cx="1391849" cy="309268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CFF10F7-10F5-C7BE-C835-D27D10041F98}"/>
                </a:ext>
              </a:extLst>
            </p:cNvPr>
            <p:cNvSpPr/>
            <p:nvPr/>
          </p:nvSpPr>
          <p:spPr>
            <a:xfrm>
              <a:off x="11543732" y="410247"/>
              <a:ext cx="178368" cy="165135"/>
            </a:xfrm>
            <a:custGeom>
              <a:avLst/>
              <a:gdLst>
                <a:gd name="connsiteX0" fmla="*/ 590550 w 590550"/>
                <a:gd name="connsiteY0" fmla="*/ 401003 h 546735"/>
                <a:gd name="connsiteX1" fmla="*/ 509588 w 590550"/>
                <a:gd name="connsiteY1" fmla="*/ 515303 h 546735"/>
                <a:gd name="connsiteX2" fmla="*/ 264795 w 590550"/>
                <a:gd name="connsiteY2" fmla="*/ 546735 h 546735"/>
                <a:gd name="connsiteX3" fmla="*/ 0 w 590550"/>
                <a:gd name="connsiteY3" fmla="*/ 521970 h 546735"/>
                <a:gd name="connsiteX4" fmla="*/ 0 w 590550"/>
                <a:gd name="connsiteY4" fmla="*/ 436245 h 546735"/>
                <a:gd name="connsiteX5" fmla="*/ 469583 w 590550"/>
                <a:gd name="connsiteY5" fmla="*/ 436245 h 546735"/>
                <a:gd name="connsiteX6" fmla="*/ 469583 w 590550"/>
                <a:gd name="connsiteY6" fmla="*/ 319088 h 546735"/>
                <a:gd name="connsiteX7" fmla="*/ 137160 w 590550"/>
                <a:gd name="connsiteY7" fmla="*/ 319088 h 546735"/>
                <a:gd name="connsiteX8" fmla="*/ 0 w 590550"/>
                <a:gd name="connsiteY8" fmla="*/ 194310 h 546735"/>
                <a:gd name="connsiteX9" fmla="*/ 0 w 590550"/>
                <a:gd name="connsiteY9" fmla="*/ 142875 h 546735"/>
                <a:gd name="connsiteX10" fmla="*/ 84773 w 590550"/>
                <a:gd name="connsiteY10" fmla="*/ 26670 h 546735"/>
                <a:gd name="connsiteX11" fmla="*/ 318135 w 590550"/>
                <a:gd name="connsiteY11" fmla="*/ 0 h 546735"/>
                <a:gd name="connsiteX12" fmla="*/ 582930 w 590550"/>
                <a:gd name="connsiteY12" fmla="*/ 25718 h 546735"/>
                <a:gd name="connsiteX13" fmla="*/ 582930 w 590550"/>
                <a:gd name="connsiteY13" fmla="*/ 111443 h 546735"/>
                <a:gd name="connsiteX14" fmla="*/ 120968 w 590550"/>
                <a:gd name="connsiteY14" fmla="*/ 111443 h 546735"/>
                <a:gd name="connsiteX15" fmla="*/ 120968 w 590550"/>
                <a:gd name="connsiteY15" fmla="*/ 209550 h 546735"/>
                <a:gd name="connsiteX16" fmla="*/ 453390 w 590550"/>
                <a:gd name="connsiteY16" fmla="*/ 209550 h 546735"/>
                <a:gd name="connsiteX17" fmla="*/ 590550 w 590550"/>
                <a:gd name="connsiteY17" fmla="*/ 334328 h 546735"/>
                <a:gd name="connsiteX18" fmla="*/ 590550 w 590550"/>
                <a:gd name="connsiteY18" fmla="*/ 401003 h 546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90550" h="546735">
                  <a:moveTo>
                    <a:pt x="590550" y="401003"/>
                  </a:moveTo>
                  <a:cubicBezTo>
                    <a:pt x="590550" y="475298"/>
                    <a:pt x="568643" y="497205"/>
                    <a:pt x="509588" y="515303"/>
                  </a:cubicBezTo>
                  <a:cubicBezTo>
                    <a:pt x="445770" y="534353"/>
                    <a:pt x="332423" y="546735"/>
                    <a:pt x="264795" y="546735"/>
                  </a:cubicBezTo>
                  <a:cubicBezTo>
                    <a:pt x="184785" y="546735"/>
                    <a:pt x="84773" y="541973"/>
                    <a:pt x="0" y="521970"/>
                  </a:cubicBezTo>
                  <a:lnTo>
                    <a:pt x="0" y="436245"/>
                  </a:lnTo>
                  <a:lnTo>
                    <a:pt x="469583" y="436245"/>
                  </a:lnTo>
                  <a:lnTo>
                    <a:pt x="469583" y="319088"/>
                  </a:lnTo>
                  <a:lnTo>
                    <a:pt x="137160" y="319088"/>
                  </a:lnTo>
                  <a:cubicBezTo>
                    <a:pt x="37148" y="319088"/>
                    <a:pt x="0" y="291465"/>
                    <a:pt x="0" y="194310"/>
                  </a:cubicBezTo>
                  <a:lnTo>
                    <a:pt x="0" y="142875"/>
                  </a:lnTo>
                  <a:cubicBezTo>
                    <a:pt x="0" y="65723"/>
                    <a:pt x="22860" y="42863"/>
                    <a:pt x="84773" y="26670"/>
                  </a:cubicBezTo>
                  <a:cubicBezTo>
                    <a:pt x="147638" y="10478"/>
                    <a:pt x="250508" y="0"/>
                    <a:pt x="318135" y="0"/>
                  </a:cubicBezTo>
                  <a:cubicBezTo>
                    <a:pt x="400050" y="0"/>
                    <a:pt x="498158" y="6668"/>
                    <a:pt x="582930" y="25718"/>
                  </a:cubicBezTo>
                  <a:lnTo>
                    <a:pt x="582930" y="111443"/>
                  </a:lnTo>
                  <a:lnTo>
                    <a:pt x="120968" y="111443"/>
                  </a:lnTo>
                  <a:lnTo>
                    <a:pt x="120968" y="209550"/>
                  </a:lnTo>
                  <a:lnTo>
                    <a:pt x="453390" y="209550"/>
                  </a:lnTo>
                  <a:cubicBezTo>
                    <a:pt x="553403" y="209550"/>
                    <a:pt x="590550" y="236220"/>
                    <a:pt x="590550" y="334328"/>
                  </a:cubicBezTo>
                  <a:lnTo>
                    <a:pt x="590550" y="401003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2C2173D-56FC-54AF-C5C3-B862515738EB}"/>
                </a:ext>
              </a:extLst>
            </p:cNvPr>
            <p:cNvSpPr/>
            <p:nvPr/>
          </p:nvSpPr>
          <p:spPr>
            <a:xfrm>
              <a:off x="11304085" y="410247"/>
              <a:ext cx="176067" cy="164847"/>
            </a:xfrm>
            <a:custGeom>
              <a:avLst/>
              <a:gdLst>
                <a:gd name="connsiteX0" fmla="*/ 582930 w 582930"/>
                <a:gd name="connsiteY0" fmla="*/ 521018 h 545782"/>
                <a:gd name="connsiteX1" fmla="*/ 292418 w 582930"/>
                <a:gd name="connsiteY1" fmla="*/ 545783 h 545782"/>
                <a:gd name="connsiteX2" fmla="*/ 0 w 582930"/>
                <a:gd name="connsiteY2" fmla="*/ 521018 h 545782"/>
                <a:gd name="connsiteX3" fmla="*/ 0 w 582930"/>
                <a:gd name="connsiteY3" fmla="*/ 25718 h 545782"/>
                <a:gd name="connsiteX4" fmla="*/ 290513 w 582930"/>
                <a:gd name="connsiteY4" fmla="*/ 0 h 545782"/>
                <a:gd name="connsiteX5" fmla="*/ 579120 w 582930"/>
                <a:gd name="connsiteY5" fmla="*/ 25718 h 545782"/>
                <a:gd name="connsiteX6" fmla="*/ 579120 w 582930"/>
                <a:gd name="connsiteY6" fmla="*/ 114300 h 545782"/>
                <a:gd name="connsiteX7" fmla="*/ 139065 w 582930"/>
                <a:gd name="connsiteY7" fmla="*/ 114300 h 545782"/>
                <a:gd name="connsiteX8" fmla="*/ 139065 w 582930"/>
                <a:gd name="connsiteY8" fmla="*/ 213360 h 545782"/>
                <a:gd name="connsiteX9" fmla="*/ 425768 w 582930"/>
                <a:gd name="connsiteY9" fmla="*/ 213360 h 545782"/>
                <a:gd name="connsiteX10" fmla="*/ 425768 w 582930"/>
                <a:gd name="connsiteY10" fmla="*/ 316230 h 545782"/>
                <a:gd name="connsiteX11" fmla="*/ 139065 w 582930"/>
                <a:gd name="connsiteY11" fmla="*/ 316230 h 545782"/>
                <a:gd name="connsiteX12" fmla="*/ 139065 w 582930"/>
                <a:gd name="connsiteY12" fmla="*/ 433388 h 545782"/>
                <a:gd name="connsiteX13" fmla="*/ 581025 w 582930"/>
                <a:gd name="connsiteY13" fmla="*/ 433388 h 545782"/>
                <a:gd name="connsiteX14" fmla="*/ 581025 w 582930"/>
                <a:gd name="connsiteY14" fmla="*/ 521018 h 5457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82930" h="545782">
                  <a:moveTo>
                    <a:pt x="582930" y="521018"/>
                  </a:moveTo>
                  <a:cubicBezTo>
                    <a:pt x="485775" y="540068"/>
                    <a:pt x="387668" y="545783"/>
                    <a:pt x="292418" y="545783"/>
                  </a:cubicBezTo>
                  <a:cubicBezTo>
                    <a:pt x="197168" y="545783"/>
                    <a:pt x="98107" y="540068"/>
                    <a:pt x="0" y="521018"/>
                  </a:cubicBezTo>
                  <a:lnTo>
                    <a:pt x="0" y="25718"/>
                  </a:lnTo>
                  <a:cubicBezTo>
                    <a:pt x="97155" y="6668"/>
                    <a:pt x="196215" y="0"/>
                    <a:pt x="290513" y="0"/>
                  </a:cubicBezTo>
                  <a:cubicBezTo>
                    <a:pt x="385763" y="0"/>
                    <a:pt x="481965" y="5715"/>
                    <a:pt x="579120" y="25718"/>
                  </a:cubicBezTo>
                  <a:lnTo>
                    <a:pt x="579120" y="114300"/>
                  </a:lnTo>
                  <a:lnTo>
                    <a:pt x="139065" y="114300"/>
                  </a:lnTo>
                  <a:lnTo>
                    <a:pt x="139065" y="213360"/>
                  </a:lnTo>
                  <a:lnTo>
                    <a:pt x="425768" y="213360"/>
                  </a:lnTo>
                  <a:lnTo>
                    <a:pt x="425768" y="316230"/>
                  </a:lnTo>
                  <a:lnTo>
                    <a:pt x="139065" y="316230"/>
                  </a:lnTo>
                  <a:lnTo>
                    <a:pt x="139065" y="433388"/>
                  </a:lnTo>
                  <a:lnTo>
                    <a:pt x="581025" y="433388"/>
                  </a:lnTo>
                  <a:lnTo>
                    <a:pt x="581025" y="52101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AFD627E-F237-0CC9-C8A4-3F6613BF9F76}"/>
                </a:ext>
              </a:extLst>
            </p:cNvPr>
            <p:cNvSpPr/>
            <p:nvPr/>
          </p:nvSpPr>
          <p:spPr>
            <a:xfrm>
              <a:off x="11096085" y="413987"/>
              <a:ext cx="157654" cy="161107"/>
            </a:xfrm>
            <a:custGeom>
              <a:avLst/>
              <a:gdLst>
                <a:gd name="connsiteX0" fmla="*/ 521970 w 521969"/>
                <a:gd name="connsiteY0" fmla="*/ 508635 h 533399"/>
                <a:gd name="connsiteX1" fmla="*/ 261938 w 521969"/>
                <a:gd name="connsiteY1" fmla="*/ 533400 h 533399"/>
                <a:gd name="connsiteX2" fmla="*/ 0 w 521969"/>
                <a:gd name="connsiteY2" fmla="*/ 508635 h 533399"/>
                <a:gd name="connsiteX3" fmla="*/ 0 w 521969"/>
                <a:gd name="connsiteY3" fmla="*/ 0 h 533399"/>
                <a:gd name="connsiteX4" fmla="*/ 140017 w 521969"/>
                <a:gd name="connsiteY4" fmla="*/ 0 h 533399"/>
                <a:gd name="connsiteX5" fmla="*/ 140017 w 521969"/>
                <a:gd name="connsiteY5" fmla="*/ 414338 h 533399"/>
                <a:gd name="connsiteX6" fmla="*/ 521970 w 521969"/>
                <a:gd name="connsiteY6" fmla="*/ 414338 h 533399"/>
                <a:gd name="connsiteX7" fmla="*/ 521970 w 521969"/>
                <a:gd name="connsiteY7" fmla="*/ 508635 h 533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1969" h="533399">
                  <a:moveTo>
                    <a:pt x="521970" y="508635"/>
                  </a:moveTo>
                  <a:cubicBezTo>
                    <a:pt x="434340" y="527685"/>
                    <a:pt x="346710" y="533400"/>
                    <a:pt x="261938" y="533400"/>
                  </a:cubicBezTo>
                  <a:cubicBezTo>
                    <a:pt x="177165" y="533400"/>
                    <a:pt x="87630" y="528638"/>
                    <a:pt x="0" y="508635"/>
                  </a:cubicBezTo>
                  <a:lnTo>
                    <a:pt x="0" y="0"/>
                  </a:lnTo>
                  <a:lnTo>
                    <a:pt x="140017" y="0"/>
                  </a:lnTo>
                  <a:lnTo>
                    <a:pt x="140017" y="414338"/>
                  </a:lnTo>
                  <a:lnTo>
                    <a:pt x="521970" y="414338"/>
                  </a:lnTo>
                  <a:lnTo>
                    <a:pt x="521970" y="508635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EE9FBDC-E897-2260-A6D3-B94078A06D85}"/>
                </a:ext>
              </a:extLst>
            </p:cNvPr>
            <p:cNvSpPr/>
            <p:nvPr/>
          </p:nvSpPr>
          <p:spPr>
            <a:xfrm>
              <a:off x="10820476" y="414274"/>
              <a:ext cx="224974" cy="160244"/>
            </a:xfrm>
            <a:custGeom>
              <a:avLst/>
              <a:gdLst>
                <a:gd name="connsiteX0" fmla="*/ 744855 w 744855"/>
                <a:gd name="connsiteY0" fmla="*/ 511493 h 530542"/>
                <a:gd name="connsiteX1" fmla="*/ 590550 w 744855"/>
                <a:gd name="connsiteY1" fmla="*/ 530543 h 530542"/>
                <a:gd name="connsiteX2" fmla="*/ 374333 w 744855"/>
                <a:gd name="connsiteY2" fmla="*/ 94298 h 530542"/>
                <a:gd name="connsiteX3" fmla="*/ 361950 w 744855"/>
                <a:gd name="connsiteY3" fmla="*/ 94298 h 530542"/>
                <a:gd name="connsiteX4" fmla="*/ 146685 w 744855"/>
                <a:gd name="connsiteY4" fmla="*/ 530543 h 530542"/>
                <a:gd name="connsiteX5" fmla="*/ 0 w 744855"/>
                <a:gd name="connsiteY5" fmla="*/ 511493 h 530542"/>
                <a:gd name="connsiteX6" fmla="*/ 273368 w 744855"/>
                <a:gd name="connsiteY6" fmla="*/ 0 h 530542"/>
                <a:gd name="connsiteX7" fmla="*/ 468630 w 744855"/>
                <a:gd name="connsiteY7" fmla="*/ 0 h 530542"/>
                <a:gd name="connsiteX8" fmla="*/ 744855 w 744855"/>
                <a:gd name="connsiteY8" fmla="*/ 511493 h 5305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55" h="530542">
                  <a:moveTo>
                    <a:pt x="744855" y="511493"/>
                  </a:moveTo>
                  <a:cubicBezTo>
                    <a:pt x="698183" y="524828"/>
                    <a:pt x="636270" y="529590"/>
                    <a:pt x="590550" y="530543"/>
                  </a:cubicBezTo>
                  <a:lnTo>
                    <a:pt x="374333" y="94298"/>
                  </a:lnTo>
                  <a:lnTo>
                    <a:pt x="361950" y="94298"/>
                  </a:lnTo>
                  <a:lnTo>
                    <a:pt x="146685" y="530543"/>
                  </a:lnTo>
                  <a:cubicBezTo>
                    <a:pt x="100965" y="529590"/>
                    <a:pt x="46673" y="524828"/>
                    <a:pt x="0" y="511493"/>
                  </a:cubicBezTo>
                  <a:lnTo>
                    <a:pt x="273368" y="0"/>
                  </a:lnTo>
                  <a:lnTo>
                    <a:pt x="468630" y="0"/>
                  </a:lnTo>
                  <a:lnTo>
                    <a:pt x="744855" y="511493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9554A99-F280-ECBC-5040-1D836A6DD648}"/>
                </a:ext>
              </a:extLst>
            </p:cNvPr>
            <p:cNvSpPr/>
            <p:nvPr/>
          </p:nvSpPr>
          <p:spPr>
            <a:xfrm>
              <a:off x="10904483" y="502020"/>
              <a:ext cx="54949" cy="54661"/>
            </a:xfrm>
            <a:custGeom>
              <a:avLst/>
              <a:gdLst>
                <a:gd name="connsiteX0" fmla="*/ 181927 w 181927"/>
                <a:gd name="connsiteY0" fmla="*/ 90488 h 180975"/>
                <a:gd name="connsiteX1" fmla="*/ 90488 w 181927"/>
                <a:gd name="connsiteY1" fmla="*/ 180975 h 180975"/>
                <a:gd name="connsiteX2" fmla="*/ 0 w 181927"/>
                <a:gd name="connsiteY2" fmla="*/ 90488 h 180975"/>
                <a:gd name="connsiteX3" fmla="*/ 90488 w 181927"/>
                <a:gd name="connsiteY3" fmla="*/ 0 h 180975"/>
                <a:gd name="connsiteX4" fmla="*/ 181927 w 181927"/>
                <a:gd name="connsiteY4" fmla="*/ 90488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1927" h="180975">
                  <a:moveTo>
                    <a:pt x="181927" y="90488"/>
                  </a:moveTo>
                  <a:cubicBezTo>
                    <a:pt x="181927" y="140970"/>
                    <a:pt x="140970" y="180975"/>
                    <a:pt x="90488" y="180975"/>
                  </a:cubicBezTo>
                  <a:cubicBezTo>
                    <a:pt x="40005" y="180975"/>
                    <a:pt x="0" y="140017"/>
                    <a:pt x="0" y="90488"/>
                  </a:cubicBezTo>
                  <a:cubicBezTo>
                    <a:pt x="0" y="40005"/>
                    <a:pt x="40957" y="0"/>
                    <a:pt x="90488" y="0"/>
                  </a:cubicBezTo>
                  <a:cubicBezTo>
                    <a:pt x="140970" y="0"/>
                    <a:pt x="181927" y="40005"/>
                    <a:pt x="181927" y="90488"/>
                  </a:cubicBezTo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F33B586-655C-01D5-4699-100F1A421A9C}"/>
                </a:ext>
              </a:extLst>
            </p:cNvPr>
            <p:cNvSpPr/>
            <p:nvPr/>
          </p:nvSpPr>
          <p:spPr>
            <a:xfrm>
              <a:off x="10579967" y="411398"/>
              <a:ext cx="189588" cy="162833"/>
            </a:xfrm>
            <a:custGeom>
              <a:avLst/>
              <a:gdLst>
                <a:gd name="connsiteX0" fmla="*/ 627697 w 627697"/>
                <a:gd name="connsiteY0" fmla="*/ 521018 h 539114"/>
                <a:gd name="connsiteX1" fmla="*/ 487680 w 627697"/>
                <a:gd name="connsiteY1" fmla="*/ 539115 h 539114"/>
                <a:gd name="connsiteX2" fmla="*/ 487680 w 627697"/>
                <a:gd name="connsiteY2" fmla="*/ 317183 h 539114"/>
                <a:gd name="connsiteX3" fmla="*/ 140017 w 627697"/>
                <a:gd name="connsiteY3" fmla="*/ 317183 h 539114"/>
                <a:gd name="connsiteX4" fmla="*/ 140017 w 627697"/>
                <a:gd name="connsiteY4" fmla="*/ 539115 h 539114"/>
                <a:gd name="connsiteX5" fmla="*/ 0 w 627697"/>
                <a:gd name="connsiteY5" fmla="*/ 521018 h 539114"/>
                <a:gd name="connsiteX6" fmla="*/ 0 w 627697"/>
                <a:gd name="connsiteY6" fmla="*/ 18098 h 539114"/>
                <a:gd name="connsiteX7" fmla="*/ 140017 w 627697"/>
                <a:gd name="connsiteY7" fmla="*/ 0 h 539114"/>
                <a:gd name="connsiteX8" fmla="*/ 140017 w 627697"/>
                <a:gd name="connsiteY8" fmla="*/ 214313 h 539114"/>
                <a:gd name="connsiteX9" fmla="*/ 487680 w 627697"/>
                <a:gd name="connsiteY9" fmla="*/ 214313 h 539114"/>
                <a:gd name="connsiteX10" fmla="*/ 487680 w 627697"/>
                <a:gd name="connsiteY10" fmla="*/ 0 h 539114"/>
                <a:gd name="connsiteX11" fmla="*/ 627697 w 627697"/>
                <a:gd name="connsiteY11" fmla="*/ 18098 h 539114"/>
                <a:gd name="connsiteX12" fmla="*/ 627697 w 627697"/>
                <a:gd name="connsiteY12" fmla="*/ 521018 h 539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7697" h="539114">
                  <a:moveTo>
                    <a:pt x="627697" y="521018"/>
                  </a:moveTo>
                  <a:cubicBezTo>
                    <a:pt x="582930" y="534353"/>
                    <a:pt x="535305" y="538163"/>
                    <a:pt x="487680" y="539115"/>
                  </a:cubicBezTo>
                  <a:lnTo>
                    <a:pt x="487680" y="317183"/>
                  </a:lnTo>
                  <a:lnTo>
                    <a:pt x="140017" y="317183"/>
                  </a:lnTo>
                  <a:lnTo>
                    <a:pt x="140017" y="539115"/>
                  </a:lnTo>
                  <a:cubicBezTo>
                    <a:pt x="92392" y="538163"/>
                    <a:pt x="44767" y="533400"/>
                    <a:pt x="0" y="521018"/>
                  </a:cubicBezTo>
                  <a:lnTo>
                    <a:pt x="0" y="18098"/>
                  </a:lnTo>
                  <a:cubicBezTo>
                    <a:pt x="44767" y="4762"/>
                    <a:pt x="92392" y="952"/>
                    <a:pt x="140017" y="0"/>
                  </a:cubicBezTo>
                  <a:lnTo>
                    <a:pt x="140017" y="214313"/>
                  </a:lnTo>
                  <a:lnTo>
                    <a:pt x="487680" y="214313"/>
                  </a:lnTo>
                  <a:lnTo>
                    <a:pt x="487680" y="0"/>
                  </a:lnTo>
                  <a:cubicBezTo>
                    <a:pt x="535305" y="952"/>
                    <a:pt x="582930" y="5715"/>
                    <a:pt x="627697" y="18098"/>
                  </a:cubicBezTo>
                  <a:lnTo>
                    <a:pt x="627697" y="52101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23DFB61-E7B1-6AEA-34E0-0A1DB732A342}"/>
                </a:ext>
              </a:extLst>
            </p:cNvPr>
            <p:cNvSpPr/>
            <p:nvPr/>
          </p:nvSpPr>
          <p:spPr>
            <a:xfrm>
              <a:off x="10330251" y="410247"/>
              <a:ext cx="190451" cy="161395"/>
            </a:xfrm>
            <a:custGeom>
              <a:avLst/>
              <a:gdLst>
                <a:gd name="connsiteX0" fmla="*/ 630555 w 630554"/>
                <a:gd name="connsiteY0" fmla="*/ 115253 h 534352"/>
                <a:gd name="connsiteX1" fmla="*/ 384810 w 630554"/>
                <a:gd name="connsiteY1" fmla="*/ 115253 h 534352"/>
                <a:gd name="connsiteX2" fmla="*/ 384810 w 630554"/>
                <a:gd name="connsiteY2" fmla="*/ 534353 h 534352"/>
                <a:gd name="connsiteX3" fmla="*/ 245745 w 630554"/>
                <a:gd name="connsiteY3" fmla="*/ 534353 h 534352"/>
                <a:gd name="connsiteX4" fmla="*/ 245745 w 630554"/>
                <a:gd name="connsiteY4" fmla="*/ 115253 h 534352"/>
                <a:gd name="connsiteX5" fmla="*/ 0 w 630554"/>
                <a:gd name="connsiteY5" fmla="*/ 115253 h 534352"/>
                <a:gd name="connsiteX6" fmla="*/ 0 w 630554"/>
                <a:gd name="connsiteY6" fmla="*/ 25718 h 534352"/>
                <a:gd name="connsiteX7" fmla="*/ 315278 w 630554"/>
                <a:gd name="connsiteY7" fmla="*/ 0 h 534352"/>
                <a:gd name="connsiteX8" fmla="*/ 630555 w 630554"/>
                <a:gd name="connsiteY8" fmla="*/ 25718 h 534352"/>
                <a:gd name="connsiteX9" fmla="*/ 630555 w 630554"/>
                <a:gd name="connsiteY9" fmla="*/ 115253 h 53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30554" h="534352">
                  <a:moveTo>
                    <a:pt x="630555" y="115253"/>
                  </a:moveTo>
                  <a:lnTo>
                    <a:pt x="384810" y="115253"/>
                  </a:lnTo>
                  <a:lnTo>
                    <a:pt x="384810" y="534353"/>
                  </a:lnTo>
                  <a:lnTo>
                    <a:pt x="245745" y="534353"/>
                  </a:lnTo>
                  <a:lnTo>
                    <a:pt x="245745" y="115253"/>
                  </a:lnTo>
                  <a:lnTo>
                    <a:pt x="0" y="115253"/>
                  </a:lnTo>
                  <a:lnTo>
                    <a:pt x="0" y="25718"/>
                  </a:lnTo>
                  <a:cubicBezTo>
                    <a:pt x="105728" y="6668"/>
                    <a:pt x="212408" y="0"/>
                    <a:pt x="315278" y="0"/>
                  </a:cubicBezTo>
                  <a:cubicBezTo>
                    <a:pt x="418148" y="0"/>
                    <a:pt x="524828" y="5715"/>
                    <a:pt x="630555" y="25718"/>
                  </a:cubicBezTo>
                  <a:lnTo>
                    <a:pt x="630555" y="115253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AFF4072-8F4A-E478-F482-9ED5B0F350EC}"/>
                </a:ext>
              </a:extLst>
            </p:cNvPr>
            <p:cNvSpPr/>
            <p:nvPr/>
          </p:nvSpPr>
          <p:spPr>
            <a:xfrm>
              <a:off x="10331977" y="626878"/>
              <a:ext cx="55236" cy="73937"/>
            </a:xfrm>
            <a:custGeom>
              <a:avLst/>
              <a:gdLst>
                <a:gd name="connsiteX0" fmla="*/ 178118 w 182879"/>
                <a:gd name="connsiteY0" fmla="*/ 67627 h 244792"/>
                <a:gd name="connsiteX1" fmla="*/ 142875 w 182879"/>
                <a:gd name="connsiteY1" fmla="*/ 121920 h 244792"/>
                <a:gd name="connsiteX2" fmla="*/ 142875 w 182879"/>
                <a:gd name="connsiteY2" fmla="*/ 122872 h 244792"/>
                <a:gd name="connsiteX3" fmla="*/ 182880 w 182879"/>
                <a:gd name="connsiteY3" fmla="*/ 179070 h 244792"/>
                <a:gd name="connsiteX4" fmla="*/ 99060 w 182879"/>
                <a:gd name="connsiteY4" fmla="*/ 244792 h 244792"/>
                <a:gd name="connsiteX5" fmla="*/ 4763 w 182879"/>
                <a:gd name="connsiteY5" fmla="*/ 241935 h 244792"/>
                <a:gd name="connsiteX6" fmla="*/ 0 w 182879"/>
                <a:gd name="connsiteY6" fmla="*/ 237172 h 244792"/>
                <a:gd name="connsiteX7" fmla="*/ 0 w 182879"/>
                <a:gd name="connsiteY7" fmla="*/ 8572 h 244792"/>
                <a:gd name="connsiteX8" fmla="*/ 4763 w 182879"/>
                <a:gd name="connsiteY8" fmla="*/ 3810 h 244792"/>
                <a:gd name="connsiteX9" fmla="*/ 91440 w 182879"/>
                <a:gd name="connsiteY9" fmla="*/ 0 h 244792"/>
                <a:gd name="connsiteX10" fmla="*/ 178118 w 182879"/>
                <a:gd name="connsiteY10" fmla="*/ 67627 h 244792"/>
                <a:gd name="connsiteX11" fmla="*/ 49530 w 182879"/>
                <a:gd name="connsiteY11" fmla="*/ 42863 h 244792"/>
                <a:gd name="connsiteX12" fmla="*/ 49530 w 182879"/>
                <a:gd name="connsiteY12" fmla="*/ 104775 h 244792"/>
                <a:gd name="connsiteX13" fmla="*/ 80963 w 182879"/>
                <a:gd name="connsiteY13" fmla="*/ 104775 h 244792"/>
                <a:gd name="connsiteX14" fmla="*/ 128588 w 182879"/>
                <a:gd name="connsiteY14" fmla="*/ 74295 h 244792"/>
                <a:gd name="connsiteX15" fmla="*/ 86678 w 182879"/>
                <a:gd name="connsiteY15" fmla="*/ 42863 h 244792"/>
                <a:gd name="connsiteX16" fmla="*/ 49530 w 182879"/>
                <a:gd name="connsiteY16" fmla="*/ 42863 h 244792"/>
                <a:gd name="connsiteX17" fmla="*/ 49530 w 182879"/>
                <a:gd name="connsiteY17" fmla="*/ 140017 h 244792"/>
                <a:gd name="connsiteX18" fmla="*/ 49530 w 182879"/>
                <a:gd name="connsiteY18" fmla="*/ 201930 h 244792"/>
                <a:gd name="connsiteX19" fmla="*/ 96203 w 182879"/>
                <a:gd name="connsiteY19" fmla="*/ 201930 h 244792"/>
                <a:gd name="connsiteX20" fmla="*/ 134303 w 182879"/>
                <a:gd name="connsiteY20" fmla="*/ 172402 h 244792"/>
                <a:gd name="connsiteX21" fmla="*/ 97155 w 182879"/>
                <a:gd name="connsiteY21" fmla="*/ 140017 h 244792"/>
                <a:gd name="connsiteX22" fmla="*/ 49530 w 182879"/>
                <a:gd name="connsiteY22" fmla="*/ 140017 h 2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2879" h="244792">
                  <a:moveTo>
                    <a:pt x="178118" y="67627"/>
                  </a:moveTo>
                  <a:cubicBezTo>
                    <a:pt x="178118" y="100965"/>
                    <a:pt x="168593" y="117157"/>
                    <a:pt x="142875" y="121920"/>
                  </a:cubicBezTo>
                  <a:lnTo>
                    <a:pt x="142875" y="122872"/>
                  </a:lnTo>
                  <a:cubicBezTo>
                    <a:pt x="174308" y="126682"/>
                    <a:pt x="182880" y="145732"/>
                    <a:pt x="182880" y="179070"/>
                  </a:cubicBezTo>
                  <a:cubicBezTo>
                    <a:pt x="182880" y="229552"/>
                    <a:pt x="157163" y="244792"/>
                    <a:pt x="99060" y="244792"/>
                  </a:cubicBezTo>
                  <a:cubicBezTo>
                    <a:pt x="73343" y="244792"/>
                    <a:pt x="32385" y="243840"/>
                    <a:pt x="4763" y="241935"/>
                  </a:cubicBezTo>
                  <a:cubicBezTo>
                    <a:pt x="952" y="241935"/>
                    <a:pt x="0" y="240982"/>
                    <a:pt x="0" y="237172"/>
                  </a:cubicBezTo>
                  <a:lnTo>
                    <a:pt x="0" y="8572"/>
                  </a:lnTo>
                  <a:cubicBezTo>
                    <a:pt x="0" y="4763"/>
                    <a:pt x="952" y="4763"/>
                    <a:pt x="4763" y="3810"/>
                  </a:cubicBezTo>
                  <a:cubicBezTo>
                    <a:pt x="32385" y="952"/>
                    <a:pt x="65723" y="0"/>
                    <a:pt x="91440" y="0"/>
                  </a:cubicBezTo>
                  <a:cubicBezTo>
                    <a:pt x="152400" y="952"/>
                    <a:pt x="178118" y="17145"/>
                    <a:pt x="178118" y="67627"/>
                  </a:cubicBezTo>
                  <a:close/>
                  <a:moveTo>
                    <a:pt x="49530" y="42863"/>
                  </a:moveTo>
                  <a:lnTo>
                    <a:pt x="49530" y="104775"/>
                  </a:lnTo>
                  <a:lnTo>
                    <a:pt x="80963" y="104775"/>
                  </a:lnTo>
                  <a:cubicBezTo>
                    <a:pt x="116205" y="104775"/>
                    <a:pt x="128588" y="100965"/>
                    <a:pt x="128588" y="74295"/>
                  </a:cubicBezTo>
                  <a:cubicBezTo>
                    <a:pt x="128588" y="49530"/>
                    <a:pt x="116205" y="42863"/>
                    <a:pt x="86678" y="42863"/>
                  </a:cubicBezTo>
                  <a:lnTo>
                    <a:pt x="49530" y="42863"/>
                  </a:lnTo>
                  <a:close/>
                  <a:moveTo>
                    <a:pt x="49530" y="140017"/>
                  </a:moveTo>
                  <a:lnTo>
                    <a:pt x="49530" y="201930"/>
                  </a:lnTo>
                  <a:lnTo>
                    <a:pt x="96203" y="201930"/>
                  </a:lnTo>
                  <a:cubicBezTo>
                    <a:pt x="122873" y="201930"/>
                    <a:pt x="134303" y="195263"/>
                    <a:pt x="134303" y="172402"/>
                  </a:cubicBezTo>
                  <a:cubicBezTo>
                    <a:pt x="134303" y="146685"/>
                    <a:pt x="121920" y="140017"/>
                    <a:pt x="97155" y="140017"/>
                  </a:cubicBezTo>
                  <a:lnTo>
                    <a:pt x="49530" y="140017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116AB45-8239-150C-0FBE-209259A43BBD}"/>
                </a:ext>
              </a:extLst>
            </p:cNvPr>
            <p:cNvSpPr/>
            <p:nvPr/>
          </p:nvSpPr>
          <p:spPr>
            <a:xfrm>
              <a:off x="10396419" y="647592"/>
              <a:ext cx="46606" cy="53223"/>
            </a:xfrm>
            <a:custGeom>
              <a:avLst/>
              <a:gdLst>
                <a:gd name="connsiteX0" fmla="*/ 149543 w 154305"/>
                <a:gd name="connsiteY0" fmla="*/ 0 h 176212"/>
                <a:gd name="connsiteX1" fmla="*/ 154305 w 154305"/>
                <a:gd name="connsiteY1" fmla="*/ 4763 h 176212"/>
                <a:gd name="connsiteX2" fmla="*/ 154305 w 154305"/>
                <a:gd name="connsiteY2" fmla="*/ 164783 h 176212"/>
                <a:gd name="connsiteX3" fmla="*/ 149543 w 154305"/>
                <a:gd name="connsiteY3" fmla="*/ 170498 h 176212"/>
                <a:gd name="connsiteX4" fmla="*/ 75248 w 154305"/>
                <a:gd name="connsiteY4" fmla="*/ 176213 h 176212"/>
                <a:gd name="connsiteX5" fmla="*/ 0 w 154305"/>
                <a:gd name="connsiteY5" fmla="*/ 100965 h 176212"/>
                <a:gd name="connsiteX6" fmla="*/ 0 w 154305"/>
                <a:gd name="connsiteY6" fmla="*/ 4763 h 176212"/>
                <a:gd name="connsiteX7" fmla="*/ 4763 w 154305"/>
                <a:gd name="connsiteY7" fmla="*/ 0 h 176212"/>
                <a:gd name="connsiteX8" fmla="*/ 41910 w 154305"/>
                <a:gd name="connsiteY8" fmla="*/ 0 h 176212"/>
                <a:gd name="connsiteX9" fmla="*/ 46672 w 154305"/>
                <a:gd name="connsiteY9" fmla="*/ 4763 h 176212"/>
                <a:gd name="connsiteX10" fmla="*/ 46672 w 154305"/>
                <a:gd name="connsiteY10" fmla="*/ 88583 h 176212"/>
                <a:gd name="connsiteX11" fmla="*/ 80010 w 154305"/>
                <a:gd name="connsiteY11" fmla="*/ 135255 h 176212"/>
                <a:gd name="connsiteX12" fmla="*/ 107632 w 154305"/>
                <a:gd name="connsiteY12" fmla="*/ 135255 h 176212"/>
                <a:gd name="connsiteX13" fmla="*/ 107632 w 154305"/>
                <a:gd name="connsiteY13" fmla="*/ 4763 h 176212"/>
                <a:gd name="connsiteX14" fmla="*/ 112395 w 154305"/>
                <a:gd name="connsiteY14" fmla="*/ 0 h 176212"/>
                <a:gd name="connsiteX15" fmla="*/ 149543 w 154305"/>
                <a:gd name="connsiteY15" fmla="*/ 0 h 176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4305" h="176212">
                  <a:moveTo>
                    <a:pt x="149543" y="0"/>
                  </a:moveTo>
                  <a:cubicBezTo>
                    <a:pt x="152400" y="0"/>
                    <a:pt x="154305" y="1905"/>
                    <a:pt x="154305" y="4763"/>
                  </a:cubicBezTo>
                  <a:lnTo>
                    <a:pt x="154305" y="164783"/>
                  </a:lnTo>
                  <a:cubicBezTo>
                    <a:pt x="154305" y="168592"/>
                    <a:pt x="153352" y="169545"/>
                    <a:pt x="149543" y="170498"/>
                  </a:cubicBezTo>
                  <a:cubicBezTo>
                    <a:pt x="128588" y="174308"/>
                    <a:pt x="98107" y="176213"/>
                    <a:pt x="75248" y="176213"/>
                  </a:cubicBezTo>
                  <a:cubicBezTo>
                    <a:pt x="15240" y="176213"/>
                    <a:pt x="0" y="164783"/>
                    <a:pt x="0" y="100965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lnTo>
                    <a:pt x="41910" y="0"/>
                  </a:lnTo>
                  <a:cubicBezTo>
                    <a:pt x="44768" y="0"/>
                    <a:pt x="46672" y="1905"/>
                    <a:pt x="46672" y="4763"/>
                  </a:cubicBezTo>
                  <a:lnTo>
                    <a:pt x="46672" y="88583"/>
                  </a:lnTo>
                  <a:cubicBezTo>
                    <a:pt x="46672" y="133350"/>
                    <a:pt x="51435" y="135255"/>
                    <a:pt x="80010" y="135255"/>
                  </a:cubicBezTo>
                  <a:lnTo>
                    <a:pt x="107632" y="135255"/>
                  </a:lnTo>
                  <a:lnTo>
                    <a:pt x="107632" y="4763"/>
                  </a:lnTo>
                  <a:cubicBezTo>
                    <a:pt x="107632" y="1905"/>
                    <a:pt x="109538" y="0"/>
                    <a:pt x="112395" y="0"/>
                  </a:cubicBezTo>
                  <a:lnTo>
                    <a:pt x="149543" y="0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5EDB62C-D52B-9144-F165-85B46D6F286C}"/>
                </a:ext>
              </a:extLst>
            </p:cNvPr>
            <p:cNvSpPr/>
            <p:nvPr/>
          </p:nvSpPr>
          <p:spPr>
            <a:xfrm>
              <a:off x="10452807" y="625708"/>
              <a:ext cx="16398" cy="74532"/>
            </a:xfrm>
            <a:custGeom>
              <a:avLst/>
              <a:gdLst>
                <a:gd name="connsiteX0" fmla="*/ 54293 w 54292"/>
                <a:gd name="connsiteY0" fmla="*/ 24830 h 246762"/>
                <a:gd name="connsiteX1" fmla="*/ 27623 w 54292"/>
                <a:gd name="connsiteY1" fmla="*/ 49595 h 246762"/>
                <a:gd name="connsiteX2" fmla="*/ 0 w 54292"/>
                <a:gd name="connsiteY2" fmla="*/ 24830 h 246762"/>
                <a:gd name="connsiteX3" fmla="*/ 27623 w 54292"/>
                <a:gd name="connsiteY3" fmla="*/ 65 h 246762"/>
                <a:gd name="connsiteX4" fmla="*/ 54293 w 54292"/>
                <a:gd name="connsiteY4" fmla="*/ 24830 h 246762"/>
                <a:gd name="connsiteX5" fmla="*/ 45720 w 54292"/>
                <a:gd name="connsiteY5" fmla="*/ 72455 h 246762"/>
                <a:gd name="connsiteX6" fmla="*/ 50483 w 54292"/>
                <a:gd name="connsiteY6" fmla="*/ 77218 h 246762"/>
                <a:gd name="connsiteX7" fmla="*/ 50483 w 54292"/>
                <a:gd name="connsiteY7" fmla="*/ 242000 h 246762"/>
                <a:gd name="connsiteX8" fmla="*/ 45720 w 54292"/>
                <a:gd name="connsiteY8" fmla="*/ 246763 h 246762"/>
                <a:gd name="connsiteX9" fmla="*/ 8573 w 54292"/>
                <a:gd name="connsiteY9" fmla="*/ 246763 h 246762"/>
                <a:gd name="connsiteX10" fmla="*/ 3810 w 54292"/>
                <a:gd name="connsiteY10" fmla="*/ 242000 h 246762"/>
                <a:gd name="connsiteX11" fmla="*/ 3810 w 54292"/>
                <a:gd name="connsiteY11" fmla="*/ 77218 h 246762"/>
                <a:gd name="connsiteX12" fmla="*/ 8573 w 54292"/>
                <a:gd name="connsiteY12" fmla="*/ 72455 h 246762"/>
                <a:gd name="connsiteX13" fmla="*/ 45720 w 54292"/>
                <a:gd name="connsiteY13" fmla="*/ 72455 h 246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4292" h="246762">
                  <a:moveTo>
                    <a:pt x="54293" y="24830"/>
                  </a:moveTo>
                  <a:cubicBezTo>
                    <a:pt x="54293" y="41023"/>
                    <a:pt x="44768" y="49595"/>
                    <a:pt x="27623" y="49595"/>
                  </a:cubicBezTo>
                  <a:cubicBezTo>
                    <a:pt x="10478" y="49595"/>
                    <a:pt x="0" y="40070"/>
                    <a:pt x="0" y="24830"/>
                  </a:cubicBezTo>
                  <a:cubicBezTo>
                    <a:pt x="0" y="8638"/>
                    <a:pt x="9525" y="65"/>
                    <a:pt x="27623" y="65"/>
                  </a:cubicBezTo>
                  <a:cubicBezTo>
                    <a:pt x="44768" y="-887"/>
                    <a:pt x="54293" y="8638"/>
                    <a:pt x="54293" y="24830"/>
                  </a:cubicBezTo>
                  <a:close/>
                  <a:moveTo>
                    <a:pt x="45720" y="72455"/>
                  </a:moveTo>
                  <a:cubicBezTo>
                    <a:pt x="48578" y="72455"/>
                    <a:pt x="50483" y="74360"/>
                    <a:pt x="50483" y="77218"/>
                  </a:cubicBezTo>
                  <a:lnTo>
                    <a:pt x="50483" y="242000"/>
                  </a:lnTo>
                  <a:cubicBezTo>
                    <a:pt x="50483" y="245810"/>
                    <a:pt x="48578" y="246763"/>
                    <a:pt x="45720" y="246763"/>
                  </a:cubicBezTo>
                  <a:lnTo>
                    <a:pt x="8573" y="246763"/>
                  </a:lnTo>
                  <a:cubicBezTo>
                    <a:pt x="5715" y="246763"/>
                    <a:pt x="3810" y="244858"/>
                    <a:pt x="3810" y="242000"/>
                  </a:cubicBezTo>
                  <a:lnTo>
                    <a:pt x="3810" y="77218"/>
                  </a:lnTo>
                  <a:cubicBezTo>
                    <a:pt x="3810" y="74360"/>
                    <a:pt x="5715" y="72455"/>
                    <a:pt x="8573" y="72455"/>
                  </a:cubicBezTo>
                  <a:lnTo>
                    <a:pt x="45720" y="72455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7C6D49BA-18C3-3B72-D926-9B4ECC2B73E9}"/>
                </a:ext>
              </a:extLst>
            </p:cNvPr>
            <p:cNvSpPr/>
            <p:nvPr/>
          </p:nvSpPr>
          <p:spPr>
            <a:xfrm>
              <a:off x="10479275" y="627454"/>
              <a:ext cx="14097" cy="73074"/>
            </a:xfrm>
            <a:custGeom>
              <a:avLst/>
              <a:gdLst>
                <a:gd name="connsiteX0" fmla="*/ 41910 w 46672"/>
                <a:gd name="connsiteY0" fmla="*/ 952 h 241935"/>
                <a:gd name="connsiteX1" fmla="*/ 46673 w 46672"/>
                <a:gd name="connsiteY1" fmla="*/ 5715 h 241935"/>
                <a:gd name="connsiteX2" fmla="*/ 46673 w 46672"/>
                <a:gd name="connsiteY2" fmla="*/ 237173 h 241935"/>
                <a:gd name="connsiteX3" fmla="*/ 41910 w 46672"/>
                <a:gd name="connsiteY3" fmla="*/ 241935 h 241935"/>
                <a:gd name="connsiteX4" fmla="*/ 4763 w 46672"/>
                <a:gd name="connsiteY4" fmla="*/ 241935 h 241935"/>
                <a:gd name="connsiteX5" fmla="*/ 0 w 46672"/>
                <a:gd name="connsiteY5" fmla="*/ 237173 h 241935"/>
                <a:gd name="connsiteX6" fmla="*/ 0 w 46672"/>
                <a:gd name="connsiteY6" fmla="*/ 4763 h 241935"/>
                <a:gd name="connsiteX7" fmla="*/ 4763 w 46672"/>
                <a:gd name="connsiteY7" fmla="*/ 0 h 241935"/>
                <a:gd name="connsiteX8" fmla="*/ 41910 w 46672"/>
                <a:gd name="connsiteY8" fmla="*/ 0 h 241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6672" h="241935">
                  <a:moveTo>
                    <a:pt x="41910" y="952"/>
                  </a:moveTo>
                  <a:cubicBezTo>
                    <a:pt x="44768" y="952"/>
                    <a:pt x="46673" y="2858"/>
                    <a:pt x="46673" y="5715"/>
                  </a:cubicBezTo>
                  <a:lnTo>
                    <a:pt x="46673" y="237173"/>
                  </a:lnTo>
                  <a:cubicBezTo>
                    <a:pt x="46673" y="240983"/>
                    <a:pt x="44768" y="241935"/>
                    <a:pt x="41910" y="241935"/>
                  </a:cubicBezTo>
                  <a:lnTo>
                    <a:pt x="4763" y="241935"/>
                  </a:lnTo>
                  <a:cubicBezTo>
                    <a:pt x="1905" y="241935"/>
                    <a:pt x="0" y="240030"/>
                    <a:pt x="0" y="237173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lnTo>
                    <a:pt x="41910" y="0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2C52CD0D-0522-1461-1424-1059CE482BB9}"/>
                </a:ext>
              </a:extLst>
            </p:cNvPr>
            <p:cNvSpPr/>
            <p:nvPr/>
          </p:nvSpPr>
          <p:spPr>
            <a:xfrm>
              <a:off x="10502578" y="627741"/>
              <a:ext cx="47181" cy="73074"/>
            </a:xfrm>
            <a:custGeom>
              <a:avLst/>
              <a:gdLst>
                <a:gd name="connsiteX0" fmla="*/ 151448 w 156210"/>
                <a:gd name="connsiteY0" fmla="*/ 0 h 241935"/>
                <a:gd name="connsiteX1" fmla="*/ 156210 w 156210"/>
                <a:gd name="connsiteY1" fmla="*/ 4763 h 241935"/>
                <a:gd name="connsiteX2" fmla="*/ 156210 w 156210"/>
                <a:gd name="connsiteY2" fmla="*/ 228600 h 241935"/>
                <a:gd name="connsiteX3" fmla="*/ 149542 w 156210"/>
                <a:gd name="connsiteY3" fmla="*/ 236220 h 241935"/>
                <a:gd name="connsiteX4" fmla="*/ 80963 w 156210"/>
                <a:gd name="connsiteY4" fmla="*/ 241935 h 241935"/>
                <a:gd name="connsiteX5" fmla="*/ 0 w 156210"/>
                <a:gd name="connsiteY5" fmla="*/ 153352 h 241935"/>
                <a:gd name="connsiteX6" fmla="*/ 71438 w 156210"/>
                <a:gd name="connsiteY6" fmla="*/ 64770 h 241935"/>
                <a:gd name="connsiteX7" fmla="*/ 109538 w 156210"/>
                <a:gd name="connsiteY7" fmla="*/ 66675 h 241935"/>
                <a:gd name="connsiteX8" fmla="*/ 109538 w 156210"/>
                <a:gd name="connsiteY8" fmla="*/ 4763 h 241935"/>
                <a:gd name="connsiteX9" fmla="*/ 114300 w 156210"/>
                <a:gd name="connsiteY9" fmla="*/ 0 h 241935"/>
                <a:gd name="connsiteX10" fmla="*/ 151448 w 156210"/>
                <a:gd name="connsiteY10" fmla="*/ 0 h 241935"/>
                <a:gd name="connsiteX11" fmla="*/ 82867 w 156210"/>
                <a:gd name="connsiteY11" fmla="*/ 104775 h 241935"/>
                <a:gd name="connsiteX12" fmla="*/ 47625 w 156210"/>
                <a:gd name="connsiteY12" fmla="*/ 153352 h 241935"/>
                <a:gd name="connsiteX13" fmla="*/ 80963 w 156210"/>
                <a:gd name="connsiteY13" fmla="*/ 201930 h 241935"/>
                <a:gd name="connsiteX14" fmla="*/ 110490 w 156210"/>
                <a:gd name="connsiteY14" fmla="*/ 200025 h 241935"/>
                <a:gd name="connsiteX15" fmla="*/ 110490 w 156210"/>
                <a:gd name="connsiteY15" fmla="*/ 104775 h 241935"/>
                <a:gd name="connsiteX16" fmla="*/ 82867 w 156210"/>
                <a:gd name="connsiteY16" fmla="*/ 104775 h 241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6210" h="241935">
                  <a:moveTo>
                    <a:pt x="151448" y="0"/>
                  </a:moveTo>
                  <a:cubicBezTo>
                    <a:pt x="155257" y="0"/>
                    <a:pt x="156210" y="1905"/>
                    <a:pt x="156210" y="4763"/>
                  </a:cubicBezTo>
                  <a:lnTo>
                    <a:pt x="156210" y="228600"/>
                  </a:lnTo>
                  <a:cubicBezTo>
                    <a:pt x="156210" y="233363"/>
                    <a:pt x="153352" y="236220"/>
                    <a:pt x="149542" y="236220"/>
                  </a:cubicBezTo>
                  <a:cubicBezTo>
                    <a:pt x="123825" y="240030"/>
                    <a:pt x="102870" y="241935"/>
                    <a:pt x="80963" y="241935"/>
                  </a:cubicBezTo>
                  <a:cubicBezTo>
                    <a:pt x="15240" y="241935"/>
                    <a:pt x="0" y="223838"/>
                    <a:pt x="0" y="153352"/>
                  </a:cubicBezTo>
                  <a:cubicBezTo>
                    <a:pt x="0" y="84773"/>
                    <a:pt x="14288" y="64770"/>
                    <a:pt x="71438" y="64770"/>
                  </a:cubicBezTo>
                  <a:cubicBezTo>
                    <a:pt x="85725" y="64770"/>
                    <a:pt x="98107" y="65723"/>
                    <a:pt x="109538" y="66675"/>
                  </a:cubicBezTo>
                  <a:lnTo>
                    <a:pt x="109538" y="4763"/>
                  </a:lnTo>
                  <a:cubicBezTo>
                    <a:pt x="109538" y="952"/>
                    <a:pt x="110490" y="0"/>
                    <a:pt x="114300" y="0"/>
                  </a:cubicBezTo>
                  <a:lnTo>
                    <a:pt x="151448" y="0"/>
                  </a:lnTo>
                  <a:close/>
                  <a:moveTo>
                    <a:pt x="82867" y="104775"/>
                  </a:moveTo>
                  <a:cubicBezTo>
                    <a:pt x="51435" y="104775"/>
                    <a:pt x="47625" y="113348"/>
                    <a:pt x="47625" y="153352"/>
                  </a:cubicBezTo>
                  <a:cubicBezTo>
                    <a:pt x="47625" y="190500"/>
                    <a:pt x="50482" y="201930"/>
                    <a:pt x="80963" y="201930"/>
                  </a:cubicBezTo>
                  <a:cubicBezTo>
                    <a:pt x="88582" y="201930"/>
                    <a:pt x="101917" y="200977"/>
                    <a:pt x="110490" y="200025"/>
                  </a:cubicBezTo>
                  <a:lnTo>
                    <a:pt x="110490" y="104775"/>
                  </a:lnTo>
                  <a:lnTo>
                    <a:pt x="82867" y="104775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739E712-BB45-C743-9A15-01C2F0757789}"/>
                </a:ext>
              </a:extLst>
            </p:cNvPr>
            <p:cNvSpPr/>
            <p:nvPr/>
          </p:nvSpPr>
          <p:spPr>
            <a:xfrm>
              <a:off x="10559828" y="625708"/>
              <a:ext cx="16398" cy="74532"/>
            </a:xfrm>
            <a:custGeom>
              <a:avLst/>
              <a:gdLst>
                <a:gd name="connsiteX0" fmla="*/ 54292 w 54292"/>
                <a:gd name="connsiteY0" fmla="*/ 24830 h 246762"/>
                <a:gd name="connsiteX1" fmla="*/ 27622 w 54292"/>
                <a:gd name="connsiteY1" fmla="*/ 49595 h 246762"/>
                <a:gd name="connsiteX2" fmla="*/ 0 w 54292"/>
                <a:gd name="connsiteY2" fmla="*/ 24830 h 246762"/>
                <a:gd name="connsiteX3" fmla="*/ 27622 w 54292"/>
                <a:gd name="connsiteY3" fmla="*/ 65 h 246762"/>
                <a:gd name="connsiteX4" fmla="*/ 54292 w 54292"/>
                <a:gd name="connsiteY4" fmla="*/ 24830 h 246762"/>
                <a:gd name="connsiteX5" fmla="*/ 44767 w 54292"/>
                <a:gd name="connsiteY5" fmla="*/ 72455 h 246762"/>
                <a:gd name="connsiteX6" fmla="*/ 49530 w 54292"/>
                <a:gd name="connsiteY6" fmla="*/ 77218 h 246762"/>
                <a:gd name="connsiteX7" fmla="*/ 49530 w 54292"/>
                <a:gd name="connsiteY7" fmla="*/ 242000 h 246762"/>
                <a:gd name="connsiteX8" fmla="*/ 44767 w 54292"/>
                <a:gd name="connsiteY8" fmla="*/ 246763 h 246762"/>
                <a:gd name="connsiteX9" fmla="*/ 7620 w 54292"/>
                <a:gd name="connsiteY9" fmla="*/ 246763 h 246762"/>
                <a:gd name="connsiteX10" fmla="*/ 2857 w 54292"/>
                <a:gd name="connsiteY10" fmla="*/ 242000 h 246762"/>
                <a:gd name="connsiteX11" fmla="*/ 2857 w 54292"/>
                <a:gd name="connsiteY11" fmla="*/ 77218 h 246762"/>
                <a:gd name="connsiteX12" fmla="*/ 7620 w 54292"/>
                <a:gd name="connsiteY12" fmla="*/ 72455 h 246762"/>
                <a:gd name="connsiteX13" fmla="*/ 44767 w 54292"/>
                <a:gd name="connsiteY13" fmla="*/ 72455 h 246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4292" h="246762">
                  <a:moveTo>
                    <a:pt x="54292" y="24830"/>
                  </a:moveTo>
                  <a:cubicBezTo>
                    <a:pt x="54292" y="41023"/>
                    <a:pt x="44767" y="49595"/>
                    <a:pt x="27622" y="49595"/>
                  </a:cubicBezTo>
                  <a:cubicBezTo>
                    <a:pt x="10477" y="49595"/>
                    <a:pt x="0" y="40070"/>
                    <a:pt x="0" y="24830"/>
                  </a:cubicBezTo>
                  <a:cubicBezTo>
                    <a:pt x="0" y="8638"/>
                    <a:pt x="9525" y="65"/>
                    <a:pt x="27622" y="65"/>
                  </a:cubicBezTo>
                  <a:cubicBezTo>
                    <a:pt x="44767" y="-887"/>
                    <a:pt x="54292" y="8638"/>
                    <a:pt x="54292" y="24830"/>
                  </a:cubicBezTo>
                  <a:close/>
                  <a:moveTo>
                    <a:pt x="44767" y="72455"/>
                  </a:moveTo>
                  <a:cubicBezTo>
                    <a:pt x="47625" y="72455"/>
                    <a:pt x="49530" y="74360"/>
                    <a:pt x="49530" y="77218"/>
                  </a:cubicBezTo>
                  <a:lnTo>
                    <a:pt x="49530" y="242000"/>
                  </a:lnTo>
                  <a:cubicBezTo>
                    <a:pt x="49530" y="245810"/>
                    <a:pt x="47625" y="246763"/>
                    <a:pt x="44767" y="246763"/>
                  </a:cubicBezTo>
                  <a:lnTo>
                    <a:pt x="7620" y="246763"/>
                  </a:lnTo>
                  <a:cubicBezTo>
                    <a:pt x="4763" y="246763"/>
                    <a:pt x="2857" y="244858"/>
                    <a:pt x="2857" y="242000"/>
                  </a:cubicBezTo>
                  <a:lnTo>
                    <a:pt x="2857" y="77218"/>
                  </a:lnTo>
                  <a:cubicBezTo>
                    <a:pt x="2857" y="74360"/>
                    <a:pt x="4763" y="72455"/>
                    <a:pt x="7620" y="72455"/>
                  </a:cubicBezTo>
                  <a:lnTo>
                    <a:pt x="44767" y="72455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89AC4AF-2D1A-182B-ACCF-83792C6DB573}"/>
                </a:ext>
              </a:extLst>
            </p:cNvPr>
            <p:cNvSpPr/>
            <p:nvPr/>
          </p:nvSpPr>
          <p:spPr>
            <a:xfrm>
              <a:off x="10585721" y="647017"/>
              <a:ext cx="46893" cy="53223"/>
            </a:xfrm>
            <a:custGeom>
              <a:avLst/>
              <a:gdLst>
                <a:gd name="connsiteX0" fmla="*/ 155257 w 155257"/>
                <a:gd name="connsiteY0" fmla="*/ 75247 h 176212"/>
                <a:gd name="connsiteX1" fmla="*/ 155257 w 155257"/>
                <a:gd name="connsiteY1" fmla="*/ 171450 h 176212"/>
                <a:gd name="connsiteX2" fmla="*/ 150495 w 155257"/>
                <a:gd name="connsiteY2" fmla="*/ 176213 h 176212"/>
                <a:gd name="connsiteX3" fmla="*/ 113347 w 155257"/>
                <a:gd name="connsiteY3" fmla="*/ 176213 h 176212"/>
                <a:gd name="connsiteX4" fmla="*/ 108585 w 155257"/>
                <a:gd name="connsiteY4" fmla="*/ 171450 h 176212"/>
                <a:gd name="connsiteX5" fmla="*/ 108585 w 155257"/>
                <a:gd name="connsiteY5" fmla="*/ 87630 h 176212"/>
                <a:gd name="connsiteX6" fmla="*/ 75247 w 155257"/>
                <a:gd name="connsiteY6" fmla="*/ 40957 h 176212"/>
                <a:gd name="connsiteX7" fmla="*/ 46672 w 155257"/>
                <a:gd name="connsiteY7" fmla="*/ 40957 h 176212"/>
                <a:gd name="connsiteX8" fmla="*/ 46672 w 155257"/>
                <a:gd name="connsiteY8" fmla="*/ 171450 h 176212"/>
                <a:gd name="connsiteX9" fmla="*/ 41910 w 155257"/>
                <a:gd name="connsiteY9" fmla="*/ 176213 h 176212"/>
                <a:gd name="connsiteX10" fmla="*/ 4763 w 155257"/>
                <a:gd name="connsiteY10" fmla="*/ 176213 h 176212"/>
                <a:gd name="connsiteX11" fmla="*/ 0 w 155257"/>
                <a:gd name="connsiteY11" fmla="*/ 171450 h 176212"/>
                <a:gd name="connsiteX12" fmla="*/ 0 w 155257"/>
                <a:gd name="connsiteY12" fmla="*/ 10477 h 176212"/>
                <a:gd name="connsiteX13" fmla="*/ 4763 w 155257"/>
                <a:gd name="connsiteY13" fmla="*/ 5715 h 176212"/>
                <a:gd name="connsiteX14" fmla="*/ 79057 w 155257"/>
                <a:gd name="connsiteY14" fmla="*/ 0 h 176212"/>
                <a:gd name="connsiteX15" fmla="*/ 155257 w 155257"/>
                <a:gd name="connsiteY15" fmla="*/ 75247 h 176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5257" h="176212">
                  <a:moveTo>
                    <a:pt x="155257" y="75247"/>
                  </a:moveTo>
                  <a:lnTo>
                    <a:pt x="155257" y="171450"/>
                  </a:lnTo>
                  <a:cubicBezTo>
                    <a:pt x="155257" y="175260"/>
                    <a:pt x="153352" y="176213"/>
                    <a:pt x="150495" y="176213"/>
                  </a:cubicBezTo>
                  <a:lnTo>
                    <a:pt x="113347" y="176213"/>
                  </a:lnTo>
                  <a:cubicBezTo>
                    <a:pt x="110490" y="176213"/>
                    <a:pt x="108585" y="174307"/>
                    <a:pt x="108585" y="171450"/>
                  </a:cubicBezTo>
                  <a:lnTo>
                    <a:pt x="108585" y="87630"/>
                  </a:lnTo>
                  <a:cubicBezTo>
                    <a:pt x="108585" y="42863"/>
                    <a:pt x="103822" y="40957"/>
                    <a:pt x="75247" y="40957"/>
                  </a:cubicBezTo>
                  <a:lnTo>
                    <a:pt x="46672" y="40957"/>
                  </a:lnTo>
                  <a:lnTo>
                    <a:pt x="46672" y="171450"/>
                  </a:lnTo>
                  <a:cubicBezTo>
                    <a:pt x="46672" y="175260"/>
                    <a:pt x="44767" y="176213"/>
                    <a:pt x="41910" y="176213"/>
                  </a:cubicBezTo>
                  <a:lnTo>
                    <a:pt x="4763" y="176213"/>
                  </a:lnTo>
                  <a:cubicBezTo>
                    <a:pt x="1905" y="176213"/>
                    <a:pt x="0" y="174307"/>
                    <a:pt x="0" y="171450"/>
                  </a:cubicBezTo>
                  <a:lnTo>
                    <a:pt x="0" y="10477"/>
                  </a:lnTo>
                  <a:cubicBezTo>
                    <a:pt x="0" y="6667"/>
                    <a:pt x="1905" y="6667"/>
                    <a:pt x="4763" y="5715"/>
                  </a:cubicBezTo>
                  <a:cubicBezTo>
                    <a:pt x="25717" y="952"/>
                    <a:pt x="56197" y="0"/>
                    <a:pt x="79057" y="0"/>
                  </a:cubicBezTo>
                  <a:cubicBezTo>
                    <a:pt x="140017" y="952"/>
                    <a:pt x="155257" y="12382"/>
                    <a:pt x="155257" y="75247"/>
                  </a:cubicBez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2C3ACD8-4C77-3B34-6551-48F9845D0E12}"/>
                </a:ext>
              </a:extLst>
            </p:cNvPr>
            <p:cNvSpPr/>
            <p:nvPr/>
          </p:nvSpPr>
          <p:spPr>
            <a:xfrm>
              <a:off x="10642108" y="647017"/>
              <a:ext cx="46893" cy="72498"/>
            </a:xfrm>
            <a:custGeom>
              <a:avLst/>
              <a:gdLst>
                <a:gd name="connsiteX0" fmla="*/ 148590 w 155257"/>
                <a:gd name="connsiteY0" fmla="*/ 6667 h 240029"/>
                <a:gd name="connsiteX1" fmla="*/ 155257 w 155257"/>
                <a:gd name="connsiteY1" fmla="*/ 14288 h 240029"/>
                <a:gd name="connsiteX2" fmla="*/ 155257 w 155257"/>
                <a:gd name="connsiteY2" fmla="*/ 172402 h 240029"/>
                <a:gd name="connsiteX3" fmla="*/ 79057 w 155257"/>
                <a:gd name="connsiteY3" fmla="*/ 240030 h 240029"/>
                <a:gd name="connsiteX4" fmla="*/ 21907 w 155257"/>
                <a:gd name="connsiteY4" fmla="*/ 235267 h 240029"/>
                <a:gd name="connsiteX5" fmla="*/ 17145 w 155257"/>
                <a:gd name="connsiteY5" fmla="*/ 230505 h 240029"/>
                <a:gd name="connsiteX6" fmla="*/ 17145 w 155257"/>
                <a:gd name="connsiteY6" fmla="*/ 206692 h 240029"/>
                <a:gd name="connsiteX7" fmla="*/ 21907 w 155257"/>
                <a:gd name="connsiteY7" fmla="*/ 201930 h 240029"/>
                <a:gd name="connsiteX8" fmla="*/ 75248 w 155257"/>
                <a:gd name="connsiteY8" fmla="*/ 201930 h 240029"/>
                <a:gd name="connsiteX9" fmla="*/ 109538 w 155257"/>
                <a:gd name="connsiteY9" fmla="*/ 175260 h 240029"/>
                <a:gd name="connsiteX10" fmla="*/ 109538 w 155257"/>
                <a:gd name="connsiteY10" fmla="*/ 173355 h 240029"/>
                <a:gd name="connsiteX11" fmla="*/ 71438 w 155257"/>
                <a:gd name="connsiteY11" fmla="*/ 177165 h 240029"/>
                <a:gd name="connsiteX12" fmla="*/ 0 w 155257"/>
                <a:gd name="connsiteY12" fmla="*/ 85725 h 240029"/>
                <a:gd name="connsiteX13" fmla="*/ 80963 w 155257"/>
                <a:gd name="connsiteY13" fmla="*/ 0 h 240029"/>
                <a:gd name="connsiteX14" fmla="*/ 148590 w 155257"/>
                <a:gd name="connsiteY14" fmla="*/ 6667 h 240029"/>
                <a:gd name="connsiteX15" fmla="*/ 78105 w 155257"/>
                <a:gd name="connsiteY15" fmla="*/ 40957 h 240029"/>
                <a:gd name="connsiteX16" fmla="*/ 44767 w 155257"/>
                <a:gd name="connsiteY16" fmla="*/ 89535 h 240029"/>
                <a:gd name="connsiteX17" fmla="*/ 80963 w 155257"/>
                <a:gd name="connsiteY17" fmla="*/ 138113 h 240029"/>
                <a:gd name="connsiteX18" fmla="*/ 108585 w 155257"/>
                <a:gd name="connsiteY18" fmla="*/ 136207 h 240029"/>
                <a:gd name="connsiteX19" fmla="*/ 108585 w 155257"/>
                <a:gd name="connsiteY19" fmla="*/ 40957 h 240029"/>
                <a:gd name="connsiteX20" fmla="*/ 78105 w 155257"/>
                <a:gd name="connsiteY20" fmla="*/ 40957 h 240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5257" h="240029">
                  <a:moveTo>
                    <a:pt x="148590" y="6667"/>
                  </a:moveTo>
                  <a:cubicBezTo>
                    <a:pt x="152400" y="7620"/>
                    <a:pt x="155257" y="10477"/>
                    <a:pt x="155257" y="14288"/>
                  </a:cubicBezTo>
                  <a:lnTo>
                    <a:pt x="155257" y="172402"/>
                  </a:lnTo>
                  <a:cubicBezTo>
                    <a:pt x="155257" y="219075"/>
                    <a:pt x="145732" y="240030"/>
                    <a:pt x="79057" y="240030"/>
                  </a:cubicBezTo>
                  <a:cubicBezTo>
                    <a:pt x="60007" y="240030"/>
                    <a:pt x="40005" y="239077"/>
                    <a:pt x="21907" y="235267"/>
                  </a:cubicBezTo>
                  <a:cubicBezTo>
                    <a:pt x="19050" y="235267"/>
                    <a:pt x="17145" y="233363"/>
                    <a:pt x="17145" y="230505"/>
                  </a:cubicBezTo>
                  <a:lnTo>
                    <a:pt x="17145" y="206692"/>
                  </a:lnTo>
                  <a:cubicBezTo>
                    <a:pt x="17145" y="202882"/>
                    <a:pt x="18098" y="201930"/>
                    <a:pt x="21907" y="201930"/>
                  </a:cubicBezTo>
                  <a:lnTo>
                    <a:pt x="75248" y="201930"/>
                  </a:lnTo>
                  <a:cubicBezTo>
                    <a:pt x="102870" y="201930"/>
                    <a:pt x="109538" y="195263"/>
                    <a:pt x="109538" y="175260"/>
                  </a:cubicBezTo>
                  <a:lnTo>
                    <a:pt x="109538" y="173355"/>
                  </a:lnTo>
                  <a:cubicBezTo>
                    <a:pt x="96202" y="176213"/>
                    <a:pt x="84773" y="177165"/>
                    <a:pt x="71438" y="177165"/>
                  </a:cubicBezTo>
                  <a:cubicBezTo>
                    <a:pt x="15240" y="177165"/>
                    <a:pt x="0" y="157163"/>
                    <a:pt x="0" y="85725"/>
                  </a:cubicBezTo>
                  <a:cubicBezTo>
                    <a:pt x="0" y="18097"/>
                    <a:pt x="15240" y="0"/>
                    <a:pt x="80963" y="0"/>
                  </a:cubicBezTo>
                  <a:cubicBezTo>
                    <a:pt x="104775" y="952"/>
                    <a:pt x="130492" y="2857"/>
                    <a:pt x="148590" y="6667"/>
                  </a:cubicBezTo>
                  <a:close/>
                  <a:moveTo>
                    <a:pt x="78105" y="40957"/>
                  </a:moveTo>
                  <a:cubicBezTo>
                    <a:pt x="47625" y="40957"/>
                    <a:pt x="44767" y="52388"/>
                    <a:pt x="44767" y="89535"/>
                  </a:cubicBezTo>
                  <a:cubicBezTo>
                    <a:pt x="44767" y="129540"/>
                    <a:pt x="49530" y="138113"/>
                    <a:pt x="80963" y="138113"/>
                  </a:cubicBezTo>
                  <a:cubicBezTo>
                    <a:pt x="88582" y="138113"/>
                    <a:pt x="100013" y="138113"/>
                    <a:pt x="108585" y="136207"/>
                  </a:cubicBezTo>
                  <a:lnTo>
                    <a:pt x="108585" y="40957"/>
                  </a:lnTo>
                  <a:lnTo>
                    <a:pt x="78105" y="40957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AAA0A787-9BED-7877-FCD5-E8A12559716B}"/>
                </a:ext>
              </a:extLst>
            </p:cNvPr>
            <p:cNvSpPr/>
            <p:nvPr/>
          </p:nvSpPr>
          <p:spPr>
            <a:xfrm>
              <a:off x="10716907" y="647017"/>
              <a:ext cx="44880" cy="53798"/>
            </a:xfrm>
            <a:custGeom>
              <a:avLst/>
              <a:gdLst>
                <a:gd name="connsiteX0" fmla="*/ 148590 w 148590"/>
                <a:gd name="connsiteY0" fmla="*/ 54292 h 178117"/>
                <a:gd name="connsiteX1" fmla="*/ 148590 w 148590"/>
                <a:gd name="connsiteY1" fmla="*/ 161925 h 178117"/>
                <a:gd name="connsiteX2" fmla="*/ 141923 w 148590"/>
                <a:gd name="connsiteY2" fmla="*/ 171450 h 178117"/>
                <a:gd name="connsiteX3" fmla="*/ 71438 w 148590"/>
                <a:gd name="connsiteY3" fmla="*/ 178117 h 178117"/>
                <a:gd name="connsiteX4" fmla="*/ 0 w 148590"/>
                <a:gd name="connsiteY4" fmla="*/ 124777 h 178117"/>
                <a:gd name="connsiteX5" fmla="*/ 63818 w 148590"/>
                <a:gd name="connsiteY5" fmla="*/ 73342 h 178117"/>
                <a:gd name="connsiteX6" fmla="*/ 102870 w 148590"/>
                <a:gd name="connsiteY6" fmla="*/ 73342 h 178117"/>
                <a:gd name="connsiteX7" fmla="*/ 102870 w 148590"/>
                <a:gd name="connsiteY7" fmla="*/ 61913 h 178117"/>
                <a:gd name="connsiteX8" fmla="*/ 73343 w 148590"/>
                <a:gd name="connsiteY8" fmla="*/ 40005 h 178117"/>
                <a:gd name="connsiteX9" fmla="*/ 17145 w 148590"/>
                <a:gd name="connsiteY9" fmla="*/ 40005 h 178117"/>
                <a:gd name="connsiteX10" fmla="*/ 12383 w 148590"/>
                <a:gd name="connsiteY10" fmla="*/ 35242 h 178117"/>
                <a:gd name="connsiteX11" fmla="*/ 12383 w 148590"/>
                <a:gd name="connsiteY11" fmla="*/ 9525 h 178117"/>
                <a:gd name="connsiteX12" fmla="*/ 17145 w 148590"/>
                <a:gd name="connsiteY12" fmla="*/ 4763 h 178117"/>
                <a:gd name="connsiteX13" fmla="*/ 73343 w 148590"/>
                <a:gd name="connsiteY13" fmla="*/ 0 h 178117"/>
                <a:gd name="connsiteX14" fmla="*/ 148590 w 148590"/>
                <a:gd name="connsiteY14" fmla="*/ 54292 h 178117"/>
                <a:gd name="connsiteX15" fmla="*/ 66675 w 148590"/>
                <a:gd name="connsiteY15" fmla="*/ 102870 h 178117"/>
                <a:gd name="connsiteX16" fmla="*/ 44768 w 148590"/>
                <a:gd name="connsiteY16" fmla="*/ 121920 h 178117"/>
                <a:gd name="connsiteX17" fmla="*/ 71438 w 148590"/>
                <a:gd name="connsiteY17" fmla="*/ 140970 h 178117"/>
                <a:gd name="connsiteX18" fmla="*/ 102870 w 148590"/>
                <a:gd name="connsiteY18" fmla="*/ 138113 h 178117"/>
                <a:gd name="connsiteX19" fmla="*/ 102870 w 148590"/>
                <a:gd name="connsiteY19" fmla="*/ 103822 h 178117"/>
                <a:gd name="connsiteX20" fmla="*/ 66675 w 148590"/>
                <a:gd name="connsiteY20" fmla="*/ 103822 h 1781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8590" h="178117">
                  <a:moveTo>
                    <a:pt x="148590" y="54292"/>
                  </a:moveTo>
                  <a:lnTo>
                    <a:pt x="148590" y="161925"/>
                  </a:lnTo>
                  <a:cubicBezTo>
                    <a:pt x="148590" y="166688"/>
                    <a:pt x="147638" y="169545"/>
                    <a:pt x="141923" y="171450"/>
                  </a:cubicBezTo>
                  <a:cubicBezTo>
                    <a:pt x="120015" y="176213"/>
                    <a:pt x="92393" y="178117"/>
                    <a:pt x="71438" y="178117"/>
                  </a:cubicBezTo>
                  <a:cubicBezTo>
                    <a:pt x="24765" y="178117"/>
                    <a:pt x="0" y="173355"/>
                    <a:pt x="0" y="124777"/>
                  </a:cubicBezTo>
                  <a:cubicBezTo>
                    <a:pt x="953" y="82867"/>
                    <a:pt x="22860" y="73342"/>
                    <a:pt x="63818" y="73342"/>
                  </a:cubicBezTo>
                  <a:lnTo>
                    <a:pt x="102870" y="73342"/>
                  </a:lnTo>
                  <a:lnTo>
                    <a:pt x="102870" y="61913"/>
                  </a:lnTo>
                  <a:cubicBezTo>
                    <a:pt x="102870" y="46672"/>
                    <a:pt x="93345" y="40005"/>
                    <a:pt x="73343" y="40005"/>
                  </a:cubicBezTo>
                  <a:lnTo>
                    <a:pt x="17145" y="40005"/>
                  </a:lnTo>
                  <a:cubicBezTo>
                    <a:pt x="13335" y="40005"/>
                    <a:pt x="12383" y="39052"/>
                    <a:pt x="12383" y="35242"/>
                  </a:cubicBezTo>
                  <a:lnTo>
                    <a:pt x="12383" y="9525"/>
                  </a:lnTo>
                  <a:cubicBezTo>
                    <a:pt x="12383" y="5715"/>
                    <a:pt x="13335" y="4763"/>
                    <a:pt x="17145" y="4763"/>
                  </a:cubicBezTo>
                  <a:cubicBezTo>
                    <a:pt x="36195" y="952"/>
                    <a:pt x="54293" y="0"/>
                    <a:pt x="73343" y="0"/>
                  </a:cubicBezTo>
                  <a:cubicBezTo>
                    <a:pt x="135255" y="952"/>
                    <a:pt x="148590" y="20955"/>
                    <a:pt x="148590" y="54292"/>
                  </a:cubicBezTo>
                  <a:close/>
                  <a:moveTo>
                    <a:pt x="66675" y="102870"/>
                  </a:moveTo>
                  <a:cubicBezTo>
                    <a:pt x="50483" y="102870"/>
                    <a:pt x="44768" y="108585"/>
                    <a:pt x="44768" y="121920"/>
                  </a:cubicBezTo>
                  <a:cubicBezTo>
                    <a:pt x="44768" y="137160"/>
                    <a:pt x="51435" y="140970"/>
                    <a:pt x="71438" y="140970"/>
                  </a:cubicBezTo>
                  <a:cubicBezTo>
                    <a:pt x="78105" y="140970"/>
                    <a:pt x="93345" y="140017"/>
                    <a:pt x="102870" y="138113"/>
                  </a:cubicBezTo>
                  <a:lnTo>
                    <a:pt x="102870" y="103822"/>
                  </a:lnTo>
                  <a:lnTo>
                    <a:pt x="66675" y="103822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9D53C8E-111F-4520-8A3B-4D44F1740A04}"/>
                </a:ext>
              </a:extLst>
            </p:cNvPr>
            <p:cNvSpPr/>
            <p:nvPr/>
          </p:nvSpPr>
          <p:spPr>
            <a:xfrm>
              <a:off x="10787679" y="627166"/>
              <a:ext cx="36249" cy="73074"/>
            </a:xfrm>
            <a:custGeom>
              <a:avLst/>
              <a:gdLst>
                <a:gd name="connsiteX0" fmla="*/ 115253 w 120015"/>
                <a:gd name="connsiteY0" fmla="*/ 2857 h 241935"/>
                <a:gd name="connsiteX1" fmla="*/ 120015 w 120015"/>
                <a:gd name="connsiteY1" fmla="*/ 8573 h 241935"/>
                <a:gd name="connsiteX2" fmla="*/ 120015 w 120015"/>
                <a:gd name="connsiteY2" fmla="*/ 34290 h 241935"/>
                <a:gd name="connsiteX3" fmla="*/ 114300 w 120015"/>
                <a:gd name="connsiteY3" fmla="*/ 39052 h 241935"/>
                <a:gd name="connsiteX4" fmla="*/ 89535 w 120015"/>
                <a:gd name="connsiteY4" fmla="*/ 39052 h 241935"/>
                <a:gd name="connsiteX5" fmla="*/ 72390 w 120015"/>
                <a:gd name="connsiteY5" fmla="*/ 51435 h 241935"/>
                <a:gd name="connsiteX6" fmla="*/ 72390 w 120015"/>
                <a:gd name="connsiteY6" fmla="*/ 67627 h 241935"/>
                <a:gd name="connsiteX7" fmla="*/ 110490 w 120015"/>
                <a:gd name="connsiteY7" fmla="*/ 67627 h 241935"/>
                <a:gd name="connsiteX8" fmla="*/ 114300 w 120015"/>
                <a:gd name="connsiteY8" fmla="*/ 73342 h 241935"/>
                <a:gd name="connsiteX9" fmla="*/ 109538 w 120015"/>
                <a:gd name="connsiteY9" fmla="*/ 99060 h 241935"/>
                <a:gd name="connsiteX10" fmla="*/ 103822 w 120015"/>
                <a:gd name="connsiteY10" fmla="*/ 103823 h 241935"/>
                <a:gd name="connsiteX11" fmla="*/ 72390 w 120015"/>
                <a:gd name="connsiteY11" fmla="*/ 103823 h 241935"/>
                <a:gd name="connsiteX12" fmla="*/ 72390 w 120015"/>
                <a:gd name="connsiteY12" fmla="*/ 237173 h 241935"/>
                <a:gd name="connsiteX13" fmla="*/ 67628 w 120015"/>
                <a:gd name="connsiteY13" fmla="*/ 241935 h 241935"/>
                <a:gd name="connsiteX14" fmla="*/ 30480 w 120015"/>
                <a:gd name="connsiteY14" fmla="*/ 241935 h 241935"/>
                <a:gd name="connsiteX15" fmla="*/ 25717 w 120015"/>
                <a:gd name="connsiteY15" fmla="*/ 237173 h 241935"/>
                <a:gd name="connsiteX16" fmla="*/ 25717 w 120015"/>
                <a:gd name="connsiteY16" fmla="*/ 103823 h 241935"/>
                <a:gd name="connsiteX17" fmla="*/ 5715 w 120015"/>
                <a:gd name="connsiteY17" fmla="*/ 103823 h 241935"/>
                <a:gd name="connsiteX18" fmla="*/ 0 w 120015"/>
                <a:gd name="connsiteY18" fmla="*/ 99060 h 241935"/>
                <a:gd name="connsiteX19" fmla="*/ 0 w 120015"/>
                <a:gd name="connsiteY19" fmla="*/ 72390 h 241935"/>
                <a:gd name="connsiteX20" fmla="*/ 5715 w 120015"/>
                <a:gd name="connsiteY20" fmla="*/ 67627 h 241935"/>
                <a:gd name="connsiteX21" fmla="*/ 25717 w 120015"/>
                <a:gd name="connsiteY21" fmla="*/ 67627 h 241935"/>
                <a:gd name="connsiteX22" fmla="*/ 25717 w 120015"/>
                <a:gd name="connsiteY22" fmla="*/ 43815 h 241935"/>
                <a:gd name="connsiteX23" fmla="*/ 80010 w 120015"/>
                <a:gd name="connsiteY23" fmla="*/ 0 h 241935"/>
                <a:gd name="connsiteX24" fmla="*/ 115253 w 120015"/>
                <a:gd name="connsiteY24" fmla="*/ 2857 h 241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0015" h="241935">
                  <a:moveTo>
                    <a:pt x="115253" y="2857"/>
                  </a:moveTo>
                  <a:cubicBezTo>
                    <a:pt x="119063" y="3810"/>
                    <a:pt x="120015" y="4763"/>
                    <a:pt x="120015" y="8573"/>
                  </a:cubicBezTo>
                  <a:lnTo>
                    <a:pt x="120015" y="34290"/>
                  </a:lnTo>
                  <a:cubicBezTo>
                    <a:pt x="120015" y="38100"/>
                    <a:pt x="118110" y="39052"/>
                    <a:pt x="114300" y="39052"/>
                  </a:cubicBezTo>
                  <a:lnTo>
                    <a:pt x="89535" y="39052"/>
                  </a:lnTo>
                  <a:cubicBezTo>
                    <a:pt x="77153" y="39052"/>
                    <a:pt x="72390" y="40957"/>
                    <a:pt x="72390" y="51435"/>
                  </a:cubicBezTo>
                  <a:lnTo>
                    <a:pt x="72390" y="67627"/>
                  </a:lnTo>
                  <a:lnTo>
                    <a:pt x="110490" y="67627"/>
                  </a:lnTo>
                  <a:cubicBezTo>
                    <a:pt x="114300" y="67627"/>
                    <a:pt x="115253" y="69532"/>
                    <a:pt x="114300" y="73342"/>
                  </a:cubicBezTo>
                  <a:lnTo>
                    <a:pt x="109538" y="99060"/>
                  </a:lnTo>
                  <a:cubicBezTo>
                    <a:pt x="108585" y="101917"/>
                    <a:pt x="106680" y="103823"/>
                    <a:pt x="103822" y="103823"/>
                  </a:cubicBezTo>
                  <a:lnTo>
                    <a:pt x="72390" y="103823"/>
                  </a:lnTo>
                  <a:lnTo>
                    <a:pt x="72390" y="237173"/>
                  </a:lnTo>
                  <a:cubicBezTo>
                    <a:pt x="72390" y="240982"/>
                    <a:pt x="70485" y="241935"/>
                    <a:pt x="67628" y="241935"/>
                  </a:cubicBezTo>
                  <a:lnTo>
                    <a:pt x="30480" y="241935"/>
                  </a:lnTo>
                  <a:cubicBezTo>
                    <a:pt x="27622" y="241935"/>
                    <a:pt x="25717" y="240030"/>
                    <a:pt x="25717" y="237173"/>
                  </a:cubicBezTo>
                  <a:lnTo>
                    <a:pt x="25717" y="103823"/>
                  </a:lnTo>
                  <a:lnTo>
                    <a:pt x="5715" y="103823"/>
                  </a:lnTo>
                  <a:cubicBezTo>
                    <a:pt x="1905" y="103823"/>
                    <a:pt x="0" y="101917"/>
                    <a:pt x="0" y="99060"/>
                  </a:cubicBezTo>
                  <a:lnTo>
                    <a:pt x="0" y="72390"/>
                  </a:lnTo>
                  <a:cubicBezTo>
                    <a:pt x="0" y="69532"/>
                    <a:pt x="1905" y="67627"/>
                    <a:pt x="5715" y="67627"/>
                  </a:cubicBezTo>
                  <a:lnTo>
                    <a:pt x="25717" y="67627"/>
                  </a:lnTo>
                  <a:lnTo>
                    <a:pt x="25717" y="43815"/>
                  </a:lnTo>
                  <a:cubicBezTo>
                    <a:pt x="25717" y="4763"/>
                    <a:pt x="52388" y="0"/>
                    <a:pt x="80010" y="0"/>
                  </a:cubicBezTo>
                  <a:cubicBezTo>
                    <a:pt x="91440" y="0"/>
                    <a:pt x="103822" y="952"/>
                    <a:pt x="115253" y="2857"/>
                  </a:cubicBez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3F3C8EDD-88A8-82C0-481C-9FD9DCD3A19F}"/>
                </a:ext>
              </a:extLst>
            </p:cNvPr>
            <p:cNvSpPr/>
            <p:nvPr/>
          </p:nvSpPr>
          <p:spPr>
            <a:xfrm>
              <a:off x="10828531" y="647592"/>
              <a:ext cx="46606" cy="53223"/>
            </a:xfrm>
            <a:custGeom>
              <a:avLst/>
              <a:gdLst>
                <a:gd name="connsiteX0" fmla="*/ 149542 w 154304"/>
                <a:gd name="connsiteY0" fmla="*/ 0 h 176212"/>
                <a:gd name="connsiteX1" fmla="*/ 154305 w 154304"/>
                <a:gd name="connsiteY1" fmla="*/ 4763 h 176212"/>
                <a:gd name="connsiteX2" fmla="*/ 154305 w 154304"/>
                <a:gd name="connsiteY2" fmla="*/ 164783 h 176212"/>
                <a:gd name="connsiteX3" fmla="*/ 149542 w 154304"/>
                <a:gd name="connsiteY3" fmla="*/ 170498 h 176212"/>
                <a:gd name="connsiteX4" fmla="*/ 75248 w 154304"/>
                <a:gd name="connsiteY4" fmla="*/ 176213 h 176212"/>
                <a:gd name="connsiteX5" fmla="*/ 0 w 154304"/>
                <a:gd name="connsiteY5" fmla="*/ 100965 h 176212"/>
                <a:gd name="connsiteX6" fmla="*/ 0 w 154304"/>
                <a:gd name="connsiteY6" fmla="*/ 4763 h 176212"/>
                <a:gd name="connsiteX7" fmla="*/ 4763 w 154304"/>
                <a:gd name="connsiteY7" fmla="*/ 0 h 176212"/>
                <a:gd name="connsiteX8" fmla="*/ 41910 w 154304"/>
                <a:gd name="connsiteY8" fmla="*/ 0 h 176212"/>
                <a:gd name="connsiteX9" fmla="*/ 46673 w 154304"/>
                <a:gd name="connsiteY9" fmla="*/ 4763 h 176212"/>
                <a:gd name="connsiteX10" fmla="*/ 46673 w 154304"/>
                <a:gd name="connsiteY10" fmla="*/ 88583 h 176212"/>
                <a:gd name="connsiteX11" fmla="*/ 80010 w 154304"/>
                <a:gd name="connsiteY11" fmla="*/ 135255 h 176212"/>
                <a:gd name="connsiteX12" fmla="*/ 107633 w 154304"/>
                <a:gd name="connsiteY12" fmla="*/ 135255 h 176212"/>
                <a:gd name="connsiteX13" fmla="*/ 107633 w 154304"/>
                <a:gd name="connsiteY13" fmla="*/ 4763 h 176212"/>
                <a:gd name="connsiteX14" fmla="*/ 112395 w 154304"/>
                <a:gd name="connsiteY14" fmla="*/ 0 h 176212"/>
                <a:gd name="connsiteX15" fmla="*/ 149542 w 154304"/>
                <a:gd name="connsiteY15" fmla="*/ 0 h 176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4304" h="176212">
                  <a:moveTo>
                    <a:pt x="149542" y="0"/>
                  </a:moveTo>
                  <a:cubicBezTo>
                    <a:pt x="152400" y="0"/>
                    <a:pt x="154305" y="1905"/>
                    <a:pt x="154305" y="4763"/>
                  </a:cubicBezTo>
                  <a:lnTo>
                    <a:pt x="154305" y="164783"/>
                  </a:lnTo>
                  <a:cubicBezTo>
                    <a:pt x="154305" y="168592"/>
                    <a:pt x="153353" y="169545"/>
                    <a:pt x="149542" y="170498"/>
                  </a:cubicBezTo>
                  <a:cubicBezTo>
                    <a:pt x="128588" y="174308"/>
                    <a:pt x="98108" y="176213"/>
                    <a:pt x="75248" y="176213"/>
                  </a:cubicBezTo>
                  <a:cubicBezTo>
                    <a:pt x="15240" y="176213"/>
                    <a:pt x="0" y="164783"/>
                    <a:pt x="0" y="100965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lnTo>
                    <a:pt x="41910" y="0"/>
                  </a:lnTo>
                  <a:cubicBezTo>
                    <a:pt x="44767" y="0"/>
                    <a:pt x="46673" y="1905"/>
                    <a:pt x="46673" y="4763"/>
                  </a:cubicBezTo>
                  <a:lnTo>
                    <a:pt x="46673" y="88583"/>
                  </a:lnTo>
                  <a:cubicBezTo>
                    <a:pt x="46673" y="133350"/>
                    <a:pt x="51435" y="135255"/>
                    <a:pt x="80010" y="135255"/>
                  </a:cubicBezTo>
                  <a:lnTo>
                    <a:pt x="107633" y="135255"/>
                  </a:lnTo>
                  <a:lnTo>
                    <a:pt x="107633" y="4763"/>
                  </a:lnTo>
                  <a:cubicBezTo>
                    <a:pt x="107633" y="1905"/>
                    <a:pt x="109538" y="0"/>
                    <a:pt x="112395" y="0"/>
                  </a:cubicBezTo>
                  <a:lnTo>
                    <a:pt x="149542" y="0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92EE939-DA49-2A8B-6640-4F3B50318B90}"/>
                </a:ext>
              </a:extLst>
            </p:cNvPr>
            <p:cNvSpPr/>
            <p:nvPr/>
          </p:nvSpPr>
          <p:spPr>
            <a:xfrm>
              <a:off x="10882330" y="633134"/>
              <a:ext cx="31934" cy="67968"/>
            </a:xfrm>
            <a:custGeom>
              <a:avLst/>
              <a:gdLst>
                <a:gd name="connsiteX0" fmla="*/ 64770 w 105727"/>
                <a:gd name="connsiteY0" fmla="*/ 243 h 225032"/>
                <a:gd name="connsiteX1" fmla="*/ 69533 w 105727"/>
                <a:gd name="connsiteY1" fmla="*/ 5005 h 225032"/>
                <a:gd name="connsiteX2" fmla="*/ 69533 w 105727"/>
                <a:gd name="connsiteY2" fmla="*/ 49773 h 225032"/>
                <a:gd name="connsiteX3" fmla="*/ 98108 w 105727"/>
                <a:gd name="connsiteY3" fmla="*/ 49773 h 225032"/>
                <a:gd name="connsiteX4" fmla="*/ 103823 w 105727"/>
                <a:gd name="connsiteY4" fmla="*/ 54535 h 225032"/>
                <a:gd name="connsiteX5" fmla="*/ 103823 w 105727"/>
                <a:gd name="connsiteY5" fmla="*/ 79300 h 225032"/>
                <a:gd name="connsiteX6" fmla="*/ 98108 w 105727"/>
                <a:gd name="connsiteY6" fmla="*/ 84063 h 225032"/>
                <a:gd name="connsiteX7" fmla="*/ 69533 w 105727"/>
                <a:gd name="connsiteY7" fmla="*/ 84063 h 225032"/>
                <a:gd name="connsiteX8" fmla="*/ 69533 w 105727"/>
                <a:gd name="connsiteY8" fmla="*/ 168835 h 225032"/>
                <a:gd name="connsiteX9" fmla="*/ 87630 w 105727"/>
                <a:gd name="connsiteY9" fmla="*/ 185028 h 225032"/>
                <a:gd name="connsiteX10" fmla="*/ 100013 w 105727"/>
                <a:gd name="connsiteY10" fmla="*/ 185028 h 225032"/>
                <a:gd name="connsiteX11" fmla="*/ 105728 w 105727"/>
                <a:gd name="connsiteY11" fmla="*/ 189790 h 225032"/>
                <a:gd name="connsiteX12" fmla="*/ 105728 w 105727"/>
                <a:gd name="connsiteY12" fmla="*/ 216460 h 225032"/>
                <a:gd name="connsiteX13" fmla="*/ 100965 w 105727"/>
                <a:gd name="connsiteY13" fmla="*/ 222175 h 225032"/>
                <a:gd name="connsiteX14" fmla="*/ 74295 w 105727"/>
                <a:gd name="connsiteY14" fmla="*/ 225033 h 225032"/>
                <a:gd name="connsiteX15" fmla="*/ 22860 w 105727"/>
                <a:gd name="connsiteY15" fmla="*/ 185028 h 225032"/>
                <a:gd name="connsiteX16" fmla="*/ 22860 w 105727"/>
                <a:gd name="connsiteY16" fmla="*/ 83110 h 225032"/>
                <a:gd name="connsiteX17" fmla="*/ 4763 w 105727"/>
                <a:gd name="connsiteY17" fmla="*/ 83110 h 225032"/>
                <a:gd name="connsiteX18" fmla="*/ 0 w 105727"/>
                <a:gd name="connsiteY18" fmla="*/ 78348 h 225032"/>
                <a:gd name="connsiteX19" fmla="*/ 0 w 105727"/>
                <a:gd name="connsiteY19" fmla="*/ 53583 h 225032"/>
                <a:gd name="connsiteX20" fmla="*/ 4763 w 105727"/>
                <a:gd name="connsiteY20" fmla="*/ 48820 h 225032"/>
                <a:gd name="connsiteX21" fmla="*/ 22860 w 105727"/>
                <a:gd name="connsiteY21" fmla="*/ 48820 h 225032"/>
                <a:gd name="connsiteX22" fmla="*/ 22860 w 105727"/>
                <a:gd name="connsiteY22" fmla="*/ 14530 h 225032"/>
                <a:gd name="connsiteX23" fmla="*/ 27623 w 105727"/>
                <a:gd name="connsiteY23" fmla="*/ 9768 h 225032"/>
                <a:gd name="connsiteX24" fmla="*/ 64770 w 105727"/>
                <a:gd name="connsiteY24" fmla="*/ 243 h 225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05727" h="225032">
                  <a:moveTo>
                    <a:pt x="64770" y="243"/>
                  </a:moveTo>
                  <a:cubicBezTo>
                    <a:pt x="67628" y="-710"/>
                    <a:pt x="69533" y="1195"/>
                    <a:pt x="69533" y="5005"/>
                  </a:cubicBezTo>
                  <a:lnTo>
                    <a:pt x="69533" y="49773"/>
                  </a:lnTo>
                  <a:lnTo>
                    <a:pt x="98108" y="49773"/>
                  </a:lnTo>
                  <a:cubicBezTo>
                    <a:pt x="101918" y="49773"/>
                    <a:pt x="103823" y="51678"/>
                    <a:pt x="103823" y="54535"/>
                  </a:cubicBezTo>
                  <a:lnTo>
                    <a:pt x="103823" y="79300"/>
                  </a:lnTo>
                  <a:cubicBezTo>
                    <a:pt x="103823" y="82158"/>
                    <a:pt x="101918" y="84063"/>
                    <a:pt x="98108" y="84063"/>
                  </a:cubicBezTo>
                  <a:lnTo>
                    <a:pt x="69533" y="84063"/>
                  </a:lnTo>
                  <a:lnTo>
                    <a:pt x="69533" y="168835"/>
                  </a:lnTo>
                  <a:cubicBezTo>
                    <a:pt x="69533" y="182170"/>
                    <a:pt x="74295" y="185028"/>
                    <a:pt x="87630" y="185028"/>
                  </a:cubicBezTo>
                  <a:lnTo>
                    <a:pt x="100013" y="185028"/>
                  </a:lnTo>
                  <a:cubicBezTo>
                    <a:pt x="103823" y="185028"/>
                    <a:pt x="105728" y="185980"/>
                    <a:pt x="105728" y="189790"/>
                  </a:cubicBezTo>
                  <a:lnTo>
                    <a:pt x="105728" y="216460"/>
                  </a:lnTo>
                  <a:cubicBezTo>
                    <a:pt x="105728" y="220270"/>
                    <a:pt x="103823" y="222175"/>
                    <a:pt x="100965" y="222175"/>
                  </a:cubicBezTo>
                  <a:cubicBezTo>
                    <a:pt x="90488" y="224080"/>
                    <a:pt x="80963" y="225033"/>
                    <a:pt x="74295" y="225033"/>
                  </a:cubicBezTo>
                  <a:cubicBezTo>
                    <a:pt x="47625" y="225033"/>
                    <a:pt x="22860" y="224080"/>
                    <a:pt x="22860" y="185028"/>
                  </a:cubicBezTo>
                  <a:lnTo>
                    <a:pt x="22860" y="83110"/>
                  </a:lnTo>
                  <a:lnTo>
                    <a:pt x="4763" y="83110"/>
                  </a:lnTo>
                  <a:cubicBezTo>
                    <a:pt x="953" y="83110"/>
                    <a:pt x="0" y="81205"/>
                    <a:pt x="0" y="78348"/>
                  </a:cubicBezTo>
                  <a:lnTo>
                    <a:pt x="0" y="53583"/>
                  </a:lnTo>
                  <a:cubicBezTo>
                    <a:pt x="0" y="50725"/>
                    <a:pt x="1905" y="48820"/>
                    <a:pt x="4763" y="48820"/>
                  </a:cubicBezTo>
                  <a:lnTo>
                    <a:pt x="22860" y="48820"/>
                  </a:lnTo>
                  <a:lnTo>
                    <a:pt x="22860" y="14530"/>
                  </a:lnTo>
                  <a:cubicBezTo>
                    <a:pt x="22860" y="11673"/>
                    <a:pt x="23813" y="9768"/>
                    <a:pt x="27623" y="9768"/>
                  </a:cubicBezTo>
                  <a:lnTo>
                    <a:pt x="64770" y="243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D4B16DD-F5E6-7B83-5BD1-C868DDC7235A}"/>
                </a:ext>
              </a:extLst>
            </p:cNvPr>
            <p:cNvSpPr/>
            <p:nvPr/>
          </p:nvSpPr>
          <p:spPr>
            <a:xfrm>
              <a:off x="10921456" y="647592"/>
              <a:ext cx="46606" cy="53223"/>
            </a:xfrm>
            <a:custGeom>
              <a:avLst/>
              <a:gdLst>
                <a:gd name="connsiteX0" fmla="*/ 149542 w 154304"/>
                <a:gd name="connsiteY0" fmla="*/ 0 h 176212"/>
                <a:gd name="connsiteX1" fmla="*/ 154305 w 154304"/>
                <a:gd name="connsiteY1" fmla="*/ 4763 h 176212"/>
                <a:gd name="connsiteX2" fmla="*/ 154305 w 154304"/>
                <a:gd name="connsiteY2" fmla="*/ 164783 h 176212"/>
                <a:gd name="connsiteX3" fmla="*/ 149542 w 154304"/>
                <a:gd name="connsiteY3" fmla="*/ 170498 h 176212"/>
                <a:gd name="connsiteX4" fmla="*/ 75247 w 154304"/>
                <a:gd name="connsiteY4" fmla="*/ 176213 h 176212"/>
                <a:gd name="connsiteX5" fmla="*/ 0 w 154304"/>
                <a:gd name="connsiteY5" fmla="*/ 100965 h 176212"/>
                <a:gd name="connsiteX6" fmla="*/ 0 w 154304"/>
                <a:gd name="connsiteY6" fmla="*/ 4763 h 176212"/>
                <a:gd name="connsiteX7" fmla="*/ 4763 w 154304"/>
                <a:gd name="connsiteY7" fmla="*/ 0 h 176212"/>
                <a:gd name="connsiteX8" fmla="*/ 41910 w 154304"/>
                <a:gd name="connsiteY8" fmla="*/ 0 h 176212"/>
                <a:gd name="connsiteX9" fmla="*/ 46672 w 154304"/>
                <a:gd name="connsiteY9" fmla="*/ 4763 h 176212"/>
                <a:gd name="connsiteX10" fmla="*/ 46672 w 154304"/>
                <a:gd name="connsiteY10" fmla="*/ 88583 h 176212"/>
                <a:gd name="connsiteX11" fmla="*/ 80010 w 154304"/>
                <a:gd name="connsiteY11" fmla="*/ 135255 h 176212"/>
                <a:gd name="connsiteX12" fmla="*/ 107633 w 154304"/>
                <a:gd name="connsiteY12" fmla="*/ 135255 h 176212"/>
                <a:gd name="connsiteX13" fmla="*/ 107633 w 154304"/>
                <a:gd name="connsiteY13" fmla="*/ 4763 h 176212"/>
                <a:gd name="connsiteX14" fmla="*/ 112395 w 154304"/>
                <a:gd name="connsiteY14" fmla="*/ 0 h 176212"/>
                <a:gd name="connsiteX15" fmla="*/ 149542 w 154304"/>
                <a:gd name="connsiteY15" fmla="*/ 0 h 176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4304" h="176212">
                  <a:moveTo>
                    <a:pt x="149542" y="0"/>
                  </a:moveTo>
                  <a:cubicBezTo>
                    <a:pt x="152400" y="0"/>
                    <a:pt x="154305" y="1905"/>
                    <a:pt x="154305" y="4763"/>
                  </a:cubicBezTo>
                  <a:lnTo>
                    <a:pt x="154305" y="164783"/>
                  </a:lnTo>
                  <a:cubicBezTo>
                    <a:pt x="154305" y="168592"/>
                    <a:pt x="153353" y="169545"/>
                    <a:pt x="149542" y="170498"/>
                  </a:cubicBezTo>
                  <a:cubicBezTo>
                    <a:pt x="128588" y="174308"/>
                    <a:pt x="98108" y="176213"/>
                    <a:pt x="75247" y="176213"/>
                  </a:cubicBezTo>
                  <a:cubicBezTo>
                    <a:pt x="15240" y="176213"/>
                    <a:pt x="0" y="164783"/>
                    <a:pt x="0" y="100965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lnTo>
                    <a:pt x="41910" y="0"/>
                  </a:lnTo>
                  <a:cubicBezTo>
                    <a:pt x="44767" y="0"/>
                    <a:pt x="46672" y="1905"/>
                    <a:pt x="46672" y="4763"/>
                  </a:cubicBezTo>
                  <a:lnTo>
                    <a:pt x="46672" y="88583"/>
                  </a:lnTo>
                  <a:cubicBezTo>
                    <a:pt x="46672" y="133350"/>
                    <a:pt x="51435" y="135255"/>
                    <a:pt x="80010" y="135255"/>
                  </a:cubicBezTo>
                  <a:lnTo>
                    <a:pt x="107633" y="135255"/>
                  </a:lnTo>
                  <a:lnTo>
                    <a:pt x="107633" y="4763"/>
                  </a:lnTo>
                  <a:cubicBezTo>
                    <a:pt x="107633" y="1905"/>
                    <a:pt x="109538" y="0"/>
                    <a:pt x="112395" y="0"/>
                  </a:cubicBezTo>
                  <a:lnTo>
                    <a:pt x="149542" y="0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16CFDC2E-87CA-71B7-C428-4351F2D82929}"/>
                </a:ext>
              </a:extLst>
            </p:cNvPr>
            <p:cNvSpPr/>
            <p:nvPr/>
          </p:nvSpPr>
          <p:spPr>
            <a:xfrm>
              <a:off x="10978994" y="647305"/>
              <a:ext cx="31071" cy="53223"/>
            </a:xfrm>
            <a:custGeom>
              <a:avLst/>
              <a:gdLst>
                <a:gd name="connsiteX0" fmla="*/ 98108 w 102870"/>
                <a:gd name="connsiteY0" fmla="*/ 2857 h 176212"/>
                <a:gd name="connsiteX1" fmla="*/ 102870 w 102870"/>
                <a:gd name="connsiteY1" fmla="*/ 9525 h 176212"/>
                <a:gd name="connsiteX2" fmla="*/ 102870 w 102870"/>
                <a:gd name="connsiteY2" fmla="*/ 35242 h 176212"/>
                <a:gd name="connsiteX3" fmla="*/ 97155 w 102870"/>
                <a:gd name="connsiteY3" fmla="*/ 40005 h 176212"/>
                <a:gd name="connsiteX4" fmla="*/ 67628 w 102870"/>
                <a:gd name="connsiteY4" fmla="*/ 40005 h 176212"/>
                <a:gd name="connsiteX5" fmla="*/ 45720 w 102870"/>
                <a:gd name="connsiteY5" fmla="*/ 56198 h 176212"/>
                <a:gd name="connsiteX6" fmla="*/ 45720 w 102870"/>
                <a:gd name="connsiteY6" fmla="*/ 171450 h 176212"/>
                <a:gd name="connsiteX7" fmla="*/ 40958 w 102870"/>
                <a:gd name="connsiteY7" fmla="*/ 176213 h 176212"/>
                <a:gd name="connsiteX8" fmla="*/ 4763 w 102870"/>
                <a:gd name="connsiteY8" fmla="*/ 176213 h 176212"/>
                <a:gd name="connsiteX9" fmla="*/ 0 w 102870"/>
                <a:gd name="connsiteY9" fmla="*/ 171450 h 176212"/>
                <a:gd name="connsiteX10" fmla="*/ 0 w 102870"/>
                <a:gd name="connsiteY10" fmla="*/ 43815 h 176212"/>
                <a:gd name="connsiteX11" fmla="*/ 56197 w 102870"/>
                <a:gd name="connsiteY11" fmla="*/ 0 h 176212"/>
                <a:gd name="connsiteX12" fmla="*/ 98108 w 102870"/>
                <a:gd name="connsiteY12" fmla="*/ 2857 h 176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2870" h="176212">
                  <a:moveTo>
                    <a:pt x="98108" y="2857"/>
                  </a:moveTo>
                  <a:cubicBezTo>
                    <a:pt x="101917" y="3810"/>
                    <a:pt x="102870" y="4763"/>
                    <a:pt x="102870" y="9525"/>
                  </a:cubicBezTo>
                  <a:lnTo>
                    <a:pt x="102870" y="35242"/>
                  </a:lnTo>
                  <a:cubicBezTo>
                    <a:pt x="102870" y="38100"/>
                    <a:pt x="100965" y="40005"/>
                    <a:pt x="97155" y="40005"/>
                  </a:cubicBezTo>
                  <a:lnTo>
                    <a:pt x="67628" y="40005"/>
                  </a:lnTo>
                  <a:cubicBezTo>
                    <a:pt x="51435" y="40005"/>
                    <a:pt x="45720" y="42863"/>
                    <a:pt x="45720" y="56198"/>
                  </a:cubicBezTo>
                  <a:lnTo>
                    <a:pt x="45720" y="171450"/>
                  </a:lnTo>
                  <a:cubicBezTo>
                    <a:pt x="45720" y="175260"/>
                    <a:pt x="43815" y="176213"/>
                    <a:pt x="40958" y="176213"/>
                  </a:cubicBezTo>
                  <a:lnTo>
                    <a:pt x="4763" y="176213"/>
                  </a:lnTo>
                  <a:cubicBezTo>
                    <a:pt x="1905" y="176213"/>
                    <a:pt x="0" y="174307"/>
                    <a:pt x="0" y="171450"/>
                  </a:cubicBezTo>
                  <a:lnTo>
                    <a:pt x="0" y="43815"/>
                  </a:lnTo>
                  <a:cubicBezTo>
                    <a:pt x="0" y="4763"/>
                    <a:pt x="27622" y="0"/>
                    <a:pt x="56197" y="0"/>
                  </a:cubicBezTo>
                  <a:cubicBezTo>
                    <a:pt x="65722" y="0"/>
                    <a:pt x="86678" y="952"/>
                    <a:pt x="98108" y="2857"/>
                  </a:cubicBez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557956CD-ED45-D90C-01E2-43B2B7A1E527}"/>
                </a:ext>
              </a:extLst>
            </p:cNvPr>
            <p:cNvSpPr/>
            <p:nvPr/>
          </p:nvSpPr>
          <p:spPr>
            <a:xfrm>
              <a:off x="11015531" y="647581"/>
              <a:ext cx="46318" cy="53521"/>
            </a:xfrm>
            <a:custGeom>
              <a:avLst/>
              <a:gdLst>
                <a:gd name="connsiteX0" fmla="*/ 153353 w 153352"/>
                <a:gd name="connsiteY0" fmla="*/ 85762 h 177201"/>
                <a:gd name="connsiteX1" fmla="*/ 153353 w 153352"/>
                <a:gd name="connsiteY1" fmla="*/ 95287 h 177201"/>
                <a:gd name="connsiteX2" fmla="*/ 143828 w 153352"/>
                <a:gd name="connsiteY2" fmla="*/ 103860 h 177201"/>
                <a:gd name="connsiteX3" fmla="*/ 46673 w 153352"/>
                <a:gd name="connsiteY3" fmla="*/ 103860 h 177201"/>
                <a:gd name="connsiteX4" fmla="*/ 81915 w 153352"/>
                <a:gd name="connsiteY4" fmla="*/ 137197 h 177201"/>
                <a:gd name="connsiteX5" fmla="*/ 137160 w 153352"/>
                <a:gd name="connsiteY5" fmla="*/ 137197 h 177201"/>
                <a:gd name="connsiteX6" fmla="*/ 141923 w 153352"/>
                <a:gd name="connsiteY6" fmla="*/ 141960 h 177201"/>
                <a:gd name="connsiteX7" fmla="*/ 141923 w 153352"/>
                <a:gd name="connsiteY7" fmla="*/ 167677 h 177201"/>
                <a:gd name="connsiteX8" fmla="*/ 137160 w 153352"/>
                <a:gd name="connsiteY8" fmla="*/ 172439 h 177201"/>
                <a:gd name="connsiteX9" fmla="*/ 78105 w 153352"/>
                <a:gd name="connsiteY9" fmla="*/ 177202 h 177201"/>
                <a:gd name="connsiteX10" fmla="*/ 0 w 153352"/>
                <a:gd name="connsiteY10" fmla="*/ 88620 h 177201"/>
                <a:gd name="connsiteX11" fmla="*/ 78105 w 153352"/>
                <a:gd name="connsiteY11" fmla="*/ 37 h 177201"/>
                <a:gd name="connsiteX12" fmla="*/ 153353 w 153352"/>
                <a:gd name="connsiteY12" fmla="*/ 85762 h 177201"/>
                <a:gd name="connsiteX13" fmla="*/ 45720 w 153352"/>
                <a:gd name="connsiteY13" fmla="*/ 73379 h 177201"/>
                <a:gd name="connsiteX14" fmla="*/ 107633 w 153352"/>
                <a:gd name="connsiteY14" fmla="*/ 73379 h 177201"/>
                <a:gd name="connsiteX15" fmla="*/ 77153 w 153352"/>
                <a:gd name="connsiteY15" fmla="*/ 39089 h 177201"/>
                <a:gd name="connsiteX16" fmla="*/ 45720 w 153352"/>
                <a:gd name="connsiteY16" fmla="*/ 73379 h 177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3352" h="177201">
                  <a:moveTo>
                    <a:pt x="153353" y="85762"/>
                  </a:moveTo>
                  <a:lnTo>
                    <a:pt x="153353" y="95287"/>
                  </a:lnTo>
                  <a:cubicBezTo>
                    <a:pt x="153353" y="101954"/>
                    <a:pt x="151448" y="103860"/>
                    <a:pt x="143828" y="103860"/>
                  </a:cubicBezTo>
                  <a:lnTo>
                    <a:pt x="46673" y="103860"/>
                  </a:lnTo>
                  <a:cubicBezTo>
                    <a:pt x="47625" y="131482"/>
                    <a:pt x="54292" y="137197"/>
                    <a:pt x="81915" y="137197"/>
                  </a:cubicBezTo>
                  <a:lnTo>
                    <a:pt x="137160" y="137197"/>
                  </a:lnTo>
                  <a:cubicBezTo>
                    <a:pt x="140017" y="137197"/>
                    <a:pt x="141923" y="139102"/>
                    <a:pt x="141923" y="141960"/>
                  </a:cubicBezTo>
                  <a:lnTo>
                    <a:pt x="141923" y="167677"/>
                  </a:lnTo>
                  <a:cubicBezTo>
                    <a:pt x="141923" y="171487"/>
                    <a:pt x="140017" y="172439"/>
                    <a:pt x="137160" y="172439"/>
                  </a:cubicBezTo>
                  <a:cubicBezTo>
                    <a:pt x="120967" y="176250"/>
                    <a:pt x="98108" y="177202"/>
                    <a:pt x="78105" y="177202"/>
                  </a:cubicBezTo>
                  <a:cubicBezTo>
                    <a:pt x="15240" y="177202"/>
                    <a:pt x="0" y="159104"/>
                    <a:pt x="0" y="88620"/>
                  </a:cubicBezTo>
                  <a:cubicBezTo>
                    <a:pt x="0" y="17182"/>
                    <a:pt x="15240" y="37"/>
                    <a:pt x="78105" y="37"/>
                  </a:cubicBezTo>
                  <a:cubicBezTo>
                    <a:pt x="138113" y="-915"/>
                    <a:pt x="153353" y="16229"/>
                    <a:pt x="153353" y="85762"/>
                  </a:cubicBezTo>
                  <a:close/>
                  <a:moveTo>
                    <a:pt x="45720" y="73379"/>
                  </a:moveTo>
                  <a:lnTo>
                    <a:pt x="107633" y="73379"/>
                  </a:lnTo>
                  <a:cubicBezTo>
                    <a:pt x="107633" y="45757"/>
                    <a:pt x="100013" y="39089"/>
                    <a:pt x="77153" y="39089"/>
                  </a:cubicBezTo>
                  <a:cubicBezTo>
                    <a:pt x="54292" y="39089"/>
                    <a:pt x="46673" y="45757"/>
                    <a:pt x="45720" y="73379"/>
                  </a:cubicBez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54E428F3-F2F4-A04A-2F1F-D8DD8E6E70A1}"/>
                </a:ext>
              </a:extLst>
            </p:cNvPr>
            <p:cNvSpPr/>
            <p:nvPr/>
          </p:nvSpPr>
          <p:spPr>
            <a:xfrm>
              <a:off x="11087350" y="649031"/>
              <a:ext cx="72705" cy="51784"/>
            </a:xfrm>
            <a:custGeom>
              <a:avLst/>
              <a:gdLst>
                <a:gd name="connsiteX0" fmla="*/ 236563 w 240716"/>
                <a:gd name="connsiteY0" fmla="*/ 0 h 171450"/>
                <a:gd name="connsiteX1" fmla="*/ 240373 w 240716"/>
                <a:gd name="connsiteY1" fmla="*/ 4763 h 171450"/>
                <a:gd name="connsiteX2" fmla="*/ 212751 w 240716"/>
                <a:gd name="connsiteY2" fmla="*/ 136208 h 171450"/>
                <a:gd name="connsiteX3" fmla="*/ 176556 w 240716"/>
                <a:gd name="connsiteY3" fmla="*/ 171450 h 171450"/>
                <a:gd name="connsiteX4" fmla="*/ 140361 w 240716"/>
                <a:gd name="connsiteY4" fmla="*/ 136208 h 171450"/>
                <a:gd name="connsiteX5" fmla="*/ 120358 w 240716"/>
                <a:gd name="connsiteY5" fmla="*/ 49530 h 171450"/>
                <a:gd name="connsiteX6" fmla="*/ 100356 w 240716"/>
                <a:gd name="connsiteY6" fmla="*/ 136208 h 171450"/>
                <a:gd name="connsiteX7" fmla="*/ 64161 w 240716"/>
                <a:gd name="connsiteY7" fmla="*/ 171450 h 171450"/>
                <a:gd name="connsiteX8" fmla="*/ 27966 w 240716"/>
                <a:gd name="connsiteY8" fmla="*/ 136208 h 171450"/>
                <a:gd name="connsiteX9" fmla="*/ 344 w 240716"/>
                <a:gd name="connsiteY9" fmla="*/ 4763 h 171450"/>
                <a:gd name="connsiteX10" fmla="*/ 4154 w 240716"/>
                <a:gd name="connsiteY10" fmla="*/ 0 h 171450"/>
                <a:gd name="connsiteX11" fmla="*/ 27013 w 240716"/>
                <a:gd name="connsiteY11" fmla="*/ 0 h 171450"/>
                <a:gd name="connsiteX12" fmla="*/ 30823 w 240716"/>
                <a:gd name="connsiteY12" fmla="*/ 4763 h 171450"/>
                <a:gd name="connsiteX13" fmla="*/ 56541 w 240716"/>
                <a:gd name="connsiteY13" fmla="*/ 132398 h 171450"/>
                <a:gd name="connsiteX14" fmla="*/ 65113 w 240716"/>
                <a:gd name="connsiteY14" fmla="*/ 143827 h 171450"/>
                <a:gd name="connsiteX15" fmla="*/ 73686 w 240716"/>
                <a:gd name="connsiteY15" fmla="*/ 132398 h 171450"/>
                <a:gd name="connsiteX16" fmla="*/ 103213 w 240716"/>
                <a:gd name="connsiteY16" fmla="*/ 9525 h 171450"/>
                <a:gd name="connsiteX17" fmla="*/ 107976 w 240716"/>
                <a:gd name="connsiteY17" fmla="*/ 4763 h 171450"/>
                <a:gd name="connsiteX18" fmla="*/ 133694 w 240716"/>
                <a:gd name="connsiteY18" fmla="*/ 4763 h 171450"/>
                <a:gd name="connsiteX19" fmla="*/ 138456 w 240716"/>
                <a:gd name="connsiteY19" fmla="*/ 9525 h 171450"/>
                <a:gd name="connsiteX20" fmla="*/ 168936 w 240716"/>
                <a:gd name="connsiteY20" fmla="*/ 132398 h 171450"/>
                <a:gd name="connsiteX21" fmla="*/ 177508 w 240716"/>
                <a:gd name="connsiteY21" fmla="*/ 143827 h 171450"/>
                <a:gd name="connsiteX22" fmla="*/ 186081 w 240716"/>
                <a:gd name="connsiteY22" fmla="*/ 132398 h 171450"/>
                <a:gd name="connsiteX23" fmla="*/ 211798 w 240716"/>
                <a:gd name="connsiteY23" fmla="*/ 4763 h 171450"/>
                <a:gd name="connsiteX24" fmla="*/ 215608 w 240716"/>
                <a:gd name="connsiteY24" fmla="*/ 0 h 171450"/>
                <a:gd name="connsiteX25" fmla="*/ 236563 w 240716"/>
                <a:gd name="connsiteY25" fmla="*/ 0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40716" h="171450">
                  <a:moveTo>
                    <a:pt x="236563" y="0"/>
                  </a:moveTo>
                  <a:cubicBezTo>
                    <a:pt x="240373" y="0"/>
                    <a:pt x="241326" y="952"/>
                    <a:pt x="240373" y="4763"/>
                  </a:cubicBezTo>
                  <a:lnTo>
                    <a:pt x="212751" y="136208"/>
                  </a:lnTo>
                  <a:cubicBezTo>
                    <a:pt x="206083" y="166688"/>
                    <a:pt x="201321" y="171450"/>
                    <a:pt x="176556" y="171450"/>
                  </a:cubicBezTo>
                  <a:cubicBezTo>
                    <a:pt x="148933" y="171450"/>
                    <a:pt x="147981" y="167640"/>
                    <a:pt x="140361" y="136208"/>
                  </a:cubicBezTo>
                  <a:lnTo>
                    <a:pt x="120358" y="49530"/>
                  </a:lnTo>
                  <a:lnTo>
                    <a:pt x="100356" y="136208"/>
                  </a:lnTo>
                  <a:cubicBezTo>
                    <a:pt x="92736" y="167640"/>
                    <a:pt x="91783" y="171450"/>
                    <a:pt x="64161" y="171450"/>
                  </a:cubicBezTo>
                  <a:cubicBezTo>
                    <a:pt x="39396" y="171450"/>
                    <a:pt x="34633" y="166688"/>
                    <a:pt x="27966" y="136208"/>
                  </a:cubicBezTo>
                  <a:lnTo>
                    <a:pt x="344" y="4763"/>
                  </a:lnTo>
                  <a:cubicBezTo>
                    <a:pt x="-609" y="952"/>
                    <a:pt x="344" y="0"/>
                    <a:pt x="4154" y="0"/>
                  </a:cubicBezTo>
                  <a:lnTo>
                    <a:pt x="27013" y="0"/>
                  </a:lnTo>
                  <a:cubicBezTo>
                    <a:pt x="28919" y="0"/>
                    <a:pt x="29871" y="952"/>
                    <a:pt x="30823" y="4763"/>
                  </a:cubicBezTo>
                  <a:lnTo>
                    <a:pt x="56541" y="132398"/>
                  </a:lnTo>
                  <a:cubicBezTo>
                    <a:pt x="59398" y="142875"/>
                    <a:pt x="61304" y="143827"/>
                    <a:pt x="65113" y="143827"/>
                  </a:cubicBezTo>
                  <a:cubicBezTo>
                    <a:pt x="70829" y="143827"/>
                    <a:pt x="70829" y="142875"/>
                    <a:pt x="73686" y="132398"/>
                  </a:cubicBezTo>
                  <a:lnTo>
                    <a:pt x="103213" y="9525"/>
                  </a:lnTo>
                  <a:cubicBezTo>
                    <a:pt x="104166" y="5715"/>
                    <a:pt x="105119" y="4763"/>
                    <a:pt x="107976" y="4763"/>
                  </a:cubicBezTo>
                  <a:lnTo>
                    <a:pt x="133694" y="4763"/>
                  </a:lnTo>
                  <a:cubicBezTo>
                    <a:pt x="136551" y="4763"/>
                    <a:pt x="137504" y="5715"/>
                    <a:pt x="138456" y="9525"/>
                  </a:cubicBezTo>
                  <a:lnTo>
                    <a:pt x="168936" y="132398"/>
                  </a:lnTo>
                  <a:cubicBezTo>
                    <a:pt x="171794" y="142875"/>
                    <a:pt x="171794" y="143827"/>
                    <a:pt x="177508" y="143827"/>
                  </a:cubicBezTo>
                  <a:cubicBezTo>
                    <a:pt x="181319" y="143827"/>
                    <a:pt x="183223" y="142875"/>
                    <a:pt x="186081" y="132398"/>
                  </a:cubicBezTo>
                  <a:lnTo>
                    <a:pt x="211798" y="4763"/>
                  </a:lnTo>
                  <a:cubicBezTo>
                    <a:pt x="212751" y="952"/>
                    <a:pt x="213704" y="0"/>
                    <a:pt x="215608" y="0"/>
                  </a:cubicBezTo>
                  <a:lnTo>
                    <a:pt x="236563" y="0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0AFB6309-09C6-2E46-FB94-22F3023A8133}"/>
                </a:ext>
              </a:extLst>
            </p:cNvPr>
            <p:cNvSpPr/>
            <p:nvPr/>
          </p:nvSpPr>
          <p:spPr>
            <a:xfrm>
              <a:off x="11167719" y="648168"/>
              <a:ext cx="42578" cy="52360"/>
            </a:xfrm>
            <a:custGeom>
              <a:avLst/>
              <a:gdLst>
                <a:gd name="connsiteX0" fmla="*/ 140970 w 140969"/>
                <a:gd name="connsiteY0" fmla="*/ 82868 h 173355"/>
                <a:gd name="connsiteX1" fmla="*/ 140970 w 140969"/>
                <a:gd name="connsiteY1" fmla="*/ 91440 h 173355"/>
                <a:gd name="connsiteX2" fmla="*/ 129540 w 140969"/>
                <a:gd name="connsiteY2" fmla="*/ 100013 h 173355"/>
                <a:gd name="connsiteX3" fmla="*/ 30480 w 140969"/>
                <a:gd name="connsiteY3" fmla="*/ 100013 h 173355"/>
                <a:gd name="connsiteX4" fmla="*/ 71438 w 140969"/>
                <a:gd name="connsiteY4" fmla="*/ 147638 h 173355"/>
                <a:gd name="connsiteX5" fmla="*/ 122872 w 140969"/>
                <a:gd name="connsiteY5" fmla="*/ 147638 h 173355"/>
                <a:gd name="connsiteX6" fmla="*/ 127635 w 140969"/>
                <a:gd name="connsiteY6" fmla="*/ 152400 h 173355"/>
                <a:gd name="connsiteX7" fmla="*/ 127635 w 140969"/>
                <a:gd name="connsiteY7" fmla="*/ 165735 h 173355"/>
                <a:gd name="connsiteX8" fmla="*/ 122872 w 140969"/>
                <a:gd name="connsiteY8" fmla="*/ 170498 h 173355"/>
                <a:gd name="connsiteX9" fmla="*/ 70485 w 140969"/>
                <a:gd name="connsiteY9" fmla="*/ 173355 h 173355"/>
                <a:gd name="connsiteX10" fmla="*/ 0 w 140969"/>
                <a:gd name="connsiteY10" fmla="*/ 86678 h 173355"/>
                <a:gd name="connsiteX11" fmla="*/ 70485 w 140969"/>
                <a:gd name="connsiteY11" fmla="*/ 0 h 173355"/>
                <a:gd name="connsiteX12" fmla="*/ 140970 w 140969"/>
                <a:gd name="connsiteY12" fmla="*/ 82868 h 173355"/>
                <a:gd name="connsiteX13" fmla="*/ 30480 w 140969"/>
                <a:gd name="connsiteY13" fmla="*/ 76200 h 173355"/>
                <a:gd name="connsiteX14" fmla="*/ 111442 w 140969"/>
                <a:gd name="connsiteY14" fmla="*/ 76200 h 173355"/>
                <a:gd name="connsiteX15" fmla="*/ 72390 w 140969"/>
                <a:gd name="connsiteY15" fmla="*/ 26670 h 173355"/>
                <a:gd name="connsiteX16" fmla="*/ 30480 w 140969"/>
                <a:gd name="connsiteY16" fmla="*/ 76200 h 173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0969" h="173355">
                  <a:moveTo>
                    <a:pt x="140970" y="82868"/>
                  </a:moveTo>
                  <a:lnTo>
                    <a:pt x="140970" y="91440"/>
                  </a:lnTo>
                  <a:cubicBezTo>
                    <a:pt x="140970" y="98108"/>
                    <a:pt x="139065" y="100013"/>
                    <a:pt x="129540" y="100013"/>
                  </a:cubicBezTo>
                  <a:lnTo>
                    <a:pt x="30480" y="100013"/>
                  </a:lnTo>
                  <a:cubicBezTo>
                    <a:pt x="31432" y="138113"/>
                    <a:pt x="38100" y="147638"/>
                    <a:pt x="71438" y="147638"/>
                  </a:cubicBezTo>
                  <a:lnTo>
                    <a:pt x="122872" y="147638"/>
                  </a:lnTo>
                  <a:cubicBezTo>
                    <a:pt x="125730" y="147638"/>
                    <a:pt x="127635" y="149543"/>
                    <a:pt x="127635" y="152400"/>
                  </a:cubicBezTo>
                  <a:lnTo>
                    <a:pt x="127635" y="165735"/>
                  </a:lnTo>
                  <a:cubicBezTo>
                    <a:pt x="127635" y="168593"/>
                    <a:pt x="125730" y="170498"/>
                    <a:pt x="122872" y="170498"/>
                  </a:cubicBezTo>
                  <a:cubicBezTo>
                    <a:pt x="106680" y="172403"/>
                    <a:pt x="89535" y="173355"/>
                    <a:pt x="70485" y="173355"/>
                  </a:cubicBezTo>
                  <a:cubicBezTo>
                    <a:pt x="12382" y="173355"/>
                    <a:pt x="0" y="156210"/>
                    <a:pt x="0" y="86678"/>
                  </a:cubicBezTo>
                  <a:cubicBezTo>
                    <a:pt x="0" y="17145"/>
                    <a:pt x="12382" y="0"/>
                    <a:pt x="70485" y="0"/>
                  </a:cubicBezTo>
                  <a:cubicBezTo>
                    <a:pt x="126682" y="953"/>
                    <a:pt x="140017" y="17145"/>
                    <a:pt x="140970" y="82868"/>
                  </a:cubicBezTo>
                  <a:close/>
                  <a:moveTo>
                    <a:pt x="30480" y="76200"/>
                  </a:moveTo>
                  <a:lnTo>
                    <a:pt x="111442" y="76200"/>
                  </a:lnTo>
                  <a:cubicBezTo>
                    <a:pt x="110490" y="37148"/>
                    <a:pt x="103822" y="26670"/>
                    <a:pt x="72390" y="26670"/>
                  </a:cubicBezTo>
                  <a:cubicBezTo>
                    <a:pt x="38100" y="26670"/>
                    <a:pt x="31432" y="37148"/>
                    <a:pt x="30480" y="76200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E8E94E59-5191-C6C8-2447-61CB1D39D250}"/>
                </a:ext>
              </a:extLst>
            </p:cNvPr>
            <p:cNvSpPr/>
            <p:nvPr/>
          </p:nvSpPr>
          <p:spPr>
            <a:xfrm>
              <a:off x="11240217" y="648630"/>
              <a:ext cx="37687" cy="52472"/>
            </a:xfrm>
            <a:custGeom>
              <a:avLst/>
              <a:gdLst>
                <a:gd name="connsiteX0" fmla="*/ 120015 w 124777"/>
                <a:gd name="connsiteY0" fmla="*/ 2279 h 173728"/>
                <a:gd name="connsiteX1" fmla="*/ 124778 w 124777"/>
                <a:gd name="connsiteY1" fmla="*/ 7994 h 173728"/>
                <a:gd name="connsiteX2" fmla="*/ 124778 w 124777"/>
                <a:gd name="connsiteY2" fmla="*/ 21329 h 173728"/>
                <a:gd name="connsiteX3" fmla="*/ 120015 w 124777"/>
                <a:gd name="connsiteY3" fmla="*/ 26091 h 173728"/>
                <a:gd name="connsiteX4" fmla="*/ 73343 w 124777"/>
                <a:gd name="connsiteY4" fmla="*/ 26091 h 173728"/>
                <a:gd name="connsiteX5" fmla="*/ 31433 w 124777"/>
                <a:gd name="connsiteY5" fmla="*/ 87051 h 173728"/>
                <a:gd name="connsiteX6" fmla="*/ 73343 w 124777"/>
                <a:gd name="connsiteY6" fmla="*/ 147059 h 173728"/>
                <a:gd name="connsiteX7" fmla="*/ 120015 w 124777"/>
                <a:gd name="connsiteY7" fmla="*/ 147059 h 173728"/>
                <a:gd name="connsiteX8" fmla="*/ 124778 w 124777"/>
                <a:gd name="connsiteY8" fmla="*/ 151821 h 173728"/>
                <a:gd name="connsiteX9" fmla="*/ 124778 w 124777"/>
                <a:gd name="connsiteY9" fmla="*/ 165156 h 173728"/>
                <a:gd name="connsiteX10" fmla="*/ 120015 w 124777"/>
                <a:gd name="connsiteY10" fmla="*/ 170871 h 173728"/>
                <a:gd name="connsiteX11" fmla="*/ 72390 w 124777"/>
                <a:gd name="connsiteY11" fmla="*/ 173729 h 173728"/>
                <a:gd name="connsiteX12" fmla="*/ 0 w 124777"/>
                <a:gd name="connsiteY12" fmla="*/ 87051 h 173728"/>
                <a:gd name="connsiteX13" fmla="*/ 72390 w 124777"/>
                <a:gd name="connsiteY13" fmla="*/ 374 h 173728"/>
                <a:gd name="connsiteX14" fmla="*/ 120015 w 124777"/>
                <a:gd name="connsiteY14" fmla="*/ 2279 h 173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4777" h="173728">
                  <a:moveTo>
                    <a:pt x="120015" y="2279"/>
                  </a:moveTo>
                  <a:cubicBezTo>
                    <a:pt x="122873" y="2279"/>
                    <a:pt x="124778" y="4184"/>
                    <a:pt x="124778" y="7994"/>
                  </a:cubicBezTo>
                  <a:lnTo>
                    <a:pt x="124778" y="21329"/>
                  </a:lnTo>
                  <a:cubicBezTo>
                    <a:pt x="124778" y="24186"/>
                    <a:pt x="122873" y="26091"/>
                    <a:pt x="120015" y="26091"/>
                  </a:cubicBezTo>
                  <a:lnTo>
                    <a:pt x="73343" y="26091"/>
                  </a:lnTo>
                  <a:cubicBezTo>
                    <a:pt x="36195" y="26091"/>
                    <a:pt x="31433" y="38474"/>
                    <a:pt x="31433" y="87051"/>
                  </a:cubicBezTo>
                  <a:cubicBezTo>
                    <a:pt x="31433" y="135629"/>
                    <a:pt x="36195" y="147059"/>
                    <a:pt x="73343" y="147059"/>
                  </a:cubicBezTo>
                  <a:lnTo>
                    <a:pt x="120015" y="147059"/>
                  </a:lnTo>
                  <a:cubicBezTo>
                    <a:pt x="122873" y="147059"/>
                    <a:pt x="124778" y="148964"/>
                    <a:pt x="124778" y="151821"/>
                  </a:cubicBezTo>
                  <a:lnTo>
                    <a:pt x="124778" y="165156"/>
                  </a:lnTo>
                  <a:cubicBezTo>
                    <a:pt x="124778" y="168014"/>
                    <a:pt x="122873" y="169919"/>
                    <a:pt x="120015" y="170871"/>
                  </a:cubicBezTo>
                  <a:cubicBezTo>
                    <a:pt x="103823" y="172776"/>
                    <a:pt x="85725" y="173729"/>
                    <a:pt x="72390" y="173729"/>
                  </a:cubicBezTo>
                  <a:cubicBezTo>
                    <a:pt x="12383" y="173729"/>
                    <a:pt x="0" y="156584"/>
                    <a:pt x="0" y="87051"/>
                  </a:cubicBezTo>
                  <a:cubicBezTo>
                    <a:pt x="0" y="17519"/>
                    <a:pt x="11430" y="374"/>
                    <a:pt x="72390" y="374"/>
                  </a:cubicBezTo>
                  <a:cubicBezTo>
                    <a:pt x="85725" y="-579"/>
                    <a:pt x="103823" y="374"/>
                    <a:pt x="120015" y="2279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A6445E18-845B-A8C6-4A60-2F5DE3A10396}"/>
                </a:ext>
              </a:extLst>
            </p:cNvPr>
            <p:cNvSpPr/>
            <p:nvPr/>
          </p:nvSpPr>
          <p:spPr>
            <a:xfrm>
              <a:off x="11284522" y="648455"/>
              <a:ext cx="40564" cy="52072"/>
            </a:xfrm>
            <a:custGeom>
              <a:avLst/>
              <a:gdLst>
                <a:gd name="connsiteX0" fmla="*/ 134302 w 134302"/>
                <a:gd name="connsiteY0" fmla="*/ 48577 h 172402"/>
                <a:gd name="connsiteX1" fmla="*/ 134302 w 134302"/>
                <a:gd name="connsiteY1" fmla="*/ 157163 h 172402"/>
                <a:gd name="connsiteX2" fmla="*/ 128588 w 134302"/>
                <a:gd name="connsiteY2" fmla="*/ 165735 h 172402"/>
                <a:gd name="connsiteX3" fmla="*/ 60007 w 134302"/>
                <a:gd name="connsiteY3" fmla="*/ 172402 h 172402"/>
                <a:gd name="connsiteX4" fmla="*/ 0 w 134302"/>
                <a:gd name="connsiteY4" fmla="*/ 121920 h 172402"/>
                <a:gd name="connsiteX5" fmla="*/ 55245 w 134302"/>
                <a:gd name="connsiteY5" fmla="*/ 74295 h 172402"/>
                <a:gd name="connsiteX6" fmla="*/ 105727 w 134302"/>
                <a:gd name="connsiteY6" fmla="*/ 74295 h 172402"/>
                <a:gd name="connsiteX7" fmla="*/ 105727 w 134302"/>
                <a:gd name="connsiteY7" fmla="*/ 53340 h 172402"/>
                <a:gd name="connsiteX8" fmla="*/ 65722 w 134302"/>
                <a:gd name="connsiteY8" fmla="*/ 25717 h 172402"/>
                <a:gd name="connsiteX9" fmla="*/ 19050 w 134302"/>
                <a:gd name="connsiteY9" fmla="*/ 25717 h 172402"/>
                <a:gd name="connsiteX10" fmla="*/ 14288 w 134302"/>
                <a:gd name="connsiteY10" fmla="*/ 20955 h 172402"/>
                <a:gd name="connsiteX11" fmla="*/ 14288 w 134302"/>
                <a:gd name="connsiteY11" fmla="*/ 8572 h 172402"/>
                <a:gd name="connsiteX12" fmla="*/ 19050 w 134302"/>
                <a:gd name="connsiteY12" fmla="*/ 3810 h 172402"/>
                <a:gd name="connsiteX13" fmla="*/ 65722 w 134302"/>
                <a:gd name="connsiteY13" fmla="*/ 0 h 172402"/>
                <a:gd name="connsiteX14" fmla="*/ 134302 w 134302"/>
                <a:gd name="connsiteY14" fmla="*/ 48577 h 172402"/>
                <a:gd name="connsiteX15" fmla="*/ 54292 w 134302"/>
                <a:gd name="connsiteY15" fmla="*/ 99060 h 172402"/>
                <a:gd name="connsiteX16" fmla="*/ 28575 w 134302"/>
                <a:gd name="connsiteY16" fmla="*/ 121920 h 172402"/>
                <a:gd name="connsiteX17" fmla="*/ 64770 w 134302"/>
                <a:gd name="connsiteY17" fmla="*/ 146685 h 172402"/>
                <a:gd name="connsiteX18" fmla="*/ 104775 w 134302"/>
                <a:gd name="connsiteY18" fmla="*/ 142875 h 172402"/>
                <a:gd name="connsiteX19" fmla="*/ 104775 w 134302"/>
                <a:gd name="connsiteY19" fmla="*/ 98107 h 172402"/>
                <a:gd name="connsiteX20" fmla="*/ 54292 w 134302"/>
                <a:gd name="connsiteY20" fmla="*/ 98107 h 172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34302" h="172402">
                  <a:moveTo>
                    <a:pt x="134302" y="48577"/>
                  </a:moveTo>
                  <a:lnTo>
                    <a:pt x="134302" y="157163"/>
                  </a:lnTo>
                  <a:cubicBezTo>
                    <a:pt x="134302" y="160020"/>
                    <a:pt x="134302" y="163830"/>
                    <a:pt x="128588" y="165735"/>
                  </a:cubicBezTo>
                  <a:cubicBezTo>
                    <a:pt x="118110" y="169545"/>
                    <a:pt x="90488" y="172402"/>
                    <a:pt x="60007" y="172402"/>
                  </a:cubicBezTo>
                  <a:cubicBezTo>
                    <a:pt x="19050" y="172402"/>
                    <a:pt x="0" y="163830"/>
                    <a:pt x="0" y="121920"/>
                  </a:cubicBezTo>
                  <a:cubicBezTo>
                    <a:pt x="0" y="84772"/>
                    <a:pt x="20002" y="74295"/>
                    <a:pt x="55245" y="74295"/>
                  </a:cubicBezTo>
                  <a:lnTo>
                    <a:pt x="105727" y="74295"/>
                  </a:lnTo>
                  <a:lnTo>
                    <a:pt x="105727" y="53340"/>
                  </a:lnTo>
                  <a:cubicBezTo>
                    <a:pt x="105727" y="34290"/>
                    <a:pt x="94297" y="25717"/>
                    <a:pt x="65722" y="25717"/>
                  </a:cubicBezTo>
                  <a:lnTo>
                    <a:pt x="19050" y="25717"/>
                  </a:lnTo>
                  <a:cubicBezTo>
                    <a:pt x="15240" y="25717"/>
                    <a:pt x="14288" y="24765"/>
                    <a:pt x="14288" y="20955"/>
                  </a:cubicBezTo>
                  <a:lnTo>
                    <a:pt x="14288" y="8572"/>
                  </a:lnTo>
                  <a:cubicBezTo>
                    <a:pt x="14288" y="4763"/>
                    <a:pt x="15240" y="3810"/>
                    <a:pt x="19050" y="3810"/>
                  </a:cubicBezTo>
                  <a:cubicBezTo>
                    <a:pt x="37147" y="952"/>
                    <a:pt x="53340" y="0"/>
                    <a:pt x="65722" y="0"/>
                  </a:cubicBezTo>
                  <a:cubicBezTo>
                    <a:pt x="112395" y="0"/>
                    <a:pt x="134302" y="15240"/>
                    <a:pt x="134302" y="48577"/>
                  </a:cubicBezTo>
                  <a:close/>
                  <a:moveTo>
                    <a:pt x="54292" y="99060"/>
                  </a:moveTo>
                  <a:cubicBezTo>
                    <a:pt x="37147" y="99060"/>
                    <a:pt x="28575" y="104775"/>
                    <a:pt x="28575" y="121920"/>
                  </a:cubicBezTo>
                  <a:cubicBezTo>
                    <a:pt x="28575" y="142875"/>
                    <a:pt x="39052" y="146685"/>
                    <a:pt x="64770" y="146685"/>
                  </a:cubicBezTo>
                  <a:cubicBezTo>
                    <a:pt x="74295" y="146685"/>
                    <a:pt x="92392" y="145732"/>
                    <a:pt x="104775" y="142875"/>
                  </a:cubicBezTo>
                  <a:lnTo>
                    <a:pt x="104775" y="98107"/>
                  </a:lnTo>
                  <a:lnTo>
                    <a:pt x="54292" y="98107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40BF78F3-914C-585C-F344-8EFD5A902128}"/>
                </a:ext>
              </a:extLst>
            </p:cNvPr>
            <p:cNvSpPr/>
            <p:nvPr/>
          </p:nvSpPr>
          <p:spPr>
            <a:xfrm>
              <a:off x="11337169" y="648719"/>
              <a:ext cx="43154" cy="51521"/>
            </a:xfrm>
            <a:custGeom>
              <a:avLst/>
              <a:gdLst>
                <a:gd name="connsiteX0" fmla="*/ 142875 w 142875"/>
                <a:gd name="connsiteY0" fmla="*/ 71517 h 170577"/>
                <a:gd name="connsiteX1" fmla="*/ 142875 w 142875"/>
                <a:gd name="connsiteY1" fmla="*/ 165815 h 170577"/>
                <a:gd name="connsiteX2" fmla="*/ 137160 w 142875"/>
                <a:gd name="connsiteY2" fmla="*/ 170577 h 170577"/>
                <a:gd name="connsiteX3" fmla="*/ 117157 w 142875"/>
                <a:gd name="connsiteY3" fmla="*/ 170577 h 170577"/>
                <a:gd name="connsiteX4" fmla="*/ 112395 w 142875"/>
                <a:gd name="connsiteY4" fmla="*/ 165815 h 170577"/>
                <a:gd name="connsiteX5" fmla="*/ 112395 w 142875"/>
                <a:gd name="connsiteY5" fmla="*/ 74375 h 170577"/>
                <a:gd name="connsiteX6" fmla="*/ 73343 w 142875"/>
                <a:gd name="connsiteY6" fmla="*/ 24845 h 170577"/>
                <a:gd name="connsiteX7" fmla="*/ 30480 w 142875"/>
                <a:gd name="connsiteY7" fmla="*/ 24845 h 170577"/>
                <a:gd name="connsiteX8" fmla="*/ 30480 w 142875"/>
                <a:gd name="connsiteY8" fmla="*/ 165815 h 170577"/>
                <a:gd name="connsiteX9" fmla="*/ 25718 w 142875"/>
                <a:gd name="connsiteY9" fmla="*/ 170577 h 170577"/>
                <a:gd name="connsiteX10" fmla="*/ 4763 w 142875"/>
                <a:gd name="connsiteY10" fmla="*/ 170577 h 170577"/>
                <a:gd name="connsiteX11" fmla="*/ 0 w 142875"/>
                <a:gd name="connsiteY11" fmla="*/ 165815 h 170577"/>
                <a:gd name="connsiteX12" fmla="*/ 0 w 142875"/>
                <a:gd name="connsiteY12" fmla="*/ 9605 h 170577"/>
                <a:gd name="connsiteX13" fmla="*/ 4763 w 142875"/>
                <a:gd name="connsiteY13" fmla="*/ 4842 h 170577"/>
                <a:gd name="connsiteX14" fmla="*/ 69532 w 142875"/>
                <a:gd name="connsiteY14" fmla="*/ 80 h 170577"/>
                <a:gd name="connsiteX15" fmla="*/ 142875 w 142875"/>
                <a:gd name="connsiteY15" fmla="*/ 71517 h 170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2875" h="170577">
                  <a:moveTo>
                    <a:pt x="142875" y="71517"/>
                  </a:moveTo>
                  <a:lnTo>
                    <a:pt x="142875" y="165815"/>
                  </a:lnTo>
                  <a:cubicBezTo>
                    <a:pt x="142875" y="168672"/>
                    <a:pt x="140970" y="170577"/>
                    <a:pt x="137160" y="170577"/>
                  </a:cubicBezTo>
                  <a:lnTo>
                    <a:pt x="117157" y="170577"/>
                  </a:lnTo>
                  <a:cubicBezTo>
                    <a:pt x="114300" y="170577"/>
                    <a:pt x="112395" y="168672"/>
                    <a:pt x="112395" y="165815"/>
                  </a:cubicBezTo>
                  <a:lnTo>
                    <a:pt x="112395" y="74375"/>
                  </a:lnTo>
                  <a:cubicBezTo>
                    <a:pt x="112395" y="26750"/>
                    <a:pt x="102870" y="24845"/>
                    <a:pt x="73343" y="24845"/>
                  </a:cubicBezTo>
                  <a:lnTo>
                    <a:pt x="30480" y="24845"/>
                  </a:lnTo>
                  <a:lnTo>
                    <a:pt x="30480" y="165815"/>
                  </a:lnTo>
                  <a:cubicBezTo>
                    <a:pt x="30480" y="168672"/>
                    <a:pt x="28575" y="170577"/>
                    <a:pt x="25718" y="170577"/>
                  </a:cubicBezTo>
                  <a:lnTo>
                    <a:pt x="4763" y="170577"/>
                  </a:lnTo>
                  <a:cubicBezTo>
                    <a:pt x="1905" y="170577"/>
                    <a:pt x="0" y="168672"/>
                    <a:pt x="0" y="165815"/>
                  </a:cubicBezTo>
                  <a:lnTo>
                    <a:pt x="0" y="9605"/>
                  </a:lnTo>
                  <a:cubicBezTo>
                    <a:pt x="0" y="5795"/>
                    <a:pt x="1905" y="4842"/>
                    <a:pt x="4763" y="4842"/>
                  </a:cubicBezTo>
                  <a:cubicBezTo>
                    <a:pt x="28575" y="80"/>
                    <a:pt x="54293" y="80"/>
                    <a:pt x="69532" y="80"/>
                  </a:cubicBezTo>
                  <a:cubicBezTo>
                    <a:pt x="125730" y="-873"/>
                    <a:pt x="142875" y="5795"/>
                    <a:pt x="142875" y="7151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9E0C273E-9E81-0B75-CE74-D208DE217BAA}"/>
                </a:ext>
              </a:extLst>
            </p:cNvPr>
            <p:cNvSpPr/>
            <p:nvPr/>
          </p:nvSpPr>
          <p:spPr>
            <a:xfrm>
              <a:off x="11411106" y="648455"/>
              <a:ext cx="40564" cy="52072"/>
            </a:xfrm>
            <a:custGeom>
              <a:avLst/>
              <a:gdLst>
                <a:gd name="connsiteX0" fmla="*/ 134302 w 134302"/>
                <a:gd name="connsiteY0" fmla="*/ 48577 h 172402"/>
                <a:gd name="connsiteX1" fmla="*/ 134302 w 134302"/>
                <a:gd name="connsiteY1" fmla="*/ 157163 h 172402"/>
                <a:gd name="connsiteX2" fmla="*/ 128588 w 134302"/>
                <a:gd name="connsiteY2" fmla="*/ 165735 h 172402"/>
                <a:gd name="connsiteX3" fmla="*/ 60007 w 134302"/>
                <a:gd name="connsiteY3" fmla="*/ 172402 h 172402"/>
                <a:gd name="connsiteX4" fmla="*/ 0 w 134302"/>
                <a:gd name="connsiteY4" fmla="*/ 121920 h 172402"/>
                <a:gd name="connsiteX5" fmla="*/ 55245 w 134302"/>
                <a:gd name="connsiteY5" fmla="*/ 74295 h 172402"/>
                <a:gd name="connsiteX6" fmla="*/ 105727 w 134302"/>
                <a:gd name="connsiteY6" fmla="*/ 74295 h 172402"/>
                <a:gd name="connsiteX7" fmla="*/ 105727 w 134302"/>
                <a:gd name="connsiteY7" fmla="*/ 53340 h 172402"/>
                <a:gd name="connsiteX8" fmla="*/ 65722 w 134302"/>
                <a:gd name="connsiteY8" fmla="*/ 25717 h 172402"/>
                <a:gd name="connsiteX9" fmla="*/ 19050 w 134302"/>
                <a:gd name="connsiteY9" fmla="*/ 25717 h 172402"/>
                <a:gd name="connsiteX10" fmla="*/ 14288 w 134302"/>
                <a:gd name="connsiteY10" fmla="*/ 20955 h 172402"/>
                <a:gd name="connsiteX11" fmla="*/ 14288 w 134302"/>
                <a:gd name="connsiteY11" fmla="*/ 8572 h 172402"/>
                <a:gd name="connsiteX12" fmla="*/ 19050 w 134302"/>
                <a:gd name="connsiteY12" fmla="*/ 3810 h 172402"/>
                <a:gd name="connsiteX13" fmla="*/ 65722 w 134302"/>
                <a:gd name="connsiteY13" fmla="*/ 0 h 172402"/>
                <a:gd name="connsiteX14" fmla="*/ 134302 w 134302"/>
                <a:gd name="connsiteY14" fmla="*/ 48577 h 172402"/>
                <a:gd name="connsiteX15" fmla="*/ 54292 w 134302"/>
                <a:gd name="connsiteY15" fmla="*/ 99060 h 172402"/>
                <a:gd name="connsiteX16" fmla="*/ 28575 w 134302"/>
                <a:gd name="connsiteY16" fmla="*/ 121920 h 172402"/>
                <a:gd name="connsiteX17" fmla="*/ 64770 w 134302"/>
                <a:gd name="connsiteY17" fmla="*/ 146685 h 172402"/>
                <a:gd name="connsiteX18" fmla="*/ 104775 w 134302"/>
                <a:gd name="connsiteY18" fmla="*/ 142875 h 172402"/>
                <a:gd name="connsiteX19" fmla="*/ 104775 w 134302"/>
                <a:gd name="connsiteY19" fmla="*/ 98107 h 172402"/>
                <a:gd name="connsiteX20" fmla="*/ 54292 w 134302"/>
                <a:gd name="connsiteY20" fmla="*/ 98107 h 172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34302" h="172402">
                  <a:moveTo>
                    <a:pt x="134302" y="48577"/>
                  </a:moveTo>
                  <a:lnTo>
                    <a:pt x="134302" y="157163"/>
                  </a:lnTo>
                  <a:cubicBezTo>
                    <a:pt x="134302" y="160020"/>
                    <a:pt x="134302" y="163830"/>
                    <a:pt x="128588" y="165735"/>
                  </a:cubicBezTo>
                  <a:cubicBezTo>
                    <a:pt x="118110" y="169545"/>
                    <a:pt x="90488" y="172402"/>
                    <a:pt x="60007" y="172402"/>
                  </a:cubicBezTo>
                  <a:cubicBezTo>
                    <a:pt x="19050" y="172402"/>
                    <a:pt x="0" y="163830"/>
                    <a:pt x="0" y="121920"/>
                  </a:cubicBezTo>
                  <a:cubicBezTo>
                    <a:pt x="0" y="84772"/>
                    <a:pt x="20002" y="74295"/>
                    <a:pt x="55245" y="74295"/>
                  </a:cubicBezTo>
                  <a:lnTo>
                    <a:pt x="105727" y="74295"/>
                  </a:lnTo>
                  <a:lnTo>
                    <a:pt x="105727" y="53340"/>
                  </a:lnTo>
                  <a:cubicBezTo>
                    <a:pt x="105727" y="34290"/>
                    <a:pt x="94297" y="25717"/>
                    <a:pt x="65722" y="25717"/>
                  </a:cubicBezTo>
                  <a:lnTo>
                    <a:pt x="19050" y="25717"/>
                  </a:lnTo>
                  <a:cubicBezTo>
                    <a:pt x="15240" y="25717"/>
                    <a:pt x="14288" y="24765"/>
                    <a:pt x="14288" y="20955"/>
                  </a:cubicBezTo>
                  <a:lnTo>
                    <a:pt x="14288" y="8572"/>
                  </a:lnTo>
                  <a:cubicBezTo>
                    <a:pt x="14288" y="4763"/>
                    <a:pt x="15240" y="3810"/>
                    <a:pt x="19050" y="3810"/>
                  </a:cubicBezTo>
                  <a:cubicBezTo>
                    <a:pt x="37147" y="952"/>
                    <a:pt x="53340" y="0"/>
                    <a:pt x="65722" y="0"/>
                  </a:cubicBezTo>
                  <a:cubicBezTo>
                    <a:pt x="112395" y="0"/>
                    <a:pt x="134302" y="15240"/>
                    <a:pt x="134302" y="48577"/>
                  </a:cubicBezTo>
                  <a:close/>
                  <a:moveTo>
                    <a:pt x="54292" y="99060"/>
                  </a:moveTo>
                  <a:cubicBezTo>
                    <a:pt x="37147" y="99060"/>
                    <a:pt x="28575" y="104775"/>
                    <a:pt x="28575" y="121920"/>
                  </a:cubicBezTo>
                  <a:cubicBezTo>
                    <a:pt x="28575" y="142875"/>
                    <a:pt x="39052" y="146685"/>
                    <a:pt x="64770" y="146685"/>
                  </a:cubicBezTo>
                  <a:cubicBezTo>
                    <a:pt x="74295" y="146685"/>
                    <a:pt x="92392" y="145732"/>
                    <a:pt x="104775" y="142875"/>
                  </a:cubicBezTo>
                  <a:lnTo>
                    <a:pt x="104775" y="98107"/>
                  </a:lnTo>
                  <a:lnTo>
                    <a:pt x="54292" y="98107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0BE02A2A-AE07-C1AC-CBC6-B65D0715134C}"/>
                </a:ext>
              </a:extLst>
            </p:cNvPr>
            <p:cNvSpPr/>
            <p:nvPr/>
          </p:nvSpPr>
          <p:spPr>
            <a:xfrm>
              <a:off x="11464041" y="629180"/>
              <a:ext cx="9206" cy="71060"/>
            </a:xfrm>
            <a:custGeom>
              <a:avLst/>
              <a:gdLst>
                <a:gd name="connsiteX0" fmla="*/ 25717 w 30479"/>
                <a:gd name="connsiteY0" fmla="*/ 0 h 235267"/>
                <a:gd name="connsiteX1" fmla="*/ 30480 w 30479"/>
                <a:gd name="connsiteY1" fmla="*/ 4763 h 235267"/>
                <a:gd name="connsiteX2" fmla="*/ 30480 w 30479"/>
                <a:gd name="connsiteY2" fmla="*/ 230505 h 235267"/>
                <a:gd name="connsiteX3" fmla="*/ 25717 w 30479"/>
                <a:gd name="connsiteY3" fmla="*/ 235268 h 235267"/>
                <a:gd name="connsiteX4" fmla="*/ 4763 w 30479"/>
                <a:gd name="connsiteY4" fmla="*/ 235268 h 235267"/>
                <a:gd name="connsiteX5" fmla="*/ 0 w 30479"/>
                <a:gd name="connsiteY5" fmla="*/ 230505 h 235267"/>
                <a:gd name="connsiteX6" fmla="*/ 0 w 30479"/>
                <a:gd name="connsiteY6" fmla="*/ 4763 h 235267"/>
                <a:gd name="connsiteX7" fmla="*/ 4763 w 30479"/>
                <a:gd name="connsiteY7" fmla="*/ 0 h 235267"/>
                <a:gd name="connsiteX8" fmla="*/ 25717 w 30479"/>
                <a:gd name="connsiteY8" fmla="*/ 0 h 23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479" h="235267">
                  <a:moveTo>
                    <a:pt x="25717" y="0"/>
                  </a:moveTo>
                  <a:cubicBezTo>
                    <a:pt x="28575" y="0"/>
                    <a:pt x="30480" y="1905"/>
                    <a:pt x="30480" y="4763"/>
                  </a:cubicBezTo>
                  <a:lnTo>
                    <a:pt x="30480" y="230505"/>
                  </a:lnTo>
                  <a:cubicBezTo>
                    <a:pt x="30480" y="233363"/>
                    <a:pt x="28575" y="235268"/>
                    <a:pt x="25717" y="235268"/>
                  </a:cubicBezTo>
                  <a:lnTo>
                    <a:pt x="4763" y="235268"/>
                  </a:lnTo>
                  <a:cubicBezTo>
                    <a:pt x="1905" y="235268"/>
                    <a:pt x="0" y="233363"/>
                    <a:pt x="0" y="230505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lnTo>
                    <a:pt x="25717" y="0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E6566DC1-46F3-0C21-B82C-B1408F39316A}"/>
                </a:ext>
              </a:extLst>
            </p:cNvPr>
            <p:cNvSpPr/>
            <p:nvPr/>
          </p:nvSpPr>
          <p:spPr>
            <a:xfrm>
              <a:off x="11485906" y="629180"/>
              <a:ext cx="9206" cy="71060"/>
            </a:xfrm>
            <a:custGeom>
              <a:avLst/>
              <a:gdLst>
                <a:gd name="connsiteX0" fmla="*/ 25717 w 30479"/>
                <a:gd name="connsiteY0" fmla="*/ 0 h 235267"/>
                <a:gd name="connsiteX1" fmla="*/ 30480 w 30479"/>
                <a:gd name="connsiteY1" fmla="*/ 4763 h 235267"/>
                <a:gd name="connsiteX2" fmla="*/ 30480 w 30479"/>
                <a:gd name="connsiteY2" fmla="*/ 230505 h 235267"/>
                <a:gd name="connsiteX3" fmla="*/ 25717 w 30479"/>
                <a:gd name="connsiteY3" fmla="*/ 235268 h 235267"/>
                <a:gd name="connsiteX4" fmla="*/ 4763 w 30479"/>
                <a:gd name="connsiteY4" fmla="*/ 235268 h 235267"/>
                <a:gd name="connsiteX5" fmla="*/ 0 w 30479"/>
                <a:gd name="connsiteY5" fmla="*/ 230505 h 235267"/>
                <a:gd name="connsiteX6" fmla="*/ 0 w 30479"/>
                <a:gd name="connsiteY6" fmla="*/ 4763 h 235267"/>
                <a:gd name="connsiteX7" fmla="*/ 4763 w 30479"/>
                <a:gd name="connsiteY7" fmla="*/ 0 h 235267"/>
                <a:gd name="connsiteX8" fmla="*/ 25717 w 30479"/>
                <a:gd name="connsiteY8" fmla="*/ 0 h 23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479" h="235267">
                  <a:moveTo>
                    <a:pt x="25717" y="0"/>
                  </a:moveTo>
                  <a:cubicBezTo>
                    <a:pt x="28575" y="0"/>
                    <a:pt x="30480" y="1905"/>
                    <a:pt x="30480" y="4763"/>
                  </a:cubicBezTo>
                  <a:lnTo>
                    <a:pt x="30480" y="230505"/>
                  </a:lnTo>
                  <a:cubicBezTo>
                    <a:pt x="30480" y="233363"/>
                    <a:pt x="28575" y="235268"/>
                    <a:pt x="25717" y="235268"/>
                  </a:cubicBezTo>
                  <a:lnTo>
                    <a:pt x="4763" y="235268"/>
                  </a:lnTo>
                  <a:cubicBezTo>
                    <a:pt x="1905" y="235268"/>
                    <a:pt x="0" y="233363"/>
                    <a:pt x="0" y="230505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lnTo>
                    <a:pt x="25717" y="0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B3A956B8-47E3-007C-1F06-B5BC4C0E5AE7}"/>
                </a:ext>
              </a:extLst>
            </p:cNvPr>
            <p:cNvSpPr/>
            <p:nvPr/>
          </p:nvSpPr>
          <p:spPr>
            <a:xfrm>
              <a:off x="11525607" y="634571"/>
              <a:ext cx="27618" cy="66531"/>
            </a:xfrm>
            <a:custGeom>
              <a:avLst/>
              <a:gdLst>
                <a:gd name="connsiteX0" fmla="*/ 45720 w 91440"/>
                <a:gd name="connsiteY0" fmla="*/ 248 h 220275"/>
                <a:gd name="connsiteX1" fmla="*/ 51435 w 91440"/>
                <a:gd name="connsiteY1" fmla="*/ 4058 h 220275"/>
                <a:gd name="connsiteX2" fmla="*/ 51435 w 91440"/>
                <a:gd name="connsiteY2" fmla="*/ 47873 h 220275"/>
                <a:gd name="connsiteX3" fmla="*/ 83820 w 91440"/>
                <a:gd name="connsiteY3" fmla="*/ 47873 h 220275"/>
                <a:gd name="connsiteX4" fmla="*/ 88582 w 91440"/>
                <a:gd name="connsiteY4" fmla="*/ 52635 h 220275"/>
                <a:gd name="connsiteX5" fmla="*/ 88582 w 91440"/>
                <a:gd name="connsiteY5" fmla="*/ 66923 h 220275"/>
                <a:gd name="connsiteX6" fmla="*/ 83820 w 91440"/>
                <a:gd name="connsiteY6" fmla="*/ 71685 h 220275"/>
                <a:gd name="connsiteX7" fmla="*/ 51435 w 91440"/>
                <a:gd name="connsiteY7" fmla="*/ 71685 h 220275"/>
                <a:gd name="connsiteX8" fmla="*/ 51435 w 91440"/>
                <a:gd name="connsiteY8" fmla="*/ 176460 h 220275"/>
                <a:gd name="connsiteX9" fmla="*/ 71438 w 91440"/>
                <a:gd name="connsiteY9" fmla="*/ 193605 h 220275"/>
                <a:gd name="connsiteX10" fmla="*/ 86678 w 91440"/>
                <a:gd name="connsiteY10" fmla="*/ 193605 h 220275"/>
                <a:gd name="connsiteX11" fmla="*/ 91440 w 91440"/>
                <a:gd name="connsiteY11" fmla="*/ 198368 h 220275"/>
                <a:gd name="connsiteX12" fmla="*/ 91440 w 91440"/>
                <a:gd name="connsiteY12" fmla="*/ 213608 h 220275"/>
                <a:gd name="connsiteX13" fmla="*/ 86678 w 91440"/>
                <a:gd name="connsiteY13" fmla="*/ 218370 h 220275"/>
                <a:gd name="connsiteX14" fmla="*/ 69532 w 91440"/>
                <a:gd name="connsiteY14" fmla="*/ 220275 h 220275"/>
                <a:gd name="connsiteX15" fmla="*/ 21907 w 91440"/>
                <a:gd name="connsiteY15" fmla="*/ 185033 h 220275"/>
                <a:gd name="connsiteX16" fmla="*/ 21907 w 91440"/>
                <a:gd name="connsiteY16" fmla="*/ 71685 h 220275"/>
                <a:gd name="connsiteX17" fmla="*/ 4763 w 91440"/>
                <a:gd name="connsiteY17" fmla="*/ 71685 h 220275"/>
                <a:gd name="connsiteX18" fmla="*/ 0 w 91440"/>
                <a:gd name="connsiteY18" fmla="*/ 66923 h 220275"/>
                <a:gd name="connsiteX19" fmla="*/ 0 w 91440"/>
                <a:gd name="connsiteY19" fmla="*/ 52635 h 220275"/>
                <a:gd name="connsiteX20" fmla="*/ 4763 w 91440"/>
                <a:gd name="connsiteY20" fmla="*/ 47873 h 220275"/>
                <a:gd name="connsiteX21" fmla="*/ 21907 w 91440"/>
                <a:gd name="connsiteY21" fmla="*/ 47873 h 220275"/>
                <a:gd name="connsiteX22" fmla="*/ 21907 w 91440"/>
                <a:gd name="connsiteY22" fmla="*/ 10725 h 220275"/>
                <a:gd name="connsiteX23" fmla="*/ 25718 w 91440"/>
                <a:gd name="connsiteY23" fmla="*/ 5963 h 220275"/>
                <a:gd name="connsiteX24" fmla="*/ 45720 w 91440"/>
                <a:gd name="connsiteY24" fmla="*/ 248 h 220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1440" h="220275">
                  <a:moveTo>
                    <a:pt x="45720" y="248"/>
                  </a:moveTo>
                  <a:cubicBezTo>
                    <a:pt x="49530" y="-705"/>
                    <a:pt x="51435" y="1200"/>
                    <a:pt x="51435" y="4058"/>
                  </a:cubicBezTo>
                  <a:lnTo>
                    <a:pt x="51435" y="47873"/>
                  </a:lnTo>
                  <a:lnTo>
                    <a:pt x="83820" y="47873"/>
                  </a:lnTo>
                  <a:cubicBezTo>
                    <a:pt x="87630" y="47873"/>
                    <a:pt x="88582" y="49778"/>
                    <a:pt x="88582" y="52635"/>
                  </a:cubicBezTo>
                  <a:lnTo>
                    <a:pt x="88582" y="66923"/>
                  </a:lnTo>
                  <a:cubicBezTo>
                    <a:pt x="88582" y="69780"/>
                    <a:pt x="86678" y="71685"/>
                    <a:pt x="83820" y="71685"/>
                  </a:cubicBezTo>
                  <a:lnTo>
                    <a:pt x="51435" y="71685"/>
                  </a:lnTo>
                  <a:lnTo>
                    <a:pt x="51435" y="176460"/>
                  </a:lnTo>
                  <a:cubicBezTo>
                    <a:pt x="51435" y="189795"/>
                    <a:pt x="55245" y="193605"/>
                    <a:pt x="71438" y="193605"/>
                  </a:cubicBezTo>
                  <a:lnTo>
                    <a:pt x="86678" y="193605"/>
                  </a:lnTo>
                  <a:cubicBezTo>
                    <a:pt x="90488" y="193605"/>
                    <a:pt x="91440" y="194558"/>
                    <a:pt x="91440" y="198368"/>
                  </a:cubicBezTo>
                  <a:lnTo>
                    <a:pt x="91440" y="213608"/>
                  </a:lnTo>
                  <a:cubicBezTo>
                    <a:pt x="91440" y="216465"/>
                    <a:pt x="89535" y="218370"/>
                    <a:pt x="86678" y="218370"/>
                  </a:cubicBezTo>
                  <a:cubicBezTo>
                    <a:pt x="80010" y="220275"/>
                    <a:pt x="72390" y="220275"/>
                    <a:pt x="69532" y="220275"/>
                  </a:cubicBezTo>
                  <a:cubicBezTo>
                    <a:pt x="47625" y="220275"/>
                    <a:pt x="21907" y="220275"/>
                    <a:pt x="21907" y="185033"/>
                  </a:cubicBezTo>
                  <a:lnTo>
                    <a:pt x="21907" y="71685"/>
                  </a:lnTo>
                  <a:lnTo>
                    <a:pt x="4763" y="71685"/>
                  </a:lnTo>
                  <a:cubicBezTo>
                    <a:pt x="1905" y="71685"/>
                    <a:pt x="0" y="69780"/>
                    <a:pt x="0" y="66923"/>
                  </a:cubicBezTo>
                  <a:lnTo>
                    <a:pt x="0" y="52635"/>
                  </a:lnTo>
                  <a:cubicBezTo>
                    <a:pt x="0" y="49778"/>
                    <a:pt x="1905" y="47873"/>
                    <a:pt x="4763" y="47873"/>
                  </a:cubicBezTo>
                  <a:lnTo>
                    <a:pt x="21907" y="47873"/>
                  </a:lnTo>
                  <a:lnTo>
                    <a:pt x="21907" y="10725"/>
                  </a:lnTo>
                  <a:cubicBezTo>
                    <a:pt x="21907" y="7868"/>
                    <a:pt x="22860" y="5963"/>
                    <a:pt x="25718" y="5963"/>
                  </a:cubicBezTo>
                  <a:lnTo>
                    <a:pt x="45720" y="24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78C56CEE-69A8-1A02-EF2D-F8C3BD2BAB6B}"/>
                </a:ext>
              </a:extLst>
            </p:cNvPr>
            <p:cNvSpPr/>
            <p:nvPr/>
          </p:nvSpPr>
          <p:spPr>
            <a:xfrm>
              <a:off x="11561568" y="648455"/>
              <a:ext cx="26468" cy="52360"/>
            </a:xfrm>
            <a:custGeom>
              <a:avLst/>
              <a:gdLst>
                <a:gd name="connsiteX0" fmla="*/ 82868 w 87630"/>
                <a:gd name="connsiteY0" fmla="*/ 3810 h 173354"/>
                <a:gd name="connsiteX1" fmla="*/ 87630 w 87630"/>
                <a:gd name="connsiteY1" fmla="*/ 9525 h 173354"/>
                <a:gd name="connsiteX2" fmla="*/ 87630 w 87630"/>
                <a:gd name="connsiteY2" fmla="*/ 22860 h 173354"/>
                <a:gd name="connsiteX3" fmla="*/ 82868 w 87630"/>
                <a:gd name="connsiteY3" fmla="*/ 27622 h 173354"/>
                <a:gd name="connsiteX4" fmla="*/ 56197 w 87630"/>
                <a:gd name="connsiteY4" fmla="*/ 27622 h 173354"/>
                <a:gd name="connsiteX5" fmla="*/ 29528 w 87630"/>
                <a:gd name="connsiteY5" fmla="*/ 44767 h 173354"/>
                <a:gd name="connsiteX6" fmla="*/ 29528 w 87630"/>
                <a:gd name="connsiteY6" fmla="*/ 168592 h 173354"/>
                <a:gd name="connsiteX7" fmla="*/ 24765 w 87630"/>
                <a:gd name="connsiteY7" fmla="*/ 173355 h 173354"/>
                <a:gd name="connsiteX8" fmla="*/ 4763 w 87630"/>
                <a:gd name="connsiteY8" fmla="*/ 173355 h 173354"/>
                <a:gd name="connsiteX9" fmla="*/ 0 w 87630"/>
                <a:gd name="connsiteY9" fmla="*/ 168592 h 173354"/>
                <a:gd name="connsiteX10" fmla="*/ 0 w 87630"/>
                <a:gd name="connsiteY10" fmla="*/ 36195 h 173354"/>
                <a:gd name="connsiteX11" fmla="*/ 49530 w 87630"/>
                <a:gd name="connsiteY11" fmla="*/ 0 h 173354"/>
                <a:gd name="connsiteX12" fmla="*/ 82868 w 87630"/>
                <a:gd name="connsiteY12" fmla="*/ 3810 h 173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7630" h="173354">
                  <a:moveTo>
                    <a:pt x="82868" y="3810"/>
                  </a:moveTo>
                  <a:cubicBezTo>
                    <a:pt x="85725" y="4763"/>
                    <a:pt x="87630" y="5715"/>
                    <a:pt x="87630" y="9525"/>
                  </a:cubicBezTo>
                  <a:lnTo>
                    <a:pt x="87630" y="22860"/>
                  </a:lnTo>
                  <a:cubicBezTo>
                    <a:pt x="87630" y="25717"/>
                    <a:pt x="85725" y="27622"/>
                    <a:pt x="82868" y="27622"/>
                  </a:cubicBezTo>
                  <a:lnTo>
                    <a:pt x="56197" y="27622"/>
                  </a:lnTo>
                  <a:cubicBezTo>
                    <a:pt x="34290" y="27622"/>
                    <a:pt x="29528" y="31432"/>
                    <a:pt x="29528" y="44767"/>
                  </a:cubicBezTo>
                  <a:lnTo>
                    <a:pt x="29528" y="168592"/>
                  </a:lnTo>
                  <a:cubicBezTo>
                    <a:pt x="29528" y="171450"/>
                    <a:pt x="27622" y="173355"/>
                    <a:pt x="24765" y="173355"/>
                  </a:cubicBezTo>
                  <a:lnTo>
                    <a:pt x="4763" y="173355"/>
                  </a:lnTo>
                  <a:cubicBezTo>
                    <a:pt x="1905" y="173355"/>
                    <a:pt x="0" y="171450"/>
                    <a:pt x="0" y="168592"/>
                  </a:cubicBezTo>
                  <a:lnTo>
                    <a:pt x="0" y="36195"/>
                  </a:lnTo>
                  <a:cubicBezTo>
                    <a:pt x="0" y="952"/>
                    <a:pt x="31432" y="0"/>
                    <a:pt x="49530" y="0"/>
                  </a:cubicBezTo>
                  <a:cubicBezTo>
                    <a:pt x="55245" y="0"/>
                    <a:pt x="77153" y="952"/>
                    <a:pt x="82868" y="3810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374E5F79-01C4-1CB3-F475-5B61A8B48410}"/>
                </a:ext>
              </a:extLst>
            </p:cNvPr>
            <p:cNvSpPr/>
            <p:nvPr/>
          </p:nvSpPr>
          <p:spPr>
            <a:xfrm>
              <a:off x="11595228" y="648743"/>
              <a:ext cx="42866" cy="52072"/>
            </a:xfrm>
            <a:custGeom>
              <a:avLst/>
              <a:gdLst>
                <a:gd name="connsiteX0" fmla="*/ 137160 w 141922"/>
                <a:gd name="connsiteY0" fmla="*/ 952 h 172402"/>
                <a:gd name="connsiteX1" fmla="*/ 141922 w 141922"/>
                <a:gd name="connsiteY1" fmla="*/ 5715 h 172402"/>
                <a:gd name="connsiteX2" fmla="*/ 141922 w 141922"/>
                <a:gd name="connsiteY2" fmla="*/ 162877 h 172402"/>
                <a:gd name="connsiteX3" fmla="*/ 137160 w 141922"/>
                <a:gd name="connsiteY3" fmla="*/ 167640 h 172402"/>
                <a:gd name="connsiteX4" fmla="*/ 72390 w 141922"/>
                <a:gd name="connsiteY4" fmla="*/ 172402 h 172402"/>
                <a:gd name="connsiteX5" fmla="*/ 0 w 141922"/>
                <a:gd name="connsiteY5" fmla="*/ 99060 h 172402"/>
                <a:gd name="connsiteX6" fmla="*/ 0 w 141922"/>
                <a:gd name="connsiteY6" fmla="*/ 4763 h 172402"/>
                <a:gd name="connsiteX7" fmla="*/ 5715 w 141922"/>
                <a:gd name="connsiteY7" fmla="*/ 0 h 172402"/>
                <a:gd name="connsiteX8" fmla="*/ 25717 w 141922"/>
                <a:gd name="connsiteY8" fmla="*/ 0 h 172402"/>
                <a:gd name="connsiteX9" fmla="*/ 30480 w 141922"/>
                <a:gd name="connsiteY9" fmla="*/ 4763 h 172402"/>
                <a:gd name="connsiteX10" fmla="*/ 30480 w 141922"/>
                <a:gd name="connsiteY10" fmla="*/ 96202 h 172402"/>
                <a:gd name="connsiteX11" fmla="*/ 69532 w 141922"/>
                <a:gd name="connsiteY11" fmla="*/ 145732 h 172402"/>
                <a:gd name="connsiteX12" fmla="*/ 112395 w 141922"/>
                <a:gd name="connsiteY12" fmla="*/ 145732 h 172402"/>
                <a:gd name="connsiteX13" fmla="*/ 112395 w 141922"/>
                <a:gd name="connsiteY13" fmla="*/ 5715 h 172402"/>
                <a:gd name="connsiteX14" fmla="*/ 117157 w 141922"/>
                <a:gd name="connsiteY14" fmla="*/ 952 h 172402"/>
                <a:gd name="connsiteX15" fmla="*/ 137160 w 141922"/>
                <a:gd name="connsiteY15" fmla="*/ 952 h 172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1922" h="172402">
                  <a:moveTo>
                    <a:pt x="137160" y="952"/>
                  </a:moveTo>
                  <a:cubicBezTo>
                    <a:pt x="140017" y="952"/>
                    <a:pt x="141922" y="2857"/>
                    <a:pt x="141922" y="5715"/>
                  </a:cubicBezTo>
                  <a:lnTo>
                    <a:pt x="141922" y="162877"/>
                  </a:lnTo>
                  <a:cubicBezTo>
                    <a:pt x="141922" y="166688"/>
                    <a:pt x="140017" y="166688"/>
                    <a:pt x="137160" y="167640"/>
                  </a:cubicBezTo>
                  <a:cubicBezTo>
                    <a:pt x="112395" y="172402"/>
                    <a:pt x="86677" y="172402"/>
                    <a:pt x="72390" y="172402"/>
                  </a:cubicBezTo>
                  <a:cubicBezTo>
                    <a:pt x="17145" y="172402"/>
                    <a:pt x="0" y="164782"/>
                    <a:pt x="0" y="99060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5715" y="0"/>
                  </a:cubicBezTo>
                  <a:lnTo>
                    <a:pt x="25717" y="0"/>
                  </a:lnTo>
                  <a:cubicBezTo>
                    <a:pt x="28575" y="0"/>
                    <a:pt x="30480" y="1905"/>
                    <a:pt x="30480" y="4763"/>
                  </a:cubicBezTo>
                  <a:lnTo>
                    <a:pt x="30480" y="96202"/>
                  </a:lnTo>
                  <a:cubicBezTo>
                    <a:pt x="30480" y="143827"/>
                    <a:pt x="40005" y="145732"/>
                    <a:pt x="69532" y="145732"/>
                  </a:cubicBezTo>
                  <a:lnTo>
                    <a:pt x="112395" y="145732"/>
                  </a:lnTo>
                  <a:lnTo>
                    <a:pt x="112395" y="5715"/>
                  </a:lnTo>
                  <a:cubicBezTo>
                    <a:pt x="112395" y="2857"/>
                    <a:pt x="114300" y="952"/>
                    <a:pt x="117157" y="952"/>
                  </a:cubicBezTo>
                  <a:lnTo>
                    <a:pt x="137160" y="952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0ADCFAA3-31BF-5287-6072-60FEE7DDAD30}"/>
                </a:ext>
              </a:extLst>
            </p:cNvPr>
            <p:cNvSpPr/>
            <p:nvPr/>
          </p:nvSpPr>
          <p:spPr>
            <a:xfrm>
              <a:off x="11648451" y="648168"/>
              <a:ext cx="37687" cy="52647"/>
            </a:xfrm>
            <a:custGeom>
              <a:avLst/>
              <a:gdLst>
                <a:gd name="connsiteX0" fmla="*/ 114300 w 124777"/>
                <a:gd name="connsiteY0" fmla="*/ 3810 h 174307"/>
                <a:gd name="connsiteX1" fmla="*/ 119063 w 124777"/>
                <a:gd name="connsiteY1" fmla="*/ 8573 h 174307"/>
                <a:gd name="connsiteX2" fmla="*/ 119063 w 124777"/>
                <a:gd name="connsiteY2" fmla="*/ 21908 h 174307"/>
                <a:gd name="connsiteX3" fmla="*/ 114300 w 124777"/>
                <a:gd name="connsiteY3" fmla="*/ 26670 h 174307"/>
                <a:gd name="connsiteX4" fmla="*/ 56197 w 124777"/>
                <a:gd name="connsiteY4" fmla="*/ 26670 h 174307"/>
                <a:gd name="connsiteX5" fmla="*/ 33338 w 124777"/>
                <a:gd name="connsiteY5" fmla="*/ 42863 h 174307"/>
                <a:gd name="connsiteX6" fmla="*/ 33338 w 124777"/>
                <a:gd name="connsiteY6" fmla="*/ 46673 h 174307"/>
                <a:gd name="connsiteX7" fmla="*/ 52388 w 124777"/>
                <a:gd name="connsiteY7" fmla="*/ 68580 h 174307"/>
                <a:gd name="connsiteX8" fmla="*/ 93345 w 124777"/>
                <a:gd name="connsiteY8" fmla="*/ 84773 h 174307"/>
                <a:gd name="connsiteX9" fmla="*/ 124777 w 124777"/>
                <a:gd name="connsiteY9" fmla="*/ 128588 h 174307"/>
                <a:gd name="connsiteX10" fmla="*/ 124777 w 124777"/>
                <a:gd name="connsiteY10" fmla="*/ 132398 h 174307"/>
                <a:gd name="connsiteX11" fmla="*/ 61913 w 124777"/>
                <a:gd name="connsiteY11" fmla="*/ 174308 h 174307"/>
                <a:gd name="connsiteX12" fmla="*/ 4763 w 124777"/>
                <a:gd name="connsiteY12" fmla="*/ 171450 h 174307"/>
                <a:gd name="connsiteX13" fmla="*/ 0 w 124777"/>
                <a:gd name="connsiteY13" fmla="*/ 166688 h 174307"/>
                <a:gd name="connsiteX14" fmla="*/ 0 w 124777"/>
                <a:gd name="connsiteY14" fmla="*/ 153353 h 174307"/>
                <a:gd name="connsiteX15" fmla="*/ 4763 w 124777"/>
                <a:gd name="connsiteY15" fmla="*/ 148590 h 174307"/>
                <a:gd name="connsiteX16" fmla="*/ 61913 w 124777"/>
                <a:gd name="connsiteY16" fmla="*/ 148590 h 174307"/>
                <a:gd name="connsiteX17" fmla="*/ 94297 w 124777"/>
                <a:gd name="connsiteY17" fmla="*/ 132398 h 174307"/>
                <a:gd name="connsiteX18" fmla="*/ 94297 w 124777"/>
                <a:gd name="connsiteY18" fmla="*/ 128588 h 174307"/>
                <a:gd name="connsiteX19" fmla="*/ 76200 w 124777"/>
                <a:gd name="connsiteY19" fmla="*/ 107633 h 174307"/>
                <a:gd name="connsiteX20" fmla="*/ 32385 w 124777"/>
                <a:gd name="connsiteY20" fmla="*/ 90488 h 174307"/>
                <a:gd name="connsiteX21" fmla="*/ 2857 w 124777"/>
                <a:gd name="connsiteY21" fmla="*/ 45720 h 174307"/>
                <a:gd name="connsiteX22" fmla="*/ 2857 w 124777"/>
                <a:gd name="connsiteY22" fmla="*/ 39053 h 174307"/>
                <a:gd name="connsiteX23" fmla="*/ 65722 w 124777"/>
                <a:gd name="connsiteY23" fmla="*/ 0 h 174307"/>
                <a:gd name="connsiteX24" fmla="*/ 114300 w 124777"/>
                <a:gd name="connsiteY24" fmla="*/ 3810 h 174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4777" h="174307">
                  <a:moveTo>
                    <a:pt x="114300" y="3810"/>
                  </a:moveTo>
                  <a:cubicBezTo>
                    <a:pt x="117157" y="3810"/>
                    <a:pt x="119063" y="5715"/>
                    <a:pt x="119063" y="8573"/>
                  </a:cubicBezTo>
                  <a:lnTo>
                    <a:pt x="119063" y="21908"/>
                  </a:lnTo>
                  <a:cubicBezTo>
                    <a:pt x="119063" y="24765"/>
                    <a:pt x="117157" y="26670"/>
                    <a:pt x="114300" y="26670"/>
                  </a:cubicBezTo>
                  <a:lnTo>
                    <a:pt x="56197" y="26670"/>
                  </a:lnTo>
                  <a:cubicBezTo>
                    <a:pt x="41910" y="26670"/>
                    <a:pt x="33338" y="31433"/>
                    <a:pt x="33338" y="42863"/>
                  </a:cubicBezTo>
                  <a:lnTo>
                    <a:pt x="33338" y="46673"/>
                  </a:lnTo>
                  <a:cubicBezTo>
                    <a:pt x="33338" y="55245"/>
                    <a:pt x="37147" y="62865"/>
                    <a:pt x="52388" y="68580"/>
                  </a:cubicBezTo>
                  <a:lnTo>
                    <a:pt x="93345" y="84773"/>
                  </a:lnTo>
                  <a:cubicBezTo>
                    <a:pt x="121920" y="95250"/>
                    <a:pt x="124777" y="111443"/>
                    <a:pt x="124777" y="128588"/>
                  </a:cubicBezTo>
                  <a:lnTo>
                    <a:pt x="124777" y="132398"/>
                  </a:lnTo>
                  <a:cubicBezTo>
                    <a:pt x="124777" y="167640"/>
                    <a:pt x="103822" y="174308"/>
                    <a:pt x="61913" y="174308"/>
                  </a:cubicBezTo>
                  <a:cubicBezTo>
                    <a:pt x="35242" y="174308"/>
                    <a:pt x="10477" y="172403"/>
                    <a:pt x="4763" y="171450"/>
                  </a:cubicBezTo>
                  <a:cubicBezTo>
                    <a:pt x="952" y="171450"/>
                    <a:pt x="0" y="169545"/>
                    <a:pt x="0" y="166688"/>
                  </a:cubicBezTo>
                  <a:lnTo>
                    <a:pt x="0" y="153353"/>
                  </a:lnTo>
                  <a:cubicBezTo>
                    <a:pt x="0" y="150495"/>
                    <a:pt x="1905" y="148590"/>
                    <a:pt x="4763" y="148590"/>
                  </a:cubicBezTo>
                  <a:lnTo>
                    <a:pt x="61913" y="148590"/>
                  </a:lnTo>
                  <a:cubicBezTo>
                    <a:pt x="86677" y="148590"/>
                    <a:pt x="94297" y="145733"/>
                    <a:pt x="94297" y="132398"/>
                  </a:cubicBezTo>
                  <a:lnTo>
                    <a:pt x="94297" y="128588"/>
                  </a:lnTo>
                  <a:cubicBezTo>
                    <a:pt x="94297" y="120015"/>
                    <a:pt x="90488" y="113348"/>
                    <a:pt x="76200" y="107633"/>
                  </a:cubicBezTo>
                  <a:lnTo>
                    <a:pt x="32385" y="90488"/>
                  </a:lnTo>
                  <a:cubicBezTo>
                    <a:pt x="8572" y="80963"/>
                    <a:pt x="2857" y="62865"/>
                    <a:pt x="2857" y="45720"/>
                  </a:cubicBezTo>
                  <a:lnTo>
                    <a:pt x="2857" y="39053"/>
                  </a:lnTo>
                  <a:cubicBezTo>
                    <a:pt x="2857" y="4763"/>
                    <a:pt x="32385" y="0"/>
                    <a:pt x="65722" y="0"/>
                  </a:cubicBezTo>
                  <a:cubicBezTo>
                    <a:pt x="80010" y="953"/>
                    <a:pt x="96202" y="1905"/>
                    <a:pt x="114300" y="3810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6481D8D7-4765-4F92-876F-6014BAC18E15}"/>
                </a:ext>
              </a:extLst>
            </p:cNvPr>
            <p:cNvSpPr/>
            <p:nvPr/>
          </p:nvSpPr>
          <p:spPr>
            <a:xfrm>
              <a:off x="11692468" y="634571"/>
              <a:ext cx="27906" cy="66531"/>
            </a:xfrm>
            <a:custGeom>
              <a:avLst/>
              <a:gdLst>
                <a:gd name="connsiteX0" fmla="*/ 46672 w 92392"/>
                <a:gd name="connsiteY0" fmla="*/ 248 h 220275"/>
                <a:gd name="connsiteX1" fmla="*/ 52388 w 92392"/>
                <a:gd name="connsiteY1" fmla="*/ 4058 h 220275"/>
                <a:gd name="connsiteX2" fmla="*/ 52388 w 92392"/>
                <a:gd name="connsiteY2" fmla="*/ 47873 h 220275"/>
                <a:gd name="connsiteX3" fmla="*/ 84772 w 92392"/>
                <a:gd name="connsiteY3" fmla="*/ 47873 h 220275"/>
                <a:gd name="connsiteX4" fmla="*/ 89535 w 92392"/>
                <a:gd name="connsiteY4" fmla="*/ 52635 h 220275"/>
                <a:gd name="connsiteX5" fmla="*/ 89535 w 92392"/>
                <a:gd name="connsiteY5" fmla="*/ 66923 h 220275"/>
                <a:gd name="connsiteX6" fmla="*/ 84772 w 92392"/>
                <a:gd name="connsiteY6" fmla="*/ 71685 h 220275"/>
                <a:gd name="connsiteX7" fmla="*/ 52388 w 92392"/>
                <a:gd name="connsiteY7" fmla="*/ 71685 h 220275"/>
                <a:gd name="connsiteX8" fmla="*/ 52388 w 92392"/>
                <a:gd name="connsiteY8" fmla="*/ 176460 h 220275"/>
                <a:gd name="connsiteX9" fmla="*/ 72390 w 92392"/>
                <a:gd name="connsiteY9" fmla="*/ 193605 h 220275"/>
                <a:gd name="connsiteX10" fmla="*/ 87630 w 92392"/>
                <a:gd name="connsiteY10" fmla="*/ 193605 h 220275"/>
                <a:gd name="connsiteX11" fmla="*/ 92393 w 92392"/>
                <a:gd name="connsiteY11" fmla="*/ 198368 h 220275"/>
                <a:gd name="connsiteX12" fmla="*/ 92393 w 92392"/>
                <a:gd name="connsiteY12" fmla="*/ 213608 h 220275"/>
                <a:gd name="connsiteX13" fmla="*/ 87630 w 92392"/>
                <a:gd name="connsiteY13" fmla="*/ 218370 h 220275"/>
                <a:gd name="connsiteX14" fmla="*/ 70485 w 92392"/>
                <a:gd name="connsiteY14" fmla="*/ 220275 h 220275"/>
                <a:gd name="connsiteX15" fmla="*/ 22860 w 92392"/>
                <a:gd name="connsiteY15" fmla="*/ 185033 h 220275"/>
                <a:gd name="connsiteX16" fmla="*/ 22860 w 92392"/>
                <a:gd name="connsiteY16" fmla="*/ 71685 h 220275"/>
                <a:gd name="connsiteX17" fmla="*/ 4763 w 92392"/>
                <a:gd name="connsiteY17" fmla="*/ 71685 h 220275"/>
                <a:gd name="connsiteX18" fmla="*/ 0 w 92392"/>
                <a:gd name="connsiteY18" fmla="*/ 66923 h 220275"/>
                <a:gd name="connsiteX19" fmla="*/ 0 w 92392"/>
                <a:gd name="connsiteY19" fmla="*/ 52635 h 220275"/>
                <a:gd name="connsiteX20" fmla="*/ 4763 w 92392"/>
                <a:gd name="connsiteY20" fmla="*/ 47873 h 220275"/>
                <a:gd name="connsiteX21" fmla="*/ 21907 w 92392"/>
                <a:gd name="connsiteY21" fmla="*/ 47873 h 220275"/>
                <a:gd name="connsiteX22" fmla="*/ 21907 w 92392"/>
                <a:gd name="connsiteY22" fmla="*/ 10725 h 220275"/>
                <a:gd name="connsiteX23" fmla="*/ 25718 w 92392"/>
                <a:gd name="connsiteY23" fmla="*/ 5963 h 220275"/>
                <a:gd name="connsiteX24" fmla="*/ 46672 w 92392"/>
                <a:gd name="connsiteY24" fmla="*/ 248 h 220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2392" h="220275">
                  <a:moveTo>
                    <a:pt x="46672" y="248"/>
                  </a:moveTo>
                  <a:cubicBezTo>
                    <a:pt x="50482" y="-705"/>
                    <a:pt x="52388" y="1200"/>
                    <a:pt x="52388" y="4058"/>
                  </a:cubicBezTo>
                  <a:lnTo>
                    <a:pt x="52388" y="47873"/>
                  </a:lnTo>
                  <a:lnTo>
                    <a:pt x="84772" y="47873"/>
                  </a:lnTo>
                  <a:cubicBezTo>
                    <a:pt x="88582" y="47873"/>
                    <a:pt x="89535" y="49778"/>
                    <a:pt x="89535" y="52635"/>
                  </a:cubicBezTo>
                  <a:lnTo>
                    <a:pt x="89535" y="66923"/>
                  </a:lnTo>
                  <a:cubicBezTo>
                    <a:pt x="89535" y="69780"/>
                    <a:pt x="87630" y="71685"/>
                    <a:pt x="84772" y="71685"/>
                  </a:cubicBezTo>
                  <a:lnTo>
                    <a:pt x="52388" y="71685"/>
                  </a:lnTo>
                  <a:lnTo>
                    <a:pt x="52388" y="176460"/>
                  </a:lnTo>
                  <a:cubicBezTo>
                    <a:pt x="52388" y="189795"/>
                    <a:pt x="56197" y="193605"/>
                    <a:pt x="72390" y="193605"/>
                  </a:cubicBezTo>
                  <a:lnTo>
                    <a:pt x="87630" y="193605"/>
                  </a:lnTo>
                  <a:cubicBezTo>
                    <a:pt x="91440" y="193605"/>
                    <a:pt x="92393" y="194558"/>
                    <a:pt x="92393" y="198368"/>
                  </a:cubicBezTo>
                  <a:lnTo>
                    <a:pt x="92393" y="213608"/>
                  </a:lnTo>
                  <a:cubicBezTo>
                    <a:pt x="92393" y="216465"/>
                    <a:pt x="90488" y="218370"/>
                    <a:pt x="87630" y="218370"/>
                  </a:cubicBezTo>
                  <a:cubicBezTo>
                    <a:pt x="80963" y="220275"/>
                    <a:pt x="73343" y="220275"/>
                    <a:pt x="70485" y="220275"/>
                  </a:cubicBezTo>
                  <a:cubicBezTo>
                    <a:pt x="48578" y="220275"/>
                    <a:pt x="22860" y="220275"/>
                    <a:pt x="22860" y="185033"/>
                  </a:cubicBezTo>
                  <a:lnTo>
                    <a:pt x="22860" y="71685"/>
                  </a:lnTo>
                  <a:lnTo>
                    <a:pt x="4763" y="71685"/>
                  </a:lnTo>
                  <a:cubicBezTo>
                    <a:pt x="1905" y="71685"/>
                    <a:pt x="0" y="69780"/>
                    <a:pt x="0" y="66923"/>
                  </a:cubicBezTo>
                  <a:lnTo>
                    <a:pt x="0" y="52635"/>
                  </a:lnTo>
                  <a:cubicBezTo>
                    <a:pt x="0" y="49778"/>
                    <a:pt x="1905" y="47873"/>
                    <a:pt x="4763" y="47873"/>
                  </a:cubicBezTo>
                  <a:lnTo>
                    <a:pt x="21907" y="47873"/>
                  </a:lnTo>
                  <a:lnTo>
                    <a:pt x="21907" y="10725"/>
                  </a:lnTo>
                  <a:cubicBezTo>
                    <a:pt x="21907" y="7868"/>
                    <a:pt x="22860" y="5963"/>
                    <a:pt x="25718" y="5963"/>
                  </a:cubicBezTo>
                  <a:lnTo>
                    <a:pt x="46672" y="24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1097671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2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9663909-A8CA-9DF6-B954-8622276E789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37543" b="48236"/>
          <a:stretch>
            <a:fillRect/>
          </a:stretch>
        </p:blipFill>
        <p:spPr>
          <a:xfrm>
            <a:off x="-1" y="1747081"/>
            <a:ext cx="5976472" cy="5110919"/>
          </a:xfrm>
          <a:custGeom>
            <a:avLst/>
            <a:gdLst>
              <a:gd name="connsiteX0" fmla="*/ 0 w 5976472"/>
              <a:gd name="connsiteY0" fmla="*/ 0 h 5110919"/>
              <a:gd name="connsiteX1" fmla="*/ 5976472 w 5976472"/>
              <a:gd name="connsiteY1" fmla="*/ 0 h 5110919"/>
              <a:gd name="connsiteX2" fmla="*/ 5976472 w 5976472"/>
              <a:gd name="connsiteY2" fmla="*/ 5110919 h 5110919"/>
              <a:gd name="connsiteX3" fmla="*/ 0 w 5976472"/>
              <a:gd name="connsiteY3" fmla="*/ 5110919 h 5110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76472" h="5110919">
                <a:moveTo>
                  <a:pt x="0" y="0"/>
                </a:moveTo>
                <a:lnTo>
                  <a:pt x="5976472" y="0"/>
                </a:lnTo>
                <a:lnTo>
                  <a:pt x="5976472" y="5110919"/>
                </a:lnTo>
                <a:lnTo>
                  <a:pt x="0" y="5110919"/>
                </a:lnTo>
                <a:close/>
              </a:path>
            </a:pathLst>
          </a:cu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C2B3475-6FA1-E38C-363D-23108F8B1BFB}"/>
              </a:ext>
            </a:extLst>
          </p:cNvPr>
          <p:cNvSpPr/>
          <p:nvPr userDrawn="1"/>
        </p:nvSpPr>
        <p:spPr>
          <a:xfrm>
            <a:off x="10083800" y="219075"/>
            <a:ext cx="2108200" cy="69161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Title 146">
            <a:extLst>
              <a:ext uri="{FF2B5EF4-FFF2-40B4-BE49-F238E27FC236}">
                <a16:creationId xmlns:a16="http://schemas.microsoft.com/office/drawing/2014/main" id="{A71C9AF5-7C53-980E-3913-667C7DB10F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0000" y="2662254"/>
            <a:ext cx="3815273" cy="1661993"/>
          </a:xfrm>
        </p:spPr>
        <p:txBody>
          <a:bodyPr wrap="square" lIns="0" tIns="0" rIns="0" bIns="0" anchor="ctr">
            <a:spAutoFit/>
          </a:bodyPr>
          <a:lstStyle>
            <a:lvl1pPr>
              <a:lnSpc>
                <a:spcPct val="90000"/>
              </a:lnSpc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GB" sz="4000" b="1" dirty="0">
                <a:solidFill>
                  <a:schemeClr val="bg1"/>
                </a:solidFill>
              </a:rPr>
              <a:t>Presentation title on two </a:t>
            </a:r>
            <a:br>
              <a:rPr lang="en-GB" sz="4000" b="1" dirty="0">
                <a:solidFill>
                  <a:schemeClr val="bg1"/>
                </a:solidFill>
              </a:rPr>
            </a:br>
            <a:r>
              <a:rPr lang="en-GB" sz="4000" b="1" dirty="0">
                <a:solidFill>
                  <a:schemeClr val="bg1"/>
                </a:solidFill>
              </a:rPr>
              <a:t>or three lines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B686C7C7-E3F1-C112-8757-C612FE80149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79500" y="4628182"/>
            <a:ext cx="3815273" cy="602986"/>
          </a:xfrm>
        </p:spPr>
        <p:txBody>
          <a:bodyPr>
            <a:spAutoFit/>
          </a:bodyPr>
          <a:lstStyle>
            <a:lvl1pPr marL="0" indent="0">
              <a:spcBef>
                <a:spcPts val="0"/>
              </a:spcBef>
              <a:buNone/>
              <a:defRPr spc="300" baseline="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PRESENTATION SUBTITLE </a:t>
            </a:r>
            <a:br>
              <a:rPr lang="en-US" dirty="0"/>
            </a:br>
            <a:r>
              <a:rPr lang="en-US" dirty="0"/>
              <a:t>ON ONE OR TWO LINES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0B1530-D5FA-027C-5074-206E6194C12C}"/>
              </a:ext>
            </a:extLst>
          </p:cNvPr>
          <p:cNvSpPr txBox="1"/>
          <p:nvPr userDrawn="1"/>
        </p:nvSpPr>
        <p:spPr>
          <a:xfrm>
            <a:off x="1079500" y="5769997"/>
            <a:ext cx="1673012" cy="1719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GB" sz="1100" noProof="0" dirty="0">
                <a:solidFill>
                  <a:schemeClr val="bg1"/>
                </a:solidFill>
              </a:rPr>
              <a:t>www.thalesgroup.com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090D3D2-9C7F-3248-D2DB-57C3C97CAA4E}"/>
              </a:ext>
            </a:extLst>
          </p:cNvPr>
          <p:cNvGrpSpPr/>
          <p:nvPr userDrawn="1"/>
        </p:nvGrpSpPr>
        <p:grpSpPr>
          <a:xfrm>
            <a:off x="10330251" y="410247"/>
            <a:ext cx="1391849" cy="309268"/>
            <a:chOff x="10330251" y="410247"/>
            <a:chExt cx="1391849" cy="309268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2F48B101-99C4-D6A4-B835-DDA35556AF1C}"/>
                </a:ext>
              </a:extLst>
            </p:cNvPr>
            <p:cNvSpPr/>
            <p:nvPr/>
          </p:nvSpPr>
          <p:spPr>
            <a:xfrm>
              <a:off x="11543732" y="410247"/>
              <a:ext cx="178368" cy="165135"/>
            </a:xfrm>
            <a:custGeom>
              <a:avLst/>
              <a:gdLst>
                <a:gd name="connsiteX0" fmla="*/ 590550 w 590550"/>
                <a:gd name="connsiteY0" fmla="*/ 401003 h 546735"/>
                <a:gd name="connsiteX1" fmla="*/ 509588 w 590550"/>
                <a:gd name="connsiteY1" fmla="*/ 515303 h 546735"/>
                <a:gd name="connsiteX2" fmla="*/ 264795 w 590550"/>
                <a:gd name="connsiteY2" fmla="*/ 546735 h 546735"/>
                <a:gd name="connsiteX3" fmla="*/ 0 w 590550"/>
                <a:gd name="connsiteY3" fmla="*/ 521970 h 546735"/>
                <a:gd name="connsiteX4" fmla="*/ 0 w 590550"/>
                <a:gd name="connsiteY4" fmla="*/ 436245 h 546735"/>
                <a:gd name="connsiteX5" fmla="*/ 469583 w 590550"/>
                <a:gd name="connsiteY5" fmla="*/ 436245 h 546735"/>
                <a:gd name="connsiteX6" fmla="*/ 469583 w 590550"/>
                <a:gd name="connsiteY6" fmla="*/ 319088 h 546735"/>
                <a:gd name="connsiteX7" fmla="*/ 137160 w 590550"/>
                <a:gd name="connsiteY7" fmla="*/ 319088 h 546735"/>
                <a:gd name="connsiteX8" fmla="*/ 0 w 590550"/>
                <a:gd name="connsiteY8" fmla="*/ 194310 h 546735"/>
                <a:gd name="connsiteX9" fmla="*/ 0 w 590550"/>
                <a:gd name="connsiteY9" fmla="*/ 142875 h 546735"/>
                <a:gd name="connsiteX10" fmla="*/ 84773 w 590550"/>
                <a:gd name="connsiteY10" fmla="*/ 26670 h 546735"/>
                <a:gd name="connsiteX11" fmla="*/ 318135 w 590550"/>
                <a:gd name="connsiteY11" fmla="*/ 0 h 546735"/>
                <a:gd name="connsiteX12" fmla="*/ 582930 w 590550"/>
                <a:gd name="connsiteY12" fmla="*/ 25718 h 546735"/>
                <a:gd name="connsiteX13" fmla="*/ 582930 w 590550"/>
                <a:gd name="connsiteY13" fmla="*/ 111443 h 546735"/>
                <a:gd name="connsiteX14" fmla="*/ 120968 w 590550"/>
                <a:gd name="connsiteY14" fmla="*/ 111443 h 546735"/>
                <a:gd name="connsiteX15" fmla="*/ 120968 w 590550"/>
                <a:gd name="connsiteY15" fmla="*/ 209550 h 546735"/>
                <a:gd name="connsiteX16" fmla="*/ 453390 w 590550"/>
                <a:gd name="connsiteY16" fmla="*/ 209550 h 546735"/>
                <a:gd name="connsiteX17" fmla="*/ 590550 w 590550"/>
                <a:gd name="connsiteY17" fmla="*/ 334328 h 546735"/>
                <a:gd name="connsiteX18" fmla="*/ 590550 w 590550"/>
                <a:gd name="connsiteY18" fmla="*/ 401003 h 546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90550" h="546735">
                  <a:moveTo>
                    <a:pt x="590550" y="401003"/>
                  </a:moveTo>
                  <a:cubicBezTo>
                    <a:pt x="590550" y="475298"/>
                    <a:pt x="568643" y="497205"/>
                    <a:pt x="509588" y="515303"/>
                  </a:cubicBezTo>
                  <a:cubicBezTo>
                    <a:pt x="445770" y="534353"/>
                    <a:pt x="332423" y="546735"/>
                    <a:pt x="264795" y="546735"/>
                  </a:cubicBezTo>
                  <a:cubicBezTo>
                    <a:pt x="184785" y="546735"/>
                    <a:pt x="84773" y="541973"/>
                    <a:pt x="0" y="521970"/>
                  </a:cubicBezTo>
                  <a:lnTo>
                    <a:pt x="0" y="436245"/>
                  </a:lnTo>
                  <a:lnTo>
                    <a:pt x="469583" y="436245"/>
                  </a:lnTo>
                  <a:lnTo>
                    <a:pt x="469583" y="319088"/>
                  </a:lnTo>
                  <a:lnTo>
                    <a:pt x="137160" y="319088"/>
                  </a:lnTo>
                  <a:cubicBezTo>
                    <a:pt x="37148" y="319088"/>
                    <a:pt x="0" y="291465"/>
                    <a:pt x="0" y="194310"/>
                  </a:cubicBezTo>
                  <a:lnTo>
                    <a:pt x="0" y="142875"/>
                  </a:lnTo>
                  <a:cubicBezTo>
                    <a:pt x="0" y="65723"/>
                    <a:pt x="22860" y="42863"/>
                    <a:pt x="84773" y="26670"/>
                  </a:cubicBezTo>
                  <a:cubicBezTo>
                    <a:pt x="147638" y="10478"/>
                    <a:pt x="250508" y="0"/>
                    <a:pt x="318135" y="0"/>
                  </a:cubicBezTo>
                  <a:cubicBezTo>
                    <a:pt x="400050" y="0"/>
                    <a:pt x="498158" y="6668"/>
                    <a:pt x="582930" y="25718"/>
                  </a:cubicBezTo>
                  <a:lnTo>
                    <a:pt x="582930" y="111443"/>
                  </a:lnTo>
                  <a:lnTo>
                    <a:pt x="120968" y="111443"/>
                  </a:lnTo>
                  <a:lnTo>
                    <a:pt x="120968" y="209550"/>
                  </a:lnTo>
                  <a:lnTo>
                    <a:pt x="453390" y="209550"/>
                  </a:lnTo>
                  <a:cubicBezTo>
                    <a:pt x="553403" y="209550"/>
                    <a:pt x="590550" y="236220"/>
                    <a:pt x="590550" y="334328"/>
                  </a:cubicBezTo>
                  <a:lnTo>
                    <a:pt x="590550" y="401003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E0F785EC-ACA7-F065-A917-4D0214F24078}"/>
                </a:ext>
              </a:extLst>
            </p:cNvPr>
            <p:cNvSpPr/>
            <p:nvPr/>
          </p:nvSpPr>
          <p:spPr>
            <a:xfrm>
              <a:off x="11304085" y="410247"/>
              <a:ext cx="176067" cy="164847"/>
            </a:xfrm>
            <a:custGeom>
              <a:avLst/>
              <a:gdLst>
                <a:gd name="connsiteX0" fmla="*/ 582930 w 582930"/>
                <a:gd name="connsiteY0" fmla="*/ 521018 h 545782"/>
                <a:gd name="connsiteX1" fmla="*/ 292418 w 582930"/>
                <a:gd name="connsiteY1" fmla="*/ 545783 h 545782"/>
                <a:gd name="connsiteX2" fmla="*/ 0 w 582930"/>
                <a:gd name="connsiteY2" fmla="*/ 521018 h 545782"/>
                <a:gd name="connsiteX3" fmla="*/ 0 w 582930"/>
                <a:gd name="connsiteY3" fmla="*/ 25718 h 545782"/>
                <a:gd name="connsiteX4" fmla="*/ 290513 w 582930"/>
                <a:gd name="connsiteY4" fmla="*/ 0 h 545782"/>
                <a:gd name="connsiteX5" fmla="*/ 579120 w 582930"/>
                <a:gd name="connsiteY5" fmla="*/ 25718 h 545782"/>
                <a:gd name="connsiteX6" fmla="*/ 579120 w 582930"/>
                <a:gd name="connsiteY6" fmla="*/ 114300 h 545782"/>
                <a:gd name="connsiteX7" fmla="*/ 139065 w 582930"/>
                <a:gd name="connsiteY7" fmla="*/ 114300 h 545782"/>
                <a:gd name="connsiteX8" fmla="*/ 139065 w 582930"/>
                <a:gd name="connsiteY8" fmla="*/ 213360 h 545782"/>
                <a:gd name="connsiteX9" fmla="*/ 425768 w 582930"/>
                <a:gd name="connsiteY9" fmla="*/ 213360 h 545782"/>
                <a:gd name="connsiteX10" fmla="*/ 425768 w 582930"/>
                <a:gd name="connsiteY10" fmla="*/ 316230 h 545782"/>
                <a:gd name="connsiteX11" fmla="*/ 139065 w 582930"/>
                <a:gd name="connsiteY11" fmla="*/ 316230 h 545782"/>
                <a:gd name="connsiteX12" fmla="*/ 139065 w 582930"/>
                <a:gd name="connsiteY12" fmla="*/ 433388 h 545782"/>
                <a:gd name="connsiteX13" fmla="*/ 581025 w 582930"/>
                <a:gd name="connsiteY13" fmla="*/ 433388 h 545782"/>
                <a:gd name="connsiteX14" fmla="*/ 581025 w 582930"/>
                <a:gd name="connsiteY14" fmla="*/ 521018 h 5457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82930" h="545782">
                  <a:moveTo>
                    <a:pt x="582930" y="521018"/>
                  </a:moveTo>
                  <a:cubicBezTo>
                    <a:pt x="485775" y="540068"/>
                    <a:pt x="387668" y="545783"/>
                    <a:pt x="292418" y="545783"/>
                  </a:cubicBezTo>
                  <a:cubicBezTo>
                    <a:pt x="197168" y="545783"/>
                    <a:pt x="98107" y="540068"/>
                    <a:pt x="0" y="521018"/>
                  </a:cubicBezTo>
                  <a:lnTo>
                    <a:pt x="0" y="25718"/>
                  </a:lnTo>
                  <a:cubicBezTo>
                    <a:pt x="97155" y="6668"/>
                    <a:pt x="196215" y="0"/>
                    <a:pt x="290513" y="0"/>
                  </a:cubicBezTo>
                  <a:cubicBezTo>
                    <a:pt x="385763" y="0"/>
                    <a:pt x="481965" y="5715"/>
                    <a:pt x="579120" y="25718"/>
                  </a:cubicBezTo>
                  <a:lnTo>
                    <a:pt x="579120" y="114300"/>
                  </a:lnTo>
                  <a:lnTo>
                    <a:pt x="139065" y="114300"/>
                  </a:lnTo>
                  <a:lnTo>
                    <a:pt x="139065" y="213360"/>
                  </a:lnTo>
                  <a:lnTo>
                    <a:pt x="425768" y="213360"/>
                  </a:lnTo>
                  <a:lnTo>
                    <a:pt x="425768" y="316230"/>
                  </a:lnTo>
                  <a:lnTo>
                    <a:pt x="139065" y="316230"/>
                  </a:lnTo>
                  <a:lnTo>
                    <a:pt x="139065" y="433388"/>
                  </a:lnTo>
                  <a:lnTo>
                    <a:pt x="581025" y="433388"/>
                  </a:lnTo>
                  <a:lnTo>
                    <a:pt x="581025" y="52101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1237177-08D2-2DC4-19BA-4F58D9780B18}"/>
                </a:ext>
              </a:extLst>
            </p:cNvPr>
            <p:cNvSpPr/>
            <p:nvPr/>
          </p:nvSpPr>
          <p:spPr>
            <a:xfrm>
              <a:off x="11096085" y="413987"/>
              <a:ext cx="157654" cy="161107"/>
            </a:xfrm>
            <a:custGeom>
              <a:avLst/>
              <a:gdLst>
                <a:gd name="connsiteX0" fmla="*/ 521970 w 521969"/>
                <a:gd name="connsiteY0" fmla="*/ 508635 h 533399"/>
                <a:gd name="connsiteX1" fmla="*/ 261938 w 521969"/>
                <a:gd name="connsiteY1" fmla="*/ 533400 h 533399"/>
                <a:gd name="connsiteX2" fmla="*/ 0 w 521969"/>
                <a:gd name="connsiteY2" fmla="*/ 508635 h 533399"/>
                <a:gd name="connsiteX3" fmla="*/ 0 w 521969"/>
                <a:gd name="connsiteY3" fmla="*/ 0 h 533399"/>
                <a:gd name="connsiteX4" fmla="*/ 140017 w 521969"/>
                <a:gd name="connsiteY4" fmla="*/ 0 h 533399"/>
                <a:gd name="connsiteX5" fmla="*/ 140017 w 521969"/>
                <a:gd name="connsiteY5" fmla="*/ 414338 h 533399"/>
                <a:gd name="connsiteX6" fmla="*/ 521970 w 521969"/>
                <a:gd name="connsiteY6" fmla="*/ 414338 h 533399"/>
                <a:gd name="connsiteX7" fmla="*/ 521970 w 521969"/>
                <a:gd name="connsiteY7" fmla="*/ 508635 h 533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1969" h="533399">
                  <a:moveTo>
                    <a:pt x="521970" y="508635"/>
                  </a:moveTo>
                  <a:cubicBezTo>
                    <a:pt x="434340" y="527685"/>
                    <a:pt x="346710" y="533400"/>
                    <a:pt x="261938" y="533400"/>
                  </a:cubicBezTo>
                  <a:cubicBezTo>
                    <a:pt x="177165" y="533400"/>
                    <a:pt x="87630" y="528638"/>
                    <a:pt x="0" y="508635"/>
                  </a:cubicBezTo>
                  <a:lnTo>
                    <a:pt x="0" y="0"/>
                  </a:lnTo>
                  <a:lnTo>
                    <a:pt x="140017" y="0"/>
                  </a:lnTo>
                  <a:lnTo>
                    <a:pt x="140017" y="414338"/>
                  </a:lnTo>
                  <a:lnTo>
                    <a:pt x="521970" y="414338"/>
                  </a:lnTo>
                  <a:lnTo>
                    <a:pt x="521970" y="508635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0C2F9D1-90E5-1399-AB73-D1972116AB8D}"/>
                </a:ext>
              </a:extLst>
            </p:cNvPr>
            <p:cNvSpPr/>
            <p:nvPr/>
          </p:nvSpPr>
          <p:spPr>
            <a:xfrm>
              <a:off x="10820476" y="414274"/>
              <a:ext cx="224974" cy="160244"/>
            </a:xfrm>
            <a:custGeom>
              <a:avLst/>
              <a:gdLst>
                <a:gd name="connsiteX0" fmla="*/ 744855 w 744855"/>
                <a:gd name="connsiteY0" fmla="*/ 511493 h 530542"/>
                <a:gd name="connsiteX1" fmla="*/ 590550 w 744855"/>
                <a:gd name="connsiteY1" fmla="*/ 530543 h 530542"/>
                <a:gd name="connsiteX2" fmla="*/ 374333 w 744855"/>
                <a:gd name="connsiteY2" fmla="*/ 94298 h 530542"/>
                <a:gd name="connsiteX3" fmla="*/ 361950 w 744855"/>
                <a:gd name="connsiteY3" fmla="*/ 94298 h 530542"/>
                <a:gd name="connsiteX4" fmla="*/ 146685 w 744855"/>
                <a:gd name="connsiteY4" fmla="*/ 530543 h 530542"/>
                <a:gd name="connsiteX5" fmla="*/ 0 w 744855"/>
                <a:gd name="connsiteY5" fmla="*/ 511493 h 530542"/>
                <a:gd name="connsiteX6" fmla="*/ 273368 w 744855"/>
                <a:gd name="connsiteY6" fmla="*/ 0 h 530542"/>
                <a:gd name="connsiteX7" fmla="*/ 468630 w 744855"/>
                <a:gd name="connsiteY7" fmla="*/ 0 h 530542"/>
                <a:gd name="connsiteX8" fmla="*/ 744855 w 744855"/>
                <a:gd name="connsiteY8" fmla="*/ 511493 h 5305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55" h="530542">
                  <a:moveTo>
                    <a:pt x="744855" y="511493"/>
                  </a:moveTo>
                  <a:cubicBezTo>
                    <a:pt x="698183" y="524828"/>
                    <a:pt x="636270" y="529590"/>
                    <a:pt x="590550" y="530543"/>
                  </a:cubicBezTo>
                  <a:lnTo>
                    <a:pt x="374333" y="94298"/>
                  </a:lnTo>
                  <a:lnTo>
                    <a:pt x="361950" y="94298"/>
                  </a:lnTo>
                  <a:lnTo>
                    <a:pt x="146685" y="530543"/>
                  </a:lnTo>
                  <a:cubicBezTo>
                    <a:pt x="100965" y="529590"/>
                    <a:pt x="46673" y="524828"/>
                    <a:pt x="0" y="511493"/>
                  </a:cubicBezTo>
                  <a:lnTo>
                    <a:pt x="273368" y="0"/>
                  </a:lnTo>
                  <a:lnTo>
                    <a:pt x="468630" y="0"/>
                  </a:lnTo>
                  <a:lnTo>
                    <a:pt x="744855" y="511493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3C0059D-C3D4-D5F4-A719-78C8024A2D17}"/>
                </a:ext>
              </a:extLst>
            </p:cNvPr>
            <p:cNvSpPr/>
            <p:nvPr/>
          </p:nvSpPr>
          <p:spPr>
            <a:xfrm>
              <a:off x="10904483" y="502020"/>
              <a:ext cx="54949" cy="54661"/>
            </a:xfrm>
            <a:custGeom>
              <a:avLst/>
              <a:gdLst>
                <a:gd name="connsiteX0" fmla="*/ 181927 w 181927"/>
                <a:gd name="connsiteY0" fmla="*/ 90488 h 180975"/>
                <a:gd name="connsiteX1" fmla="*/ 90488 w 181927"/>
                <a:gd name="connsiteY1" fmla="*/ 180975 h 180975"/>
                <a:gd name="connsiteX2" fmla="*/ 0 w 181927"/>
                <a:gd name="connsiteY2" fmla="*/ 90488 h 180975"/>
                <a:gd name="connsiteX3" fmla="*/ 90488 w 181927"/>
                <a:gd name="connsiteY3" fmla="*/ 0 h 180975"/>
                <a:gd name="connsiteX4" fmla="*/ 181927 w 181927"/>
                <a:gd name="connsiteY4" fmla="*/ 90488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1927" h="180975">
                  <a:moveTo>
                    <a:pt x="181927" y="90488"/>
                  </a:moveTo>
                  <a:cubicBezTo>
                    <a:pt x="181927" y="140970"/>
                    <a:pt x="140970" y="180975"/>
                    <a:pt x="90488" y="180975"/>
                  </a:cubicBezTo>
                  <a:cubicBezTo>
                    <a:pt x="40005" y="180975"/>
                    <a:pt x="0" y="140017"/>
                    <a:pt x="0" y="90488"/>
                  </a:cubicBezTo>
                  <a:cubicBezTo>
                    <a:pt x="0" y="40005"/>
                    <a:pt x="40957" y="0"/>
                    <a:pt x="90488" y="0"/>
                  </a:cubicBezTo>
                  <a:cubicBezTo>
                    <a:pt x="140970" y="0"/>
                    <a:pt x="181927" y="40005"/>
                    <a:pt x="181927" y="90488"/>
                  </a:cubicBezTo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8762EFA-DB3A-1734-6BC2-37E01105C2F5}"/>
                </a:ext>
              </a:extLst>
            </p:cNvPr>
            <p:cNvSpPr/>
            <p:nvPr/>
          </p:nvSpPr>
          <p:spPr>
            <a:xfrm>
              <a:off x="10579967" y="411398"/>
              <a:ext cx="189588" cy="162833"/>
            </a:xfrm>
            <a:custGeom>
              <a:avLst/>
              <a:gdLst>
                <a:gd name="connsiteX0" fmla="*/ 627697 w 627697"/>
                <a:gd name="connsiteY0" fmla="*/ 521018 h 539114"/>
                <a:gd name="connsiteX1" fmla="*/ 487680 w 627697"/>
                <a:gd name="connsiteY1" fmla="*/ 539115 h 539114"/>
                <a:gd name="connsiteX2" fmla="*/ 487680 w 627697"/>
                <a:gd name="connsiteY2" fmla="*/ 317183 h 539114"/>
                <a:gd name="connsiteX3" fmla="*/ 140017 w 627697"/>
                <a:gd name="connsiteY3" fmla="*/ 317183 h 539114"/>
                <a:gd name="connsiteX4" fmla="*/ 140017 w 627697"/>
                <a:gd name="connsiteY4" fmla="*/ 539115 h 539114"/>
                <a:gd name="connsiteX5" fmla="*/ 0 w 627697"/>
                <a:gd name="connsiteY5" fmla="*/ 521018 h 539114"/>
                <a:gd name="connsiteX6" fmla="*/ 0 w 627697"/>
                <a:gd name="connsiteY6" fmla="*/ 18098 h 539114"/>
                <a:gd name="connsiteX7" fmla="*/ 140017 w 627697"/>
                <a:gd name="connsiteY7" fmla="*/ 0 h 539114"/>
                <a:gd name="connsiteX8" fmla="*/ 140017 w 627697"/>
                <a:gd name="connsiteY8" fmla="*/ 214313 h 539114"/>
                <a:gd name="connsiteX9" fmla="*/ 487680 w 627697"/>
                <a:gd name="connsiteY9" fmla="*/ 214313 h 539114"/>
                <a:gd name="connsiteX10" fmla="*/ 487680 w 627697"/>
                <a:gd name="connsiteY10" fmla="*/ 0 h 539114"/>
                <a:gd name="connsiteX11" fmla="*/ 627697 w 627697"/>
                <a:gd name="connsiteY11" fmla="*/ 18098 h 539114"/>
                <a:gd name="connsiteX12" fmla="*/ 627697 w 627697"/>
                <a:gd name="connsiteY12" fmla="*/ 521018 h 539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7697" h="539114">
                  <a:moveTo>
                    <a:pt x="627697" y="521018"/>
                  </a:moveTo>
                  <a:cubicBezTo>
                    <a:pt x="582930" y="534353"/>
                    <a:pt x="535305" y="538163"/>
                    <a:pt x="487680" y="539115"/>
                  </a:cubicBezTo>
                  <a:lnTo>
                    <a:pt x="487680" y="317183"/>
                  </a:lnTo>
                  <a:lnTo>
                    <a:pt x="140017" y="317183"/>
                  </a:lnTo>
                  <a:lnTo>
                    <a:pt x="140017" y="539115"/>
                  </a:lnTo>
                  <a:cubicBezTo>
                    <a:pt x="92392" y="538163"/>
                    <a:pt x="44767" y="533400"/>
                    <a:pt x="0" y="521018"/>
                  </a:cubicBezTo>
                  <a:lnTo>
                    <a:pt x="0" y="18098"/>
                  </a:lnTo>
                  <a:cubicBezTo>
                    <a:pt x="44767" y="4762"/>
                    <a:pt x="92392" y="952"/>
                    <a:pt x="140017" y="0"/>
                  </a:cubicBezTo>
                  <a:lnTo>
                    <a:pt x="140017" y="214313"/>
                  </a:lnTo>
                  <a:lnTo>
                    <a:pt x="487680" y="214313"/>
                  </a:lnTo>
                  <a:lnTo>
                    <a:pt x="487680" y="0"/>
                  </a:lnTo>
                  <a:cubicBezTo>
                    <a:pt x="535305" y="952"/>
                    <a:pt x="582930" y="5715"/>
                    <a:pt x="627697" y="18098"/>
                  </a:cubicBezTo>
                  <a:lnTo>
                    <a:pt x="627697" y="52101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B8DDF28C-D639-1ADC-4C02-69C2050E1EDF}"/>
                </a:ext>
              </a:extLst>
            </p:cNvPr>
            <p:cNvSpPr/>
            <p:nvPr/>
          </p:nvSpPr>
          <p:spPr>
            <a:xfrm>
              <a:off x="10330251" y="410247"/>
              <a:ext cx="190451" cy="161395"/>
            </a:xfrm>
            <a:custGeom>
              <a:avLst/>
              <a:gdLst>
                <a:gd name="connsiteX0" fmla="*/ 630555 w 630554"/>
                <a:gd name="connsiteY0" fmla="*/ 115253 h 534352"/>
                <a:gd name="connsiteX1" fmla="*/ 384810 w 630554"/>
                <a:gd name="connsiteY1" fmla="*/ 115253 h 534352"/>
                <a:gd name="connsiteX2" fmla="*/ 384810 w 630554"/>
                <a:gd name="connsiteY2" fmla="*/ 534353 h 534352"/>
                <a:gd name="connsiteX3" fmla="*/ 245745 w 630554"/>
                <a:gd name="connsiteY3" fmla="*/ 534353 h 534352"/>
                <a:gd name="connsiteX4" fmla="*/ 245745 w 630554"/>
                <a:gd name="connsiteY4" fmla="*/ 115253 h 534352"/>
                <a:gd name="connsiteX5" fmla="*/ 0 w 630554"/>
                <a:gd name="connsiteY5" fmla="*/ 115253 h 534352"/>
                <a:gd name="connsiteX6" fmla="*/ 0 w 630554"/>
                <a:gd name="connsiteY6" fmla="*/ 25718 h 534352"/>
                <a:gd name="connsiteX7" fmla="*/ 315278 w 630554"/>
                <a:gd name="connsiteY7" fmla="*/ 0 h 534352"/>
                <a:gd name="connsiteX8" fmla="*/ 630555 w 630554"/>
                <a:gd name="connsiteY8" fmla="*/ 25718 h 534352"/>
                <a:gd name="connsiteX9" fmla="*/ 630555 w 630554"/>
                <a:gd name="connsiteY9" fmla="*/ 115253 h 53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30554" h="534352">
                  <a:moveTo>
                    <a:pt x="630555" y="115253"/>
                  </a:moveTo>
                  <a:lnTo>
                    <a:pt x="384810" y="115253"/>
                  </a:lnTo>
                  <a:lnTo>
                    <a:pt x="384810" y="534353"/>
                  </a:lnTo>
                  <a:lnTo>
                    <a:pt x="245745" y="534353"/>
                  </a:lnTo>
                  <a:lnTo>
                    <a:pt x="245745" y="115253"/>
                  </a:lnTo>
                  <a:lnTo>
                    <a:pt x="0" y="115253"/>
                  </a:lnTo>
                  <a:lnTo>
                    <a:pt x="0" y="25718"/>
                  </a:lnTo>
                  <a:cubicBezTo>
                    <a:pt x="105728" y="6668"/>
                    <a:pt x="212408" y="0"/>
                    <a:pt x="315278" y="0"/>
                  </a:cubicBezTo>
                  <a:cubicBezTo>
                    <a:pt x="418148" y="0"/>
                    <a:pt x="524828" y="5715"/>
                    <a:pt x="630555" y="25718"/>
                  </a:cubicBezTo>
                  <a:lnTo>
                    <a:pt x="630555" y="115253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A15F1C0-3A40-B321-9E1C-6E7C45F770B2}"/>
                </a:ext>
              </a:extLst>
            </p:cNvPr>
            <p:cNvSpPr/>
            <p:nvPr/>
          </p:nvSpPr>
          <p:spPr>
            <a:xfrm>
              <a:off x="10331977" y="626878"/>
              <a:ext cx="55236" cy="73937"/>
            </a:xfrm>
            <a:custGeom>
              <a:avLst/>
              <a:gdLst>
                <a:gd name="connsiteX0" fmla="*/ 178118 w 182879"/>
                <a:gd name="connsiteY0" fmla="*/ 67627 h 244792"/>
                <a:gd name="connsiteX1" fmla="*/ 142875 w 182879"/>
                <a:gd name="connsiteY1" fmla="*/ 121920 h 244792"/>
                <a:gd name="connsiteX2" fmla="*/ 142875 w 182879"/>
                <a:gd name="connsiteY2" fmla="*/ 122872 h 244792"/>
                <a:gd name="connsiteX3" fmla="*/ 182880 w 182879"/>
                <a:gd name="connsiteY3" fmla="*/ 179070 h 244792"/>
                <a:gd name="connsiteX4" fmla="*/ 99060 w 182879"/>
                <a:gd name="connsiteY4" fmla="*/ 244792 h 244792"/>
                <a:gd name="connsiteX5" fmla="*/ 4763 w 182879"/>
                <a:gd name="connsiteY5" fmla="*/ 241935 h 244792"/>
                <a:gd name="connsiteX6" fmla="*/ 0 w 182879"/>
                <a:gd name="connsiteY6" fmla="*/ 237172 h 244792"/>
                <a:gd name="connsiteX7" fmla="*/ 0 w 182879"/>
                <a:gd name="connsiteY7" fmla="*/ 8572 h 244792"/>
                <a:gd name="connsiteX8" fmla="*/ 4763 w 182879"/>
                <a:gd name="connsiteY8" fmla="*/ 3810 h 244792"/>
                <a:gd name="connsiteX9" fmla="*/ 91440 w 182879"/>
                <a:gd name="connsiteY9" fmla="*/ 0 h 244792"/>
                <a:gd name="connsiteX10" fmla="*/ 178118 w 182879"/>
                <a:gd name="connsiteY10" fmla="*/ 67627 h 244792"/>
                <a:gd name="connsiteX11" fmla="*/ 49530 w 182879"/>
                <a:gd name="connsiteY11" fmla="*/ 42863 h 244792"/>
                <a:gd name="connsiteX12" fmla="*/ 49530 w 182879"/>
                <a:gd name="connsiteY12" fmla="*/ 104775 h 244792"/>
                <a:gd name="connsiteX13" fmla="*/ 80963 w 182879"/>
                <a:gd name="connsiteY13" fmla="*/ 104775 h 244792"/>
                <a:gd name="connsiteX14" fmla="*/ 128588 w 182879"/>
                <a:gd name="connsiteY14" fmla="*/ 74295 h 244792"/>
                <a:gd name="connsiteX15" fmla="*/ 86678 w 182879"/>
                <a:gd name="connsiteY15" fmla="*/ 42863 h 244792"/>
                <a:gd name="connsiteX16" fmla="*/ 49530 w 182879"/>
                <a:gd name="connsiteY16" fmla="*/ 42863 h 244792"/>
                <a:gd name="connsiteX17" fmla="*/ 49530 w 182879"/>
                <a:gd name="connsiteY17" fmla="*/ 140017 h 244792"/>
                <a:gd name="connsiteX18" fmla="*/ 49530 w 182879"/>
                <a:gd name="connsiteY18" fmla="*/ 201930 h 244792"/>
                <a:gd name="connsiteX19" fmla="*/ 96203 w 182879"/>
                <a:gd name="connsiteY19" fmla="*/ 201930 h 244792"/>
                <a:gd name="connsiteX20" fmla="*/ 134303 w 182879"/>
                <a:gd name="connsiteY20" fmla="*/ 172402 h 244792"/>
                <a:gd name="connsiteX21" fmla="*/ 97155 w 182879"/>
                <a:gd name="connsiteY21" fmla="*/ 140017 h 244792"/>
                <a:gd name="connsiteX22" fmla="*/ 49530 w 182879"/>
                <a:gd name="connsiteY22" fmla="*/ 140017 h 2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2879" h="244792">
                  <a:moveTo>
                    <a:pt x="178118" y="67627"/>
                  </a:moveTo>
                  <a:cubicBezTo>
                    <a:pt x="178118" y="100965"/>
                    <a:pt x="168593" y="117157"/>
                    <a:pt x="142875" y="121920"/>
                  </a:cubicBezTo>
                  <a:lnTo>
                    <a:pt x="142875" y="122872"/>
                  </a:lnTo>
                  <a:cubicBezTo>
                    <a:pt x="174308" y="126682"/>
                    <a:pt x="182880" y="145732"/>
                    <a:pt x="182880" y="179070"/>
                  </a:cubicBezTo>
                  <a:cubicBezTo>
                    <a:pt x="182880" y="229552"/>
                    <a:pt x="157163" y="244792"/>
                    <a:pt x="99060" y="244792"/>
                  </a:cubicBezTo>
                  <a:cubicBezTo>
                    <a:pt x="73343" y="244792"/>
                    <a:pt x="32385" y="243840"/>
                    <a:pt x="4763" y="241935"/>
                  </a:cubicBezTo>
                  <a:cubicBezTo>
                    <a:pt x="952" y="241935"/>
                    <a:pt x="0" y="240982"/>
                    <a:pt x="0" y="237172"/>
                  </a:cubicBezTo>
                  <a:lnTo>
                    <a:pt x="0" y="8572"/>
                  </a:lnTo>
                  <a:cubicBezTo>
                    <a:pt x="0" y="4763"/>
                    <a:pt x="952" y="4763"/>
                    <a:pt x="4763" y="3810"/>
                  </a:cubicBezTo>
                  <a:cubicBezTo>
                    <a:pt x="32385" y="952"/>
                    <a:pt x="65723" y="0"/>
                    <a:pt x="91440" y="0"/>
                  </a:cubicBezTo>
                  <a:cubicBezTo>
                    <a:pt x="152400" y="952"/>
                    <a:pt x="178118" y="17145"/>
                    <a:pt x="178118" y="67627"/>
                  </a:cubicBezTo>
                  <a:close/>
                  <a:moveTo>
                    <a:pt x="49530" y="42863"/>
                  </a:moveTo>
                  <a:lnTo>
                    <a:pt x="49530" y="104775"/>
                  </a:lnTo>
                  <a:lnTo>
                    <a:pt x="80963" y="104775"/>
                  </a:lnTo>
                  <a:cubicBezTo>
                    <a:pt x="116205" y="104775"/>
                    <a:pt x="128588" y="100965"/>
                    <a:pt x="128588" y="74295"/>
                  </a:cubicBezTo>
                  <a:cubicBezTo>
                    <a:pt x="128588" y="49530"/>
                    <a:pt x="116205" y="42863"/>
                    <a:pt x="86678" y="42863"/>
                  </a:cubicBezTo>
                  <a:lnTo>
                    <a:pt x="49530" y="42863"/>
                  </a:lnTo>
                  <a:close/>
                  <a:moveTo>
                    <a:pt x="49530" y="140017"/>
                  </a:moveTo>
                  <a:lnTo>
                    <a:pt x="49530" y="201930"/>
                  </a:lnTo>
                  <a:lnTo>
                    <a:pt x="96203" y="201930"/>
                  </a:lnTo>
                  <a:cubicBezTo>
                    <a:pt x="122873" y="201930"/>
                    <a:pt x="134303" y="195263"/>
                    <a:pt x="134303" y="172402"/>
                  </a:cubicBezTo>
                  <a:cubicBezTo>
                    <a:pt x="134303" y="146685"/>
                    <a:pt x="121920" y="140017"/>
                    <a:pt x="97155" y="140017"/>
                  </a:cubicBezTo>
                  <a:lnTo>
                    <a:pt x="49530" y="140017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C214FB6-20A9-36B0-F0F1-1B9733FE8082}"/>
                </a:ext>
              </a:extLst>
            </p:cNvPr>
            <p:cNvSpPr/>
            <p:nvPr/>
          </p:nvSpPr>
          <p:spPr>
            <a:xfrm>
              <a:off x="10396419" y="647592"/>
              <a:ext cx="46606" cy="53223"/>
            </a:xfrm>
            <a:custGeom>
              <a:avLst/>
              <a:gdLst>
                <a:gd name="connsiteX0" fmla="*/ 149543 w 154305"/>
                <a:gd name="connsiteY0" fmla="*/ 0 h 176212"/>
                <a:gd name="connsiteX1" fmla="*/ 154305 w 154305"/>
                <a:gd name="connsiteY1" fmla="*/ 4763 h 176212"/>
                <a:gd name="connsiteX2" fmla="*/ 154305 w 154305"/>
                <a:gd name="connsiteY2" fmla="*/ 164783 h 176212"/>
                <a:gd name="connsiteX3" fmla="*/ 149543 w 154305"/>
                <a:gd name="connsiteY3" fmla="*/ 170498 h 176212"/>
                <a:gd name="connsiteX4" fmla="*/ 75248 w 154305"/>
                <a:gd name="connsiteY4" fmla="*/ 176213 h 176212"/>
                <a:gd name="connsiteX5" fmla="*/ 0 w 154305"/>
                <a:gd name="connsiteY5" fmla="*/ 100965 h 176212"/>
                <a:gd name="connsiteX6" fmla="*/ 0 w 154305"/>
                <a:gd name="connsiteY6" fmla="*/ 4763 h 176212"/>
                <a:gd name="connsiteX7" fmla="*/ 4763 w 154305"/>
                <a:gd name="connsiteY7" fmla="*/ 0 h 176212"/>
                <a:gd name="connsiteX8" fmla="*/ 41910 w 154305"/>
                <a:gd name="connsiteY8" fmla="*/ 0 h 176212"/>
                <a:gd name="connsiteX9" fmla="*/ 46672 w 154305"/>
                <a:gd name="connsiteY9" fmla="*/ 4763 h 176212"/>
                <a:gd name="connsiteX10" fmla="*/ 46672 w 154305"/>
                <a:gd name="connsiteY10" fmla="*/ 88583 h 176212"/>
                <a:gd name="connsiteX11" fmla="*/ 80010 w 154305"/>
                <a:gd name="connsiteY11" fmla="*/ 135255 h 176212"/>
                <a:gd name="connsiteX12" fmla="*/ 107632 w 154305"/>
                <a:gd name="connsiteY12" fmla="*/ 135255 h 176212"/>
                <a:gd name="connsiteX13" fmla="*/ 107632 w 154305"/>
                <a:gd name="connsiteY13" fmla="*/ 4763 h 176212"/>
                <a:gd name="connsiteX14" fmla="*/ 112395 w 154305"/>
                <a:gd name="connsiteY14" fmla="*/ 0 h 176212"/>
                <a:gd name="connsiteX15" fmla="*/ 149543 w 154305"/>
                <a:gd name="connsiteY15" fmla="*/ 0 h 176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4305" h="176212">
                  <a:moveTo>
                    <a:pt x="149543" y="0"/>
                  </a:moveTo>
                  <a:cubicBezTo>
                    <a:pt x="152400" y="0"/>
                    <a:pt x="154305" y="1905"/>
                    <a:pt x="154305" y="4763"/>
                  </a:cubicBezTo>
                  <a:lnTo>
                    <a:pt x="154305" y="164783"/>
                  </a:lnTo>
                  <a:cubicBezTo>
                    <a:pt x="154305" y="168592"/>
                    <a:pt x="153352" y="169545"/>
                    <a:pt x="149543" y="170498"/>
                  </a:cubicBezTo>
                  <a:cubicBezTo>
                    <a:pt x="128588" y="174308"/>
                    <a:pt x="98107" y="176213"/>
                    <a:pt x="75248" y="176213"/>
                  </a:cubicBezTo>
                  <a:cubicBezTo>
                    <a:pt x="15240" y="176213"/>
                    <a:pt x="0" y="164783"/>
                    <a:pt x="0" y="100965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lnTo>
                    <a:pt x="41910" y="0"/>
                  </a:lnTo>
                  <a:cubicBezTo>
                    <a:pt x="44768" y="0"/>
                    <a:pt x="46672" y="1905"/>
                    <a:pt x="46672" y="4763"/>
                  </a:cubicBezTo>
                  <a:lnTo>
                    <a:pt x="46672" y="88583"/>
                  </a:lnTo>
                  <a:cubicBezTo>
                    <a:pt x="46672" y="133350"/>
                    <a:pt x="51435" y="135255"/>
                    <a:pt x="80010" y="135255"/>
                  </a:cubicBezTo>
                  <a:lnTo>
                    <a:pt x="107632" y="135255"/>
                  </a:lnTo>
                  <a:lnTo>
                    <a:pt x="107632" y="4763"/>
                  </a:lnTo>
                  <a:cubicBezTo>
                    <a:pt x="107632" y="1905"/>
                    <a:pt x="109538" y="0"/>
                    <a:pt x="112395" y="0"/>
                  </a:cubicBezTo>
                  <a:lnTo>
                    <a:pt x="149543" y="0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9BB151D-3702-3017-1B89-3C7ABB8C0382}"/>
                </a:ext>
              </a:extLst>
            </p:cNvPr>
            <p:cNvSpPr/>
            <p:nvPr/>
          </p:nvSpPr>
          <p:spPr>
            <a:xfrm>
              <a:off x="10452807" y="625708"/>
              <a:ext cx="16398" cy="74532"/>
            </a:xfrm>
            <a:custGeom>
              <a:avLst/>
              <a:gdLst>
                <a:gd name="connsiteX0" fmla="*/ 54293 w 54292"/>
                <a:gd name="connsiteY0" fmla="*/ 24830 h 246762"/>
                <a:gd name="connsiteX1" fmla="*/ 27623 w 54292"/>
                <a:gd name="connsiteY1" fmla="*/ 49595 h 246762"/>
                <a:gd name="connsiteX2" fmla="*/ 0 w 54292"/>
                <a:gd name="connsiteY2" fmla="*/ 24830 h 246762"/>
                <a:gd name="connsiteX3" fmla="*/ 27623 w 54292"/>
                <a:gd name="connsiteY3" fmla="*/ 65 h 246762"/>
                <a:gd name="connsiteX4" fmla="*/ 54293 w 54292"/>
                <a:gd name="connsiteY4" fmla="*/ 24830 h 246762"/>
                <a:gd name="connsiteX5" fmla="*/ 45720 w 54292"/>
                <a:gd name="connsiteY5" fmla="*/ 72455 h 246762"/>
                <a:gd name="connsiteX6" fmla="*/ 50483 w 54292"/>
                <a:gd name="connsiteY6" fmla="*/ 77218 h 246762"/>
                <a:gd name="connsiteX7" fmla="*/ 50483 w 54292"/>
                <a:gd name="connsiteY7" fmla="*/ 242000 h 246762"/>
                <a:gd name="connsiteX8" fmla="*/ 45720 w 54292"/>
                <a:gd name="connsiteY8" fmla="*/ 246763 h 246762"/>
                <a:gd name="connsiteX9" fmla="*/ 8573 w 54292"/>
                <a:gd name="connsiteY9" fmla="*/ 246763 h 246762"/>
                <a:gd name="connsiteX10" fmla="*/ 3810 w 54292"/>
                <a:gd name="connsiteY10" fmla="*/ 242000 h 246762"/>
                <a:gd name="connsiteX11" fmla="*/ 3810 w 54292"/>
                <a:gd name="connsiteY11" fmla="*/ 77218 h 246762"/>
                <a:gd name="connsiteX12" fmla="*/ 8573 w 54292"/>
                <a:gd name="connsiteY12" fmla="*/ 72455 h 246762"/>
                <a:gd name="connsiteX13" fmla="*/ 45720 w 54292"/>
                <a:gd name="connsiteY13" fmla="*/ 72455 h 246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4292" h="246762">
                  <a:moveTo>
                    <a:pt x="54293" y="24830"/>
                  </a:moveTo>
                  <a:cubicBezTo>
                    <a:pt x="54293" y="41023"/>
                    <a:pt x="44768" y="49595"/>
                    <a:pt x="27623" y="49595"/>
                  </a:cubicBezTo>
                  <a:cubicBezTo>
                    <a:pt x="10478" y="49595"/>
                    <a:pt x="0" y="40070"/>
                    <a:pt x="0" y="24830"/>
                  </a:cubicBezTo>
                  <a:cubicBezTo>
                    <a:pt x="0" y="8638"/>
                    <a:pt x="9525" y="65"/>
                    <a:pt x="27623" y="65"/>
                  </a:cubicBezTo>
                  <a:cubicBezTo>
                    <a:pt x="44768" y="-887"/>
                    <a:pt x="54293" y="8638"/>
                    <a:pt x="54293" y="24830"/>
                  </a:cubicBezTo>
                  <a:close/>
                  <a:moveTo>
                    <a:pt x="45720" y="72455"/>
                  </a:moveTo>
                  <a:cubicBezTo>
                    <a:pt x="48578" y="72455"/>
                    <a:pt x="50483" y="74360"/>
                    <a:pt x="50483" y="77218"/>
                  </a:cubicBezTo>
                  <a:lnTo>
                    <a:pt x="50483" y="242000"/>
                  </a:lnTo>
                  <a:cubicBezTo>
                    <a:pt x="50483" y="245810"/>
                    <a:pt x="48578" y="246763"/>
                    <a:pt x="45720" y="246763"/>
                  </a:cubicBezTo>
                  <a:lnTo>
                    <a:pt x="8573" y="246763"/>
                  </a:lnTo>
                  <a:cubicBezTo>
                    <a:pt x="5715" y="246763"/>
                    <a:pt x="3810" y="244858"/>
                    <a:pt x="3810" y="242000"/>
                  </a:cubicBezTo>
                  <a:lnTo>
                    <a:pt x="3810" y="77218"/>
                  </a:lnTo>
                  <a:cubicBezTo>
                    <a:pt x="3810" y="74360"/>
                    <a:pt x="5715" y="72455"/>
                    <a:pt x="8573" y="72455"/>
                  </a:cubicBezTo>
                  <a:lnTo>
                    <a:pt x="45720" y="72455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F66765C-B7E9-C3A6-5026-1B287B90431D}"/>
                </a:ext>
              </a:extLst>
            </p:cNvPr>
            <p:cNvSpPr/>
            <p:nvPr/>
          </p:nvSpPr>
          <p:spPr>
            <a:xfrm>
              <a:off x="10479275" y="627454"/>
              <a:ext cx="14097" cy="73074"/>
            </a:xfrm>
            <a:custGeom>
              <a:avLst/>
              <a:gdLst>
                <a:gd name="connsiteX0" fmla="*/ 41910 w 46672"/>
                <a:gd name="connsiteY0" fmla="*/ 952 h 241935"/>
                <a:gd name="connsiteX1" fmla="*/ 46673 w 46672"/>
                <a:gd name="connsiteY1" fmla="*/ 5715 h 241935"/>
                <a:gd name="connsiteX2" fmla="*/ 46673 w 46672"/>
                <a:gd name="connsiteY2" fmla="*/ 237173 h 241935"/>
                <a:gd name="connsiteX3" fmla="*/ 41910 w 46672"/>
                <a:gd name="connsiteY3" fmla="*/ 241935 h 241935"/>
                <a:gd name="connsiteX4" fmla="*/ 4763 w 46672"/>
                <a:gd name="connsiteY4" fmla="*/ 241935 h 241935"/>
                <a:gd name="connsiteX5" fmla="*/ 0 w 46672"/>
                <a:gd name="connsiteY5" fmla="*/ 237173 h 241935"/>
                <a:gd name="connsiteX6" fmla="*/ 0 w 46672"/>
                <a:gd name="connsiteY6" fmla="*/ 4763 h 241935"/>
                <a:gd name="connsiteX7" fmla="*/ 4763 w 46672"/>
                <a:gd name="connsiteY7" fmla="*/ 0 h 241935"/>
                <a:gd name="connsiteX8" fmla="*/ 41910 w 46672"/>
                <a:gd name="connsiteY8" fmla="*/ 0 h 241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6672" h="241935">
                  <a:moveTo>
                    <a:pt x="41910" y="952"/>
                  </a:moveTo>
                  <a:cubicBezTo>
                    <a:pt x="44768" y="952"/>
                    <a:pt x="46673" y="2858"/>
                    <a:pt x="46673" y="5715"/>
                  </a:cubicBezTo>
                  <a:lnTo>
                    <a:pt x="46673" y="237173"/>
                  </a:lnTo>
                  <a:cubicBezTo>
                    <a:pt x="46673" y="240983"/>
                    <a:pt x="44768" y="241935"/>
                    <a:pt x="41910" y="241935"/>
                  </a:cubicBezTo>
                  <a:lnTo>
                    <a:pt x="4763" y="241935"/>
                  </a:lnTo>
                  <a:cubicBezTo>
                    <a:pt x="1905" y="241935"/>
                    <a:pt x="0" y="240030"/>
                    <a:pt x="0" y="237173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lnTo>
                    <a:pt x="41910" y="0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3BB0E0C-8245-DC03-E0D2-4E8B85EA5DB3}"/>
                </a:ext>
              </a:extLst>
            </p:cNvPr>
            <p:cNvSpPr/>
            <p:nvPr/>
          </p:nvSpPr>
          <p:spPr>
            <a:xfrm>
              <a:off x="10502578" y="627741"/>
              <a:ext cx="47181" cy="73074"/>
            </a:xfrm>
            <a:custGeom>
              <a:avLst/>
              <a:gdLst>
                <a:gd name="connsiteX0" fmla="*/ 151448 w 156210"/>
                <a:gd name="connsiteY0" fmla="*/ 0 h 241935"/>
                <a:gd name="connsiteX1" fmla="*/ 156210 w 156210"/>
                <a:gd name="connsiteY1" fmla="*/ 4763 h 241935"/>
                <a:gd name="connsiteX2" fmla="*/ 156210 w 156210"/>
                <a:gd name="connsiteY2" fmla="*/ 228600 h 241935"/>
                <a:gd name="connsiteX3" fmla="*/ 149542 w 156210"/>
                <a:gd name="connsiteY3" fmla="*/ 236220 h 241935"/>
                <a:gd name="connsiteX4" fmla="*/ 80963 w 156210"/>
                <a:gd name="connsiteY4" fmla="*/ 241935 h 241935"/>
                <a:gd name="connsiteX5" fmla="*/ 0 w 156210"/>
                <a:gd name="connsiteY5" fmla="*/ 153352 h 241935"/>
                <a:gd name="connsiteX6" fmla="*/ 71438 w 156210"/>
                <a:gd name="connsiteY6" fmla="*/ 64770 h 241935"/>
                <a:gd name="connsiteX7" fmla="*/ 109538 w 156210"/>
                <a:gd name="connsiteY7" fmla="*/ 66675 h 241935"/>
                <a:gd name="connsiteX8" fmla="*/ 109538 w 156210"/>
                <a:gd name="connsiteY8" fmla="*/ 4763 h 241935"/>
                <a:gd name="connsiteX9" fmla="*/ 114300 w 156210"/>
                <a:gd name="connsiteY9" fmla="*/ 0 h 241935"/>
                <a:gd name="connsiteX10" fmla="*/ 151448 w 156210"/>
                <a:gd name="connsiteY10" fmla="*/ 0 h 241935"/>
                <a:gd name="connsiteX11" fmla="*/ 82867 w 156210"/>
                <a:gd name="connsiteY11" fmla="*/ 104775 h 241935"/>
                <a:gd name="connsiteX12" fmla="*/ 47625 w 156210"/>
                <a:gd name="connsiteY12" fmla="*/ 153352 h 241935"/>
                <a:gd name="connsiteX13" fmla="*/ 80963 w 156210"/>
                <a:gd name="connsiteY13" fmla="*/ 201930 h 241935"/>
                <a:gd name="connsiteX14" fmla="*/ 110490 w 156210"/>
                <a:gd name="connsiteY14" fmla="*/ 200025 h 241935"/>
                <a:gd name="connsiteX15" fmla="*/ 110490 w 156210"/>
                <a:gd name="connsiteY15" fmla="*/ 104775 h 241935"/>
                <a:gd name="connsiteX16" fmla="*/ 82867 w 156210"/>
                <a:gd name="connsiteY16" fmla="*/ 104775 h 241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6210" h="241935">
                  <a:moveTo>
                    <a:pt x="151448" y="0"/>
                  </a:moveTo>
                  <a:cubicBezTo>
                    <a:pt x="155257" y="0"/>
                    <a:pt x="156210" y="1905"/>
                    <a:pt x="156210" y="4763"/>
                  </a:cubicBezTo>
                  <a:lnTo>
                    <a:pt x="156210" y="228600"/>
                  </a:lnTo>
                  <a:cubicBezTo>
                    <a:pt x="156210" y="233363"/>
                    <a:pt x="153352" y="236220"/>
                    <a:pt x="149542" y="236220"/>
                  </a:cubicBezTo>
                  <a:cubicBezTo>
                    <a:pt x="123825" y="240030"/>
                    <a:pt x="102870" y="241935"/>
                    <a:pt x="80963" y="241935"/>
                  </a:cubicBezTo>
                  <a:cubicBezTo>
                    <a:pt x="15240" y="241935"/>
                    <a:pt x="0" y="223838"/>
                    <a:pt x="0" y="153352"/>
                  </a:cubicBezTo>
                  <a:cubicBezTo>
                    <a:pt x="0" y="84773"/>
                    <a:pt x="14288" y="64770"/>
                    <a:pt x="71438" y="64770"/>
                  </a:cubicBezTo>
                  <a:cubicBezTo>
                    <a:pt x="85725" y="64770"/>
                    <a:pt x="98107" y="65723"/>
                    <a:pt x="109538" y="66675"/>
                  </a:cubicBezTo>
                  <a:lnTo>
                    <a:pt x="109538" y="4763"/>
                  </a:lnTo>
                  <a:cubicBezTo>
                    <a:pt x="109538" y="952"/>
                    <a:pt x="110490" y="0"/>
                    <a:pt x="114300" y="0"/>
                  </a:cubicBezTo>
                  <a:lnTo>
                    <a:pt x="151448" y="0"/>
                  </a:lnTo>
                  <a:close/>
                  <a:moveTo>
                    <a:pt x="82867" y="104775"/>
                  </a:moveTo>
                  <a:cubicBezTo>
                    <a:pt x="51435" y="104775"/>
                    <a:pt x="47625" y="113348"/>
                    <a:pt x="47625" y="153352"/>
                  </a:cubicBezTo>
                  <a:cubicBezTo>
                    <a:pt x="47625" y="190500"/>
                    <a:pt x="50482" y="201930"/>
                    <a:pt x="80963" y="201930"/>
                  </a:cubicBezTo>
                  <a:cubicBezTo>
                    <a:pt x="88582" y="201930"/>
                    <a:pt x="101917" y="200977"/>
                    <a:pt x="110490" y="200025"/>
                  </a:cubicBezTo>
                  <a:lnTo>
                    <a:pt x="110490" y="104775"/>
                  </a:lnTo>
                  <a:lnTo>
                    <a:pt x="82867" y="104775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7BE7A2C7-ED4E-8B7F-B928-75616F84E2E6}"/>
                </a:ext>
              </a:extLst>
            </p:cNvPr>
            <p:cNvSpPr/>
            <p:nvPr/>
          </p:nvSpPr>
          <p:spPr>
            <a:xfrm>
              <a:off x="10559828" y="625708"/>
              <a:ext cx="16398" cy="74532"/>
            </a:xfrm>
            <a:custGeom>
              <a:avLst/>
              <a:gdLst>
                <a:gd name="connsiteX0" fmla="*/ 54292 w 54292"/>
                <a:gd name="connsiteY0" fmla="*/ 24830 h 246762"/>
                <a:gd name="connsiteX1" fmla="*/ 27622 w 54292"/>
                <a:gd name="connsiteY1" fmla="*/ 49595 h 246762"/>
                <a:gd name="connsiteX2" fmla="*/ 0 w 54292"/>
                <a:gd name="connsiteY2" fmla="*/ 24830 h 246762"/>
                <a:gd name="connsiteX3" fmla="*/ 27622 w 54292"/>
                <a:gd name="connsiteY3" fmla="*/ 65 h 246762"/>
                <a:gd name="connsiteX4" fmla="*/ 54292 w 54292"/>
                <a:gd name="connsiteY4" fmla="*/ 24830 h 246762"/>
                <a:gd name="connsiteX5" fmla="*/ 44767 w 54292"/>
                <a:gd name="connsiteY5" fmla="*/ 72455 h 246762"/>
                <a:gd name="connsiteX6" fmla="*/ 49530 w 54292"/>
                <a:gd name="connsiteY6" fmla="*/ 77218 h 246762"/>
                <a:gd name="connsiteX7" fmla="*/ 49530 w 54292"/>
                <a:gd name="connsiteY7" fmla="*/ 242000 h 246762"/>
                <a:gd name="connsiteX8" fmla="*/ 44767 w 54292"/>
                <a:gd name="connsiteY8" fmla="*/ 246763 h 246762"/>
                <a:gd name="connsiteX9" fmla="*/ 7620 w 54292"/>
                <a:gd name="connsiteY9" fmla="*/ 246763 h 246762"/>
                <a:gd name="connsiteX10" fmla="*/ 2857 w 54292"/>
                <a:gd name="connsiteY10" fmla="*/ 242000 h 246762"/>
                <a:gd name="connsiteX11" fmla="*/ 2857 w 54292"/>
                <a:gd name="connsiteY11" fmla="*/ 77218 h 246762"/>
                <a:gd name="connsiteX12" fmla="*/ 7620 w 54292"/>
                <a:gd name="connsiteY12" fmla="*/ 72455 h 246762"/>
                <a:gd name="connsiteX13" fmla="*/ 44767 w 54292"/>
                <a:gd name="connsiteY13" fmla="*/ 72455 h 246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4292" h="246762">
                  <a:moveTo>
                    <a:pt x="54292" y="24830"/>
                  </a:moveTo>
                  <a:cubicBezTo>
                    <a:pt x="54292" y="41023"/>
                    <a:pt x="44767" y="49595"/>
                    <a:pt x="27622" y="49595"/>
                  </a:cubicBezTo>
                  <a:cubicBezTo>
                    <a:pt x="10477" y="49595"/>
                    <a:pt x="0" y="40070"/>
                    <a:pt x="0" y="24830"/>
                  </a:cubicBezTo>
                  <a:cubicBezTo>
                    <a:pt x="0" y="8638"/>
                    <a:pt x="9525" y="65"/>
                    <a:pt x="27622" y="65"/>
                  </a:cubicBezTo>
                  <a:cubicBezTo>
                    <a:pt x="44767" y="-887"/>
                    <a:pt x="54292" y="8638"/>
                    <a:pt x="54292" y="24830"/>
                  </a:cubicBezTo>
                  <a:close/>
                  <a:moveTo>
                    <a:pt x="44767" y="72455"/>
                  </a:moveTo>
                  <a:cubicBezTo>
                    <a:pt x="47625" y="72455"/>
                    <a:pt x="49530" y="74360"/>
                    <a:pt x="49530" y="77218"/>
                  </a:cubicBezTo>
                  <a:lnTo>
                    <a:pt x="49530" y="242000"/>
                  </a:lnTo>
                  <a:cubicBezTo>
                    <a:pt x="49530" y="245810"/>
                    <a:pt x="47625" y="246763"/>
                    <a:pt x="44767" y="246763"/>
                  </a:cubicBezTo>
                  <a:lnTo>
                    <a:pt x="7620" y="246763"/>
                  </a:lnTo>
                  <a:cubicBezTo>
                    <a:pt x="4763" y="246763"/>
                    <a:pt x="2857" y="244858"/>
                    <a:pt x="2857" y="242000"/>
                  </a:cubicBezTo>
                  <a:lnTo>
                    <a:pt x="2857" y="77218"/>
                  </a:lnTo>
                  <a:cubicBezTo>
                    <a:pt x="2857" y="74360"/>
                    <a:pt x="4763" y="72455"/>
                    <a:pt x="7620" y="72455"/>
                  </a:cubicBezTo>
                  <a:lnTo>
                    <a:pt x="44767" y="72455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2325F47B-C482-B06D-0A71-07AFBC02233B}"/>
                </a:ext>
              </a:extLst>
            </p:cNvPr>
            <p:cNvSpPr/>
            <p:nvPr/>
          </p:nvSpPr>
          <p:spPr>
            <a:xfrm>
              <a:off x="10585721" y="647017"/>
              <a:ext cx="46893" cy="53223"/>
            </a:xfrm>
            <a:custGeom>
              <a:avLst/>
              <a:gdLst>
                <a:gd name="connsiteX0" fmla="*/ 155257 w 155257"/>
                <a:gd name="connsiteY0" fmla="*/ 75247 h 176212"/>
                <a:gd name="connsiteX1" fmla="*/ 155257 w 155257"/>
                <a:gd name="connsiteY1" fmla="*/ 171450 h 176212"/>
                <a:gd name="connsiteX2" fmla="*/ 150495 w 155257"/>
                <a:gd name="connsiteY2" fmla="*/ 176213 h 176212"/>
                <a:gd name="connsiteX3" fmla="*/ 113347 w 155257"/>
                <a:gd name="connsiteY3" fmla="*/ 176213 h 176212"/>
                <a:gd name="connsiteX4" fmla="*/ 108585 w 155257"/>
                <a:gd name="connsiteY4" fmla="*/ 171450 h 176212"/>
                <a:gd name="connsiteX5" fmla="*/ 108585 w 155257"/>
                <a:gd name="connsiteY5" fmla="*/ 87630 h 176212"/>
                <a:gd name="connsiteX6" fmla="*/ 75247 w 155257"/>
                <a:gd name="connsiteY6" fmla="*/ 40957 h 176212"/>
                <a:gd name="connsiteX7" fmla="*/ 46672 w 155257"/>
                <a:gd name="connsiteY7" fmla="*/ 40957 h 176212"/>
                <a:gd name="connsiteX8" fmla="*/ 46672 w 155257"/>
                <a:gd name="connsiteY8" fmla="*/ 171450 h 176212"/>
                <a:gd name="connsiteX9" fmla="*/ 41910 w 155257"/>
                <a:gd name="connsiteY9" fmla="*/ 176213 h 176212"/>
                <a:gd name="connsiteX10" fmla="*/ 4763 w 155257"/>
                <a:gd name="connsiteY10" fmla="*/ 176213 h 176212"/>
                <a:gd name="connsiteX11" fmla="*/ 0 w 155257"/>
                <a:gd name="connsiteY11" fmla="*/ 171450 h 176212"/>
                <a:gd name="connsiteX12" fmla="*/ 0 w 155257"/>
                <a:gd name="connsiteY12" fmla="*/ 10477 h 176212"/>
                <a:gd name="connsiteX13" fmla="*/ 4763 w 155257"/>
                <a:gd name="connsiteY13" fmla="*/ 5715 h 176212"/>
                <a:gd name="connsiteX14" fmla="*/ 79057 w 155257"/>
                <a:gd name="connsiteY14" fmla="*/ 0 h 176212"/>
                <a:gd name="connsiteX15" fmla="*/ 155257 w 155257"/>
                <a:gd name="connsiteY15" fmla="*/ 75247 h 176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5257" h="176212">
                  <a:moveTo>
                    <a:pt x="155257" y="75247"/>
                  </a:moveTo>
                  <a:lnTo>
                    <a:pt x="155257" y="171450"/>
                  </a:lnTo>
                  <a:cubicBezTo>
                    <a:pt x="155257" y="175260"/>
                    <a:pt x="153352" y="176213"/>
                    <a:pt x="150495" y="176213"/>
                  </a:cubicBezTo>
                  <a:lnTo>
                    <a:pt x="113347" y="176213"/>
                  </a:lnTo>
                  <a:cubicBezTo>
                    <a:pt x="110490" y="176213"/>
                    <a:pt x="108585" y="174307"/>
                    <a:pt x="108585" y="171450"/>
                  </a:cubicBezTo>
                  <a:lnTo>
                    <a:pt x="108585" y="87630"/>
                  </a:lnTo>
                  <a:cubicBezTo>
                    <a:pt x="108585" y="42863"/>
                    <a:pt x="103822" y="40957"/>
                    <a:pt x="75247" y="40957"/>
                  </a:cubicBezTo>
                  <a:lnTo>
                    <a:pt x="46672" y="40957"/>
                  </a:lnTo>
                  <a:lnTo>
                    <a:pt x="46672" y="171450"/>
                  </a:lnTo>
                  <a:cubicBezTo>
                    <a:pt x="46672" y="175260"/>
                    <a:pt x="44767" y="176213"/>
                    <a:pt x="41910" y="176213"/>
                  </a:cubicBezTo>
                  <a:lnTo>
                    <a:pt x="4763" y="176213"/>
                  </a:lnTo>
                  <a:cubicBezTo>
                    <a:pt x="1905" y="176213"/>
                    <a:pt x="0" y="174307"/>
                    <a:pt x="0" y="171450"/>
                  </a:cubicBezTo>
                  <a:lnTo>
                    <a:pt x="0" y="10477"/>
                  </a:lnTo>
                  <a:cubicBezTo>
                    <a:pt x="0" y="6667"/>
                    <a:pt x="1905" y="6667"/>
                    <a:pt x="4763" y="5715"/>
                  </a:cubicBezTo>
                  <a:cubicBezTo>
                    <a:pt x="25717" y="952"/>
                    <a:pt x="56197" y="0"/>
                    <a:pt x="79057" y="0"/>
                  </a:cubicBezTo>
                  <a:cubicBezTo>
                    <a:pt x="140017" y="952"/>
                    <a:pt x="155257" y="12382"/>
                    <a:pt x="155257" y="75247"/>
                  </a:cubicBez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CA1F90EE-1F99-ED14-DA59-772368246FF2}"/>
                </a:ext>
              </a:extLst>
            </p:cNvPr>
            <p:cNvSpPr/>
            <p:nvPr/>
          </p:nvSpPr>
          <p:spPr>
            <a:xfrm>
              <a:off x="10642108" y="647017"/>
              <a:ext cx="46893" cy="72498"/>
            </a:xfrm>
            <a:custGeom>
              <a:avLst/>
              <a:gdLst>
                <a:gd name="connsiteX0" fmla="*/ 148590 w 155257"/>
                <a:gd name="connsiteY0" fmla="*/ 6667 h 240029"/>
                <a:gd name="connsiteX1" fmla="*/ 155257 w 155257"/>
                <a:gd name="connsiteY1" fmla="*/ 14288 h 240029"/>
                <a:gd name="connsiteX2" fmla="*/ 155257 w 155257"/>
                <a:gd name="connsiteY2" fmla="*/ 172402 h 240029"/>
                <a:gd name="connsiteX3" fmla="*/ 79057 w 155257"/>
                <a:gd name="connsiteY3" fmla="*/ 240030 h 240029"/>
                <a:gd name="connsiteX4" fmla="*/ 21907 w 155257"/>
                <a:gd name="connsiteY4" fmla="*/ 235267 h 240029"/>
                <a:gd name="connsiteX5" fmla="*/ 17145 w 155257"/>
                <a:gd name="connsiteY5" fmla="*/ 230505 h 240029"/>
                <a:gd name="connsiteX6" fmla="*/ 17145 w 155257"/>
                <a:gd name="connsiteY6" fmla="*/ 206692 h 240029"/>
                <a:gd name="connsiteX7" fmla="*/ 21907 w 155257"/>
                <a:gd name="connsiteY7" fmla="*/ 201930 h 240029"/>
                <a:gd name="connsiteX8" fmla="*/ 75248 w 155257"/>
                <a:gd name="connsiteY8" fmla="*/ 201930 h 240029"/>
                <a:gd name="connsiteX9" fmla="*/ 109538 w 155257"/>
                <a:gd name="connsiteY9" fmla="*/ 175260 h 240029"/>
                <a:gd name="connsiteX10" fmla="*/ 109538 w 155257"/>
                <a:gd name="connsiteY10" fmla="*/ 173355 h 240029"/>
                <a:gd name="connsiteX11" fmla="*/ 71438 w 155257"/>
                <a:gd name="connsiteY11" fmla="*/ 177165 h 240029"/>
                <a:gd name="connsiteX12" fmla="*/ 0 w 155257"/>
                <a:gd name="connsiteY12" fmla="*/ 85725 h 240029"/>
                <a:gd name="connsiteX13" fmla="*/ 80963 w 155257"/>
                <a:gd name="connsiteY13" fmla="*/ 0 h 240029"/>
                <a:gd name="connsiteX14" fmla="*/ 148590 w 155257"/>
                <a:gd name="connsiteY14" fmla="*/ 6667 h 240029"/>
                <a:gd name="connsiteX15" fmla="*/ 78105 w 155257"/>
                <a:gd name="connsiteY15" fmla="*/ 40957 h 240029"/>
                <a:gd name="connsiteX16" fmla="*/ 44767 w 155257"/>
                <a:gd name="connsiteY16" fmla="*/ 89535 h 240029"/>
                <a:gd name="connsiteX17" fmla="*/ 80963 w 155257"/>
                <a:gd name="connsiteY17" fmla="*/ 138113 h 240029"/>
                <a:gd name="connsiteX18" fmla="*/ 108585 w 155257"/>
                <a:gd name="connsiteY18" fmla="*/ 136207 h 240029"/>
                <a:gd name="connsiteX19" fmla="*/ 108585 w 155257"/>
                <a:gd name="connsiteY19" fmla="*/ 40957 h 240029"/>
                <a:gd name="connsiteX20" fmla="*/ 78105 w 155257"/>
                <a:gd name="connsiteY20" fmla="*/ 40957 h 240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5257" h="240029">
                  <a:moveTo>
                    <a:pt x="148590" y="6667"/>
                  </a:moveTo>
                  <a:cubicBezTo>
                    <a:pt x="152400" y="7620"/>
                    <a:pt x="155257" y="10477"/>
                    <a:pt x="155257" y="14288"/>
                  </a:cubicBezTo>
                  <a:lnTo>
                    <a:pt x="155257" y="172402"/>
                  </a:lnTo>
                  <a:cubicBezTo>
                    <a:pt x="155257" y="219075"/>
                    <a:pt x="145732" y="240030"/>
                    <a:pt x="79057" y="240030"/>
                  </a:cubicBezTo>
                  <a:cubicBezTo>
                    <a:pt x="60007" y="240030"/>
                    <a:pt x="40005" y="239077"/>
                    <a:pt x="21907" y="235267"/>
                  </a:cubicBezTo>
                  <a:cubicBezTo>
                    <a:pt x="19050" y="235267"/>
                    <a:pt x="17145" y="233363"/>
                    <a:pt x="17145" y="230505"/>
                  </a:cubicBezTo>
                  <a:lnTo>
                    <a:pt x="17145" y="206692"/>
                  </a:lnTo>
                  <a:cubicBezTo>
                    <a:pt x="17145" y="202882"/>
                    <a:pt x="18098" y="201930"/>
                    <a:pt x="21907" y="201930"/>
                  </a:cubicBezTo>
                  <a:lnTo>
                    <a:pt x="75248" y="201930"/>
                  </a:lnTo>
                  <a:cubicBezTo>
                    <a:pt x="102870" y="201930"/>
                    <a:pt x="109538" y="195263"/>
                    <a:pt x="109538" y="175260"/>
                  </a:cubicBezTo>
                  <a:lnTo>
                    <a:pt x="109538" y="173355"/>
                  </a:lnTo>
                  <a:cubicBezTo>
                    <a:pt x="96202" y="176213"/>
                    <a:pt x="84773" y="177165"/>
                    <a:pt x="71438" y="177165"/>
                  </a:cubicBezTo>
                  <a:cubicBezTo>
                    <a:pt x="15240" y="177165"/>
                    <a:pt x="0" y="157163"/>
                    <a:pt x="0" y="85725"/>
                  </a:cubicBezTo>
                  <a:cubicBezTo>
                    <a:pt x="0" y="18097"/>
                    <a:pt x="15240" y="0"/>
                    <a:pt x="80963" y="0"/>
                  </a:cubicBezTo>
                  <a:cubicBezTo>
                    <a:pt x="104775" y="952"/>
                    <a:pt x="130492" y="2857"/>
                    <a:pt x="148590" y="6667"/>
                  </a:cubicBezTo>
                  <a:close/>
                  <a:moveTo>
                    <a:pt x="78105" y="40957"/>
                  </a:moveTo>
                  <a:cubicBezTo>
                    <a:pt x="47625" y="40957"/>
                    <a:pt x="44767" y="52388"/>
                    <a:pt x="44767" y="89535"/>
                  </a:cubicBezTo>
                  <a:cubicBezTo>
                    <a:pt x="44767" y="129540"/>
                    <a:pt x="49530" y="138113"/>
                    <a:pt x="80963" y="138113"/>
                  </a:cubicBezTo>
                  <a:cubicBezTo>
                    <a:pt x="88582" y="138113"/>
                    <a:pt x="100013" y="138113"/>
                    <a:pt x="108585" y="136207"/>
                  </a:cubicBezTo>
                  <a:lnTo>
                    <a:pt x="108585" y="40957"/>
                  </a:lnTo>
                  <a:lnTo>
                    <a:pt x="78105" y="40957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41D1C4E-4A08-7E4B-EE59-441DB7935806}"/>
                </a:ext>
              </a:extLst>
            </p:cNvPr>
            <p:cNvSpPr/>
            <p:nvPr/>
          </p:nvSpPr>
          <p:spPr>
            <a:xfrm>
              <a:off x="10716907" y="647017"/>
              <a:ext cx="44880" cy="53798"/>
            </a:xfrm>
            <a:custGeom>
              <a:avLst/>
              <a:gdLst>
                <a:gd name="connsiteX0" fmla="*/ 148590 w 148590"/>
                <a:gd name="connsiteY0" fmla="*/ 54292 h 178117"/>
                <a:gd name="connsiteX1" fmla="*/ 148590 w 148590"/>
                <a:gd name="connsiteY1" fmla="*/ 161925 h 178117"/>
                <a:gd name="connsiteX2" fmla="*/ 141923 w 148590"/>
                <a:gd name="connsiteY2" fmla="*/ 171450 h 178117"/>
                <a:gd name="connsiteX3" fmla="*/ 71438 w 148590"/>
                <a:gd name="connsiteY3" fmla="*/ 178117 h 178117"/>
                <a:gd name="connsiteX4" fmla="*/ 0 w 148590"/>
                <a:gd name="connsiteY4" fmla="*/ 124777 h 178117"/>
                <a:gd name="connsiteX5" fmla="*/ 63818 w 148590"/>
                <a:gd name="connsiteY5" fmla="*/ 73342 h 178117"/>
                <a:gd name="connsiteX6" fmla="*/ 102870 w 148590"/>
                <a:gd name="connsiteY6" fmla="*/ 73342 h 178117"/>
                <a:gd name="connsiteX7" fmla="*/ 102870 w 148590"/>
                <a:gd name="connsiteY7" fmla="*/ 61913 h 178117"/>
                <a:gd name="connsiteX8" fmla="*/ 73343 w 148590"/>
                <a:gd name="connsiteY8" fmla="*/ 40005 h 178117"/>
                <a:gd name="connsiteX9" fmla="*/ 17145 w 148590"/>
                <a:gd name="connsiteY9" fmla="*/ 40005 h 178117"/>
                <a:gd name="connsiteX10" fmla="*/ 12383 w 148590"/>
                <a:gd name="connsiteY10" fmla="*/ 35242 h 178117"/>
                <a:gd name="connsiteX11" fmla="*/ 12383 w 148590"/>
                <a:gd name="connsiteY11" fmla="*/ 9525 h 178117"/>
                <a:gd name="connsiteX12" fmla="*/ 17145 w 148590"/>
                <a:gd name="connsiteY12" fmla="*/ 4763 h 178117"/>
                <a:gd name="connsiteX13" fmla="*/ 73343 w 148590"/>
                <a:gd name="connsiteY13" fmla="*/ 0 h 178117"/>
                <a:gd name="connsiteX14" fmla="*/ 148590 w 148590"/>
                <a:gd name="connsiteY14" fmla="*/ 54292 h 178117"/>
                <a:gd name="connsiteX15" fmla="*/ 66675 w 148590"/>
                <a:gd name="connsiteY15" fmla="*/ 102870 h 178117"/>
                <a:gd name="connsiteX16" fmla="*/ 44768 w 148590"/>
                <a:gd name="connsiteY16" fmla="*/ 121920 h 178117"/>
                <a:gd name="connsiteX17" fmla="*/ 71438 w 148590"/>
                <a:gd name="connsiteY17" fmla="*/ 140970 h 178117"/>
                <a:gd name="connsiteX18" fmla="*/ 102870 w 148590"/>
                <a:gd name="connsiteY18" fmla="*/ 138113 h 178117"/>
                <a:gd name="connsiteX19" fmla="*/ 102870 w 148590"/>
                <a:gd name="connsiteY19" fmla="*/ 103822 h 178117"/>
                <a:gd name="connsiteX20" fmla="*/ 66675 w 148590"/>
                <a:gd name="connsiteY20" fmla="*/ 103822 h 1781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8590" h="178117">
                  <a:moveTo>
                    <a:pt x="148590" y="54292"/>
                  </a:moveTo>
                  <a:lnTo>
                    <a:pt x="148590" y="161925"/>
                  </a:lnTo>
                  <a:cubicBezTo>
                    <a:pt x="148590" y="166688"/>
                    <a:pt x="147638" y="169545"/>
                    <a:pt x="141923" y="171450"/>
                  </a:cubicBezTo>
                  <a:cubicBezTo>
                    <a:pt x="120015" y="176213"/>
                    <a:pt x="92393" y="178117"/>
                    <a:pt x="71438" y="178117"/>
                  </a:cubicBezTo>
                  <a:cubicBezTo>
                    <a:pt x="24765" y="178117"/>
                    <a:pt x="0" y="173355"/>
                    <a:pt x="0" y="124777"/>
                  </a:cubicBezTo>
                  <a:cubicBezTo>
                    <a:pt x="953" y="82867"/>
                    <a:pt x="22860" y="73342"/>
                    <a:pt x="63818" y="73342"/>
                  </a:cubicBezTo>
                  <a:lnTo>
                    <a:pt x="102870" y="73342"/>
                  </a:lnTo>
                  <a:lnTo>
                    <a:pt x="102870" y="61913"/>
                  </a:lnTo>
                  <a:cubicBezTo>
                    <a:pt x="102870" y="46672"/>
                    <a:pt x="93345" y="40005"/>
                    <a:pt x="73343" y="40005"/>
                  </a:cubicBezTo>
                  <a:lnTo>
                    <a:pt x="17145" y="40005"/>
                  </a:lnTo>
                  <a:cubicBezTo>
                    <a:pt x="13335" y="40005"/>
                    <a:pt x="12383" y="39052"/>
                    <a:pt x="12383" y="35242"/>
                  </a:cubicBezTo>
                  <a:lnTo>
                    <a:pt x="12383" y="9525"/>
                  </a:lnTo>
                  <a:cubicBezTo>
                    <a:pt x="12383" y="5715"/>
                    <a:pt x="13335" y="4763"/>
                    <a:pt x="17145" y="4763"/>
                  </a:cubicBezTo>
                  <a:cubicBezTo>
                    <a:pt x="36195" y="952"/>
                    <a:pt x="54293" y="0"/>
                    <a:pt x="73343" y="0"/>
                  </a:cubicBezTo>
                  <a:cubicBezTo>
                    <a:pt x="135255" y="952"/>
                    <a:pt x="148590" y="20955"/>
                    <a:pt x="148590" y="54292"/>
                  </a:cubicBezTo>
                  <a:close/>
                  <a:moveTo>
                    <a:pt x="66675" y="102870"/>
                  </a:moveTo>
                  <a:cubicBezTo>
                    <a:pt x="50483" y="102870"/>
                    <a:pt x="44768" y="108585"/>
                    <a:pt x="44768" y="121920"/>
                  </a:cubicBezTo>
                  <a:cubicBezTo>
                    <a:pt x="44768" y="137160"/>
                    <a:pt x="51435" y="140970"/>
                    <a:pt x="71438" y="140970"/>
                  </a:cubicBezTo>
                  <a:cubicBezTo>
                    <a:pt x="78105" y="140970"/>
                    <a:pt x="93345" y="140017"/>
                    <a:pt x="102870" y="138113"/>
                  </a:cubicBezTo>
                  <a:lnTo>
                    <a:pt x="102870" y="103822"/>
                  </a:lnTo>
                  <a:lnTo>
                    <a:pt x="66675" y="103822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29A9689B-3F8B-16CA-90D0-6EAE5CD71F7F}"/>
                </a:ext>
              </a:extLst>
            </p:cNvPr>
            <p:cNvSpPr/>
            <p:nvPr/>
          </p:nvSpPr>
          <p:spPr>
            <a:xfrm>
              <a:off x="10787679" y="627166"/>
              <a:ext cx="36249" cy="73074"/>
            </a:xfrm>
            <a:custGeom>
              <a:avLst/>
              <a:gdLst>
                <a:gd name="connsiteX0" fmla="*/ 115253 w 120015"/>
                <a:gd name="connsiteY0" fmla="*/ 2857 h 241935"/>
                <a:gd name="connsiteX1" fmla="*/ 120015 w 120015"/>
                <a:gd name="connsiteY1" fmla="*/ 8573 h 241935"/>
                <a:gd name="connsiteX2" fmla="*/ 120015 w 120015"/>
                <a:gd name="connsiteY2" fmla="*/ 34290 h 241935"/>
                <a:gd name="connsiteX3" fmla="*/ 114300 w 120015"/>
                <a:gd name="connsiteY3" fmla="*/ 39052 h 241935"/>
                <a:gd name="connsiteX4" fmla="*/ 89535 w 120015"/>
                <a:gd name="connsiteY4" fmla="*/ 39052 h 241935"/>
                <a:gd name="connsiteX5" fmla="*/ 72390 w 120015"/>
                <a:gd name="connsiteY5" fmla="*/ 51435 h 241935"/>
                <a:gd name="connsiteX6" fmla="*/ 72390 w 120015"/>
                <a:gd name="connsiteY6" fmla="*/ 67627 h 241935"/>
                <a:gd name="connsiteX7" fmla="*/ 110490 w 120015"/>
                <a:gd name="connsiteY7" fmla="*/ 67627 h 241935"/>
                <a:gd name="connsiteX8" fmla="*/ 114300 w 120015"/>
                <a:gd name="connsiteY8" fmla="*/ 73342 h 241935"/>
                <a:gd name="connsiteX9" fmla="*/ 109538 w 120015"/>
                <a:gd name="connsiteY9" fmla="*/ 99060 h 241935"/>
                <a:gd name="connsiteX10" fmla="*/ 103822 w 120015"/>
                <a:gd name="connsiteY10" fmla="*/ 103823 h 241935"/>
                <a:gd name="connsiteX11" fmla="*/ 72390 w 120015"/>
                <a:gd name="connsiteY11" fmla="*/ 103823 h 241935"/>
                <a:gd name="connsiteX12" fmla="*/ 72390 w 120015"/>
                <a:gd name="connsiteY12" fmla="*/ 237173 h 241935"/>
                <a:gd name="connsiteX13" fmla="*/ 67628 w 120015"/>
                <a:gd name="connsiteY13" fmla="*/ 241935 h 241935"/>
                <a:gd name="connsiteX14" fmla="*/ 30480 w 120015"/>
                <a:gd name="connsiteY14" fmla="*/ 241935 h 241935"/>
                <a:gd name="connsiteX15" fmla="*/ 25717 w 120015"/>
                <a:gd name="connsiteY15" fmla="*/ 237173 h 241935"/>
                <a:gd name="connsiteX16" fmla="*/ 25717 w 120015"/>
                <a:gd name="connsiteY16" fmla="*/ 103823 h 241935"/>
                <a:gd name="connsiteX17" fmla="*/ 5715 w 120015"/>
                <a:gd name="connsiteY17" fmla="*/ 103823 h 241935"/>
                <a:gd name="connsiteX18" fmla="*/ 0 w 120015"/>
                <a:gd name="connsiteY18" fmla="*/ 99060 h 241935"/>
                <a:gd name="connsiteX19" fmla="*/ 0 w 120015"/>
                <a:gd name="connsiteY19" fmla="*/ 72390 h 241935"/>
                <a:gd name="connsiteX20" fmla="*/ 5715 w 120015"/>
                <a:gd name="connsiteY20" fmla="*/ 67627 h 241935"/>
                <a:gd name="connsiteX21" fmla="*/ 25717 w 120015"/>
                <a:gd name="connsiteY21" fmla="*/ 67627 h 241935"/>
                <a:gd name="connsiteX22" fmla="*/ 25717 w 120015"/>
                <a:gd name="connsiteY22" fmla="*/ 43815 h 241935"/>
                <a:gd name="connsiteX23" fmla="*/ 80010 w 120015"/>
                <a:gd name="connsiteY23" fmla="*/ 0 h 241935"/>
                <a:gd name="connsiteX24" fmla="*/ 115253 w 120015"/>
                <a:gd name="connsiteY24" fmla="*/ 2857 h 241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0015" h="241935">
                  <a:moveTo>
                    <a:pt x="115253" y="2857"/>
                  </a:moveTo>
                  <a:cubicBezTo>
                    <a:pt x="119063" y="3810"/>
                    <a:pt x="120015" y="4763"/>
                    <a:pt x="120015" y="8573"/>
                  </a:cubicBezTo>
                  <a:lnTo>
                    <a:pt x="120015" y="34290"/>
                  </a:lnTo>
                  <a:cubicBezTo>
                    <a:pt x="120015" y="38100"/>
                    <a:pt x="118110" y="39052"/>
                    <a:pt x="114300" y="39052"/>
                  </a:cubicBezTo>
                  <a:lnTo>
                    <a:pt x="89535" y="39052"/>
                  </a:lnTo>
                  <a:cubicBezTo>
                    <a:pt x="77153" y="39052"/>
                    <a:pt x="72390" y="40957"/>
                    <a:pt x="72390" y="51435"/>
                  </a:cubicBezTo>
                  <a:lnTo>
                    <a:pt x="72390" y="67627"/>
                  </a:lnTo>
                  <a:lnTo>
                    <a:pt x="110490" y="67627"/>
                  </a:lnTo>
                  <a:cubicBezTo>
                    <a:pt x="114300" y="67627"/>
                    <a:pt x="115253" y="69532"/>
                    <a:pt x="114300" y="73342"/>
                  </a:cubicBezTo>
                  <a:lnTo>
                    <a:pt x="109538" y="99060"/>
                  </a:lnTo>
                  <a:cubicBezTo>
                    <a:pt x="108585" y="101917"/>
                    <a:pt x="106680" y="103823"/>
                    <a:pt x="103822" y="103823"/>
                  </a:cubicBezTo>
                  <a:lnTo>
                    <a:pt x="72390" y="103823"/>
                  </a:lnTo>
                  <a:lnTo>
                    <a:pt x="72390" y="237173"/>
                  </a:lnTo>
                  <a:cubicBezTo>
                    <a:pt x="72390" y="240982"/>
                    <a:pt x="70485" y="241935"/>
                    <a:pt x="67628" y="241935"/>
                  </a:cubicBezTo>
                  <a:lnTo>
                    <a:pt x="30480" y="241935"/>
                  </a:lnTo>
                  <a:cubicBezTo>
                    <a:pt x="27622" y="241935"/>
                    <a:pt x="25717" y="240030"/>
                    <a:pt x="25717" y="237173"/>
                  </a:cubicBezTo>
                  <a:lnTo>
                    <a:pt x="25717" y="103823"/>
                  </a:lnTo>
                  <a:lnTo>
                    <a:pt x="5715" y="103823"/>
                  </a:lnTo>
                  <a:cubicBezTo>
                    <a:pt x="1905" y="103823"/>
                    <a:pt x="0" y="101917"/>
                    <a:pt x="0" y="99060"/>
                  </a:cubicBezTo>
                  <a:lnTo>
                    <a:pt x="0" y="72390"/>
                  </a:lnTo>
                  <a:cubicBezTo>
                    <a:pt x="0" y="69532"/>
                    <a:pt x="1905" y="67627"/>
                    <a:pt x="5715" y="67627"/>
                  </a:cubicBezTo>
                  <a:lnTo>
                    <a:pt x="25717" y="67627"/>
                  </a:lnTo>
                  <a:lnTo>
                    <a:pt x="25717" y="43815"/>
                  </a:lnTo>
                  <a:cubicBezTo>
                    <a:pt x="25717" y="4763"/>
                    <a:pt x="52388" y="0"/>
                    <a:pt x="80010" y="0"/>
                  </a:cubicBezTo>
                  <a:cubicBezTo>
                    <a:pt x="91440" y="0"/>
                    <a:pt x="103822" y="952"/>
                    <a:pt x="115253" y="2857"/>
                  </a:cubicBez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86C9E2C3-5141-D356-2D45-B8ABE7B892B4}"/>
                </a:ext>
              </a:extLst>
            </p:cNvPr>
            <p:cNvSpPr/>
            <p:nvPr/>
          </p:nvSpPr>
          <p:spPr>
            <a:xfrm>
              <a:off x="10828531" y="647592"/>
              <a:ext cx="46606" cy="53223"/>
            </a:xfrm>
            <a:custGeom>
              <a:avLst/>
              <a:gdLst>
                <a:gd name="connsiteX0" fmla="*/ 149542 w 154304"/>
                <a:gd name="connsiteY0" fmla="*/ 0 h 176212"/>
                <a:gd name="connsiteX1" fmla="*/ 154305 w 154304"/>
                <a:gd name="connsiteY1" fmla="*/ 4763 h 176212"/>
                <a:gd name="connsiteX2" fmla="*/ 154305 w 154304"/>
                <a:gd name="connsiteY2" fmla="*/ 164783 h 176212"/>
                <a:gd name="connsiteX3" fmla="*/ 149542 w 154304"/>
                <a:gd name="connsiteY3" fmla="*/ 170498 h 176212"/>
                <a:gd name="connsiteX4" fmla="*/ 75248 w 154304"/>
                <a:gd name="connsiteY4" fmla="*/ 176213 h 176212"/>
                <a:gd name="connsiteX5" fmla="*/ 0 w 154304"/>
                <a:gd name="connsiteY5" fmla="*/ 100965 h 176212"/>
                <a:gd name="connsiteX6" fmla="*/ 0 w 154304"/>
                <a:gd name="connsiteY6" fmla="*/ 4763 h 176212"/>
                <a:gd name="connsiteX7" fmla="*/ 4763 w 154304"/>
                <a:gd name="connsiteY7" fmla="*/ 0 h 176212"/>
                <a:gd name="connsiteX8" fmla="*/ 41910 w 154304"/>
                <a:gd name="connsiteY8" fmla="*/ 0 h 176212"/>
                <a:gd name="connsiteX9" fmla="*/ 46673 w 154304"/>
                <a:gd name="connsiteY9" fmla="*/ 4763 h 176212"/>
                <a:gd name="connsiteX10" fmla="*/ 46673 w 154304"/>
                <a:gd name="connsiteY10" fmla="*/ 88583 h 176212"/>
                <a:gd name="connsiteX11" fmla="*/ 80010 w 154304"/>
                <a:gd name="connsiteY11" fmla="*/ 135255 h 176212"/>
                <a:gd name="connsiteX12" fmla="*/ 107633 w 154304"/>
                <a:gd name="connsiteY12" fmla="*/ 135255 h 176212"/>
                <a:gd name="connsiteX13" fmla="*/ 107633 w 154304"/>
                <a:gd name="connsiteY13" fmla="*/ 4763 h 176212"/>
                <a:gd name="connsiteX14" fmla="*/ 112395 w 154304"/>
                <a:gd name="connsiteY14" fmla="*/ 0 h 176212"/>
                <a:gd name="connsiteX15" fmla="*/ 149542 w 154304"/>
                <a:gd name="connsiteY15" fmla="*/ 0 h 176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4304" h="176212">
                  <a:moveTo>
                    <a:pt x="149542" y="0"/>
                  </a:moveTo>
                  <a:cubicBezTo>
                    <a:pt x="152400" y="0"/>
                    <a:pt x="154305" y="1905"/>
                    <a:pt x="154305" y="4763"/>
                  </a:cubicBezTo>
                  <a:lnTo>
                    <a:pt x="154305" y="164783"/>
                  </a:lnTo>
                  <a:cubicBezTo>
                    <a:pt x="154305" y="168592"/>
                    <a:pt x="153353" y="169545"/>
                    <a:pt x="149542" y="170498"/>
                  </a:cubicBezTo>
                  <a:cubicBezTo>
                    <a:pt x="128588" y="174308"/>
                    <a:pt x="98108" y="176213"/>
                    <a:pt x="75248" y="176213"/>
                  </a:cubicBezTo>
                  <a:cubicBezTo>
                    <a:pt x="15240" y="176213"/>
                    <a:pt x="0" y="164783"/>
                    <a:pt x="0" y="100965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lnTo>
                    <a:pt x="41910" y="0"/>
                  </a:lnTo>
                  <a:cubicBezTo>
                    <a:pt x="44767" y="0"/>
                    <a:pt x="46673" y="1905"/>
                    <a:pt x="46673" y="4763"/>
                  </a:cubicBezTo>
                  <a:lnTo>
                    <a:pt x="46673" y="88583"/>
                  </a:lnTo>
                  <a:cubicBezTo>
                    <a:pt x="46673" y="133350"/>
                    <a:pt x="51435" y="135255"/>
                    <a:pt x="80010" y="135255"/>
                  </a:cubicBezTo>
                  <a:lnTo>
                    <a:pt x="107633" y="135255"/>
                  </a:lnTo>
                  <a:lnTo>
                    <a:pt x="107633" y="4763"/>
                  </a:lnTo>
                  <a:cubicBezTo>
                    <a:pt x="107633" y="1905"/>
                    <a:pt x="109538" y="0"/>
                    <a:pt x="112395" y="0"/>
                  </a:cubicBezTo>
                  <a:lnTo>
                    <a:pt x="149542" y="0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58046B0-6954-CCCD-29AD-64739DFF564B}"/>
                </a:ext>
              </a:extLst>
            </p:cNvPr>
            <p:cNvSpPr/>
            <p:nvPr/>
          </p:nvSpPr>
          <p:spPr>
            <a:xfrm>
              <a:off x="10882330" y="633134"/>
              <a:ext cx="31934" cy="67968"/>
            </a:xfrm>
            <a:custGeom>
              <a:avLst/>
              <a:gdLst>
                <a:gd name="connsiteX0" fmla="*/ 64770 w 105727"/>
                <a:gd name="connsiteY0" fmla="*/ 243 h 225032"/>
                <a:gd name="connsiteX1" fmla="*/ 69533 w 105727"/>
                <a:gd name="connsiteY1" fmla="*/ 5005 h 225032"/>
                <a:gd name="connsiteX2" fmla="*/ 69533 w 105727"/>
                <a:gd name="connsiteY2" fmla="*/ 49773 h 225032"/>
                <a:gd name="connsiteX3" fmla="*/ 98108 w 105727"/>
                <a:gd name="connsiteY3" fmla="*/ 49773 h 225032"/>
                <a:gd name="connsiteX4" fmla="*/ 103823 w 105727"/>
                <a:gd name="connsiteY4" fmla="*/ 54535 h 225032"/>
                <a:gd name="connsiteX5" fmla="*/ 103823 w 105727"/>
                <a:gd name="connsiteY5" fmla="*/ 79300 h 225032"/>
                <a:gd name="connsiteX6" fmla="*/ 98108 w 105727"/>
                <a:gd name="connsiteY6" fmla="*/ 84063 h 225032"/>
                <a:gd name="connsiteX7" fmla="*/ 69533 w 105727"/>
                <a:gd name="connsiteY7" fmla="*/ 84063 h 225032"/>
                <a:gd name="connsiteX8" fmla="*/ 69533 w 105727"/>
                <a:gd name="connsiteY8" fmla="*/ 168835 h 225032"/>
                <a:gd name="connsiteX9" fmla="*/ 87630 w 105727"/>
                <a:gd name="connsiteY9" fmla="*/ 185028 h 225032"/>
                <a:gd name="connsiteX10" fmla="*/ 100013 w 105727"/>
                <a:gd name="connsiteY10" fmla="*/ 185028 h 225032"/>
                <a:gd name="connsiteX11" fmla="*/ 105728 w 105727"/>
                <a:gd name="connsiteY11" fmla="*/ 189790 h 225032"/>
                <a:gd name="connsiteX12" fmla="*/ 105728 w 105727"/>
                <a:gd name="connsiteY12" fmla="*/ 216460 h 225032"/>
                <a:gd name="connsiteX13" fmla="*/ 100965 w 105727"/>
                <a:gd name="connsiteY13" fmla="*/ 222175 h 225032"/>
                <a:gd name="connsiteX14" fmla="*/ 74295 w 105727"/>
                <a:gd name="connsiteY14" fmla="*/ 225033 h 225032"/>
                <a:gd name="connsiteX15" fmla="*/ 22860 w 105727"/>
                <a:gd name="connsiteY15" fmla="*/ 185028 h 225032"/>
                <a:gd name="connsiteX16" fmla="*/ 22860 w 105727"/>
                <a:gd name="connsiteY16" fmla="*/ 83110 h 225032"/>
                <a:gd name="connsiteX17" fmla="*/ 4763 w 105727"/>
                <a:gd name="connsiteY17" fmla="*/ 83110 h 225032"/>
                <a:gd name="connsiteX18" fmla="*/ 0 w 105727"/>
                <a:gd name="connsiteY18" fmla="*/ 78348 h 225032"/>
                <a:gd name="connsiteX19" fmla="*/ 0 w 105727"/>
                <a:gd name="connsiteY19" fmla="*/ 53583 h 225032"/>
                <a:gd name="connsiteX20" fmla="*/ 4763 w 105727"/>
                <a:gd name="connsiteY20" fmla="*/ 48820 h 225032"/>
                <a:gd name="connsiteX21" fmla="*/ 22860 w 105727"/>
                <a:gd name="connsiteY21" fmla="*/ 48820 h 225032"/>
                <a:gd name="connsiteX22" fmla="*/ 22860 w 105727"/>
                <a:gd name="connsiteY22" fmla="*/ 14530 h 225032"/>
                <a:gd name="connsiteX23" fmla="*/ 27623 w 105727"/>
                <a:gd name="connsiteY23" fmla="*/ 9768 h 225032"/>
                <a:gd name="connsiteX24" fmla="*/ 64770 w 105727"/>
                <a:gd name="connsiteY24" fmla="*/ 243 h 225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05727" h="225032">
                  <a:moveTo>
                    <a:pt x="64770" y="243"/>
                  </a:moveTo>
                  <a:cubicBezTo>
                    <a:pt x="67628" y="-710"/>
                    <a:pt x="69533" y="1195"/>
                    <a:pt x="69533" y="5005"/>
                  </a:cubicBezTo>
                  <a:lnTo>
                    <a:pt x="69533" y="49773"/>
                  </a:lnTo>
                  <a:lnTo>
                    <a:pt x="98108" y="49773"/>
                  </a:lnTo>
                  <a:cubicBezTo>
                    <a:pt x="101918" y="49773"/>
                    <a:pt x="103823" y="51678"/>
                    <a:pt x="103823" y="54535"/>
                  </a:cubicBezTo>
                  <a:lnTo>
                    <a:pt x="103823" y="79300"/>
                  </a:lnTo>
                  <a:cubicBezTo>
                    <a:pt x="103823" y="82158"/>
                    <a:pt x="101918" y="84063"/>
                    <a:pt x="98108" y="84063"/>
                  </a:cubicBezTo>
                  <a:lnTo>
                    <a:pt x="69533" y="84063"/>
                  </a:lnTo>
                  <a:lnTo>
                    <a:pt x="69533" y="168835"/>
                  </a:lnTo>
                  <a:cubicBezTo>
                    <a:pt x="69533" y="182170"/>
                    <a:pt x="74295" y="185028"/>
                    <a:pt x="87630" y="185028"/>
                  </a:cubicBezTo>
                  <a:lnTo>
                    <a:pt x="100013" y="185028"/>
                  </a:lnTo>
                  <a:cubicBezTo>
                    <a:pt x="103823" y="185028"/>
                    <a:pt x="105728" y="185980"/>
                    <a:pt x="105728" y="189790"/>
                  </a:cubicBezTo>
                  <a:lnTo>
                    <a:pt x="105728" y="216460"/>
                  </a:lnTo>
                  <a:cubicBezTo>
                    <a:pt x="105728" y="220270"/>
                    <a:pt x="103823" y="222175"/>
                    <a:pt x="100965" y="222175"/>
                  </a:cubicBezTo>
                  <a:cubicBezTo>
                    <a:pt x="90488" y="224080"/>
                    <a:pt x="80963" y="225033"/>
                    <a:pt x="74295" y="225033"/>
                  </a:cubicBezTo>
                  <a:cubicBezTo>
                    <a:pt x="47625" y="225033"/>
                    <a:pt x="22860" y="224080"/>
                    <a:pt x="22860" y="185028"/>
                  </a:cubicBezTo>
                  <a:lnTo>
                    <a:pt x="22860" y="83110"/>
                  </a:lnTo>
                  <a:lnTo>
                    <a:pt x="4763" y="83110"/>
                  </a:lnTo>
                  <a:cubicBezTo>
                    <a:pt x="953" y="83110"/>
                    <a:pt x="0" y="81205"/>
                    <a:pt x="0" y="78348"/>
                  </a:cubicBezTo>
                  <a:lnTo>
                    <a:pt x="0" y="53583"/>
                  </a:lnTo>
                  <a:cubicBezTo>
                    <a:pt x="0" y="50725"/>
                    <a:pt x="1905" y="48820"/>
                    <a:pt x="4763" y="48820"/>
                  </a:cubicBezTo>
                  <a:lnTo>
                    <a:pt x="22860" y="48820"/>
                  </a:lnTo>
                  <a:lnTo>
                    <a:pt x="22860" y="14530"/>
                  </a:lnTo>
                  <a:cubicBezTo>
                    <a:pt x="22860" y="11673"/>
                    <a:pt x="23813" y="9768"/>
                    <a:pt x="27623" y="9768"/>
                  </a:cubicBezTo>
                  <a:lnTo>
                    <a:pt x="64770" y="243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F78702D-9A87-8C17-1EA0-6578B0AE128E}"/>
                </a:ext>
              </a:extLst>
            </p:cNvPr>
            <p:cNvSpPr/>
            <p:nvPr/>
          </p:nvSpPr>
          <p:spPr>
            <a:xfrm>
              <a:off x="10921456" y="647592"/>
              <a:ext cx="46606" cy="53223"/>
            </a:xfrm>
            <a:custGeom>
              <a:avLst/>
              <a:gdLst>
                <a:gd name="connsiteX0" fmla="*/ 149542 w 154304"/>
                <a:gd name="connsiteY0" fmla="*/ 0 h 176212"/>
                <a:gd name="connsiteX1" fmla="*/ 154305 w 154304"/>
                <a:gd name="connsiteY1" fmla="*/ 4763 h 176212"/>
                <a:gd name="connsiteX2" fmla="*/ 154305 w 154304"/>
                <a:gd name="connsiteY2" fmla="*/ 164783 h 176212"/>
                <a:gd name="connsiteX3" fmla="*/ 149542 w 154304"/>
                <a:gd name="connsiteY3" fmla="*/ 170498 h 176212"/>
                <a:gd name="connsiteX4" fmla="*/ 75247 w 154304"/>
                <a:gd name="connsiteY4" fmla="*/ 176213 h 176212"/>
                <a:gd name="connsiteX5" fmla="*/ 0 w 154304"/>
                <a:gd name="connsiteY5" fmla="*/ 100965 h 176212"/>
                <a:gd name="connsiteX6" fmla="*/ 0 w 154304"/>
                <a:gd name="connsiteY6" fmla="*/ 4763 h 176212"/>
                <a:gd name="connsiteX7" fmla="*/ 4763 w 154304"/>
                <a:gd name="connsiteY7" fmla="*/ 0 h 176212"/>
                <a:gd name="connsiteX8" fmla="*/ 41910 w 154304"/>
                <a:gd name="connsiteY8" fmla="*/ 0 h 176212"/>
                <a:gd name="connsiteX9" fmla="*/ 46672 w 154304"/>
                <a:gd name="connsiteY9" fmla="*/ 4763 h 176212"/>
                <a:gd name="connsiteX10" fmla="*/ 46672 w 154304"/>
                <a:gd name="connsiteY10" fmla="*/ 88583 h 176212"/>
                <a:gd name="connsiteX11" fmla="*/ 80010 w 154304"/>
                <a:gd name="connsiteY11" fmla="*/ 135255 h 176212"/>
                <a:gd name="connsiteX12" fmla="*/ 107633 w 154304"/>
                <a:gd name="connsiteY12" fmla="*/ 135255 h 176212"/>
                <a:gd name="connsiteX13" fmla="*/ 107633 w 154304"/>
                <a:gd name="connsiteY13" fmla="*/ 4763 h 176212"/>
                <a:gd name="connsiteX14" fmla="*/ 112395 w 154304"/>
                <a:gd name="connsiteY14" fmla="*/ 0 h 176212"/>
                <a:gd name="connsiteX15" fmla="*/ 149542 w 154304"/>
                <a:gd name="connsiteY15" fmla="*/ 0 h 176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4304" h="176212">
                  <a:moveTo>
                    <a:pt x="149542" y="0"/>
                  </a:moveTo>
                  <a:cubicBezTo>
                    <a:pt x="152400" y="0"/>
                    <a:pt x="154305" y="1905"/>
                    <a:pt x="154305" y="4763"/>
                  </a:cubicBezTo>
                  <a:lnTo>
                    <a:pt x="154305" y="164783"/>
                  </a:lnTo>
                  <a:cubicBezTo>
                    <a:pt x="154305" y="168592"/>
                    <a:pt x="153353" y="169545"/>
                    <a:pt x="149542" y="170498"/>
                  </a:cubicBezTo>
                  <a:cubicBezTo>
                    <a:pt x="128588" y="174308"/>
                    <a:pt x="98108" y="176213"/>
                    <a:pt x="75247" y="176213"/>
                  </a:cubicBezTo>
                  <a:cubicBezTo>
                    <a:pt x="15240" y="176213"/>
                    <a:pt x="0" y="164783"/>
                    <a:pt x="0" y="100965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lnTo>
                    <a:pt x="41910" y="0"/>
                  </a:lnTo>
                  <a:cubicBezTo>
                    <a:pt x="44767" y="0"/>
                    <a:pt x="46672" y="1905"/>
                    <a:pt x="46672" y="4763"/>
                  </a:cubicBezTo>
                  <a:lnTo>
                    <a:pt x="46672" y="88583"/>
                  </a:lnTo>
                  <a:cubicBezTo>
                    <a:pt x="46672" y="133350"/>
                    <a:pt x="51435" y="135255"/>
                    <a:pt x="80010" y="135255"/>
                  </a:cubicBezTo>
                  <a:lnTo>
                    <a:pt x="107633" y="135255"/>
                  </a:lnTo>
                  <a:lnTo>
                    <a:pt x="107633" y="4763"/>
                  </a:lnTo>
                  <a:cubicBezTo>
                    <a:pt x="107633" y="1905"/>
                    <a:pt x="109538" y="0"/>
                    <a:pt x="112395" y="0"/>
                  </a:cubicBezTo>
                  <a:lnTo>
                    <a:pt x="149542" y="0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DA4A1364-57CD-D8DA-9B68-A9A4060A9251}"/>
                </a:ext>
              </a:extLst>
            </p:cNvPr>
            <p:cNvSpPr/>
            <p:nvPr/>
          </p:nvSpPr>
          <p:spPr>
            <a:xfrm>
              <a:off x="10978994" y="647305"/>
              <a:ext cx="31071" cy="53223"/>
            </a:xfrm>
            <a:custGeom>
              <a:avLst/>
              <a:gdLst>
                <a:gd name="connsiteX0" fmla="*/ 98108 w 102870"/>
                <a:gd name="connsiteY0" fmla="*/ 2857 h 176212"/>
                <a:gd name="connsiteX1" fmla="*/ 102870 w 102870"/>
                <a:gd name="connsiteY1" fmla="*/ 9525 h 176212"/>
                <a:gd name="connsiteX2" fmla="*/ 102870 w 102870"/>
                <a:gd name="connsiteY2" fmla="*/ 35242 h 176212"/>
                <a:gd name="connsiteX3" fmla="*/ 97155 w 102870"/>
                <a:gd name="connsiteY3" fmla="*/ 40005 h 176212"/>
                <a:gd name="connsiteX4" fmla="*/ 67628 w 102870"/>
                <a:gd name="connsiteY4" fmla="*/ 40005 h 176212"/>
                <a:gd name="connsiteX5" fmla="*/ 45720 w 102870"/>
                <a:gd name="connsiteY5" fmla="*/ 56198 h 176212"/>
                <a:gd name="connsiteX6" fmla="*/ 45720 w 102870"/>
                <a:gd name="connsiteY6" fmla="*/ 171450 h 176212"/>
                <a:gd name="connsiteX7" fmla="*/ 40958 w 102870"/>
                <a:gd name="connsiteY7" fmla="*/ 176213 h 176212"/>
                <a:gd name="connsiteX8" fmla="*/ 4763 w 102870"/>
                <a:gd name="connsiteY8" fmla="*/ 176213 h 176212"/>
                <a:gd name="connsiteX9" fmla="*/ 0 w 102870"/>
                <a:gd name="connsiteY9" fmla="*/ 171450 h 176212"/>
                <a:gd name="connsiteX10" fmla="*/ 0 w 102870"/>
                <a:gd name="connsiteY10" fmla="*/ 43815 h 176212"/>
                <a:gd name="connsiteX11" fmla="*/ 56197 w 102870"/>
                <a:gd name="connsiteY11" fmla="*/ 0 h 176212"/>
                <a:gd name="connsiteX12" fmla="*/ 98108 w 102870"/>
                <a:gd name="connsiteY12" fmla="*/ 2857 h 176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2870" h="176212">
                  <a:moveTo>
                    <a:pt x="98108" y="2857"/>
                  </a:moveTo>
                  <a:cubicBezTo>
                    <a:pt x="101917" y="3810"/>
                    <a:pt x="102870" y="4763"/>
                    <a:pt x="102870" y="9525"/>
                  </a:cubicBezTo>
                  <a:lnTo>
                    <a:pt x="102870" y="35242"/>
                  </a:lnTo>
                  <a:cubicBezTo>
                    <a:pt x="102870" y="38100"/>
                    <a:pt x="100965" y="40005"/>
                    <a:pt x="97155" y="40005"/>
                  </a:cubicBezTo>
                  <a:lnTo>
                    <a:pt x="67628" y="40005"/>
                  </a:lnTo>
                  <a:cubicBezTo>
                    <a:pt x="51435" y="40005"/>
                    <a:pt x="45720" y="42863"/>
                    <a:pt x="45720" y="56198"/>
                  </a:cubicBezTo>
                  <a:lnTo>
                    <a:pt x="45720" y="171450"/>
                  </a:lnTo>
                  <a:cubicBezTo>
                    <a:pt x="45720" y="175260"/>
                    <a:pt x="43815" y="176213"/>
                    <a:pt x="40958" y="176213"/>
                  </a:cubicBezTo>
                  <a:lnTo>
                    <a:pt x="4763" y="176213"/>
                  </a:lnTo>
                  <a:cubicBezTo>
                    <a:pt x="1905" y="176213"/>
                    <a:pt x="0" y="174307"/>
                    <a:pt x="0" y="171450"/>
                  </a:cubicBezTo>
                  <a:lnTo>
                    <a:pt x="0" y="43815"/>
                  </a:lnTo>
                  <a:cubicBezTo>
                    <a:pt x="0" y="4763"/>
                    <a:pt x="27622" y="0"/>
                    <a:pt x="56197" y="0"/>
                  </a:cubicBezTo>
                  <a:cubicBezTo>
                    <a:pt x="65722" y="0"/>
                    <a:pt x="86678" y="952"/>
                    <a:pt x="98108" y="2857"/>
                  </a:cubicBez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93A894E5-FA8A-1588-8ABF-AF3637A9F7AF}"/>
                </a:ext>
              </a:extLst>
            </p:cNvPr>
            <p:cNvSpPr/>
            <p:nvPr/>
          </p:nvSpPr>
          <p:spPr>
            <a:xfrm>
              <a:off x="11015531" y="647581"/>
              <a:ext cx="46318" cy="53521"/>
            </a:xfrm>
            <a:custGeom>
              <a:avLst/>
              <a:gdLst>
                <a:gd name="connsiteX0" fmla="*/ 153353 w 153352"/>
                <a:gd name="connsiteY0" fmla="*/ 85762 h 177201"/>
                <a:gd name="connsiteX1" fmla="*/ 153353 w 153352"/>
                <a:gd name="connsiteY1" fmla="*/ 95287 h 177201"/>
                <a:gd name="connsiteX2" fmla="*/ 143828 w 153352"/>
                <a:gd name="connsiteY2" fmla="*/ 103860 h 177201"/>
                <a:gd name="connsiteX3" fmla="*/ 46673 w 153352"/>
                <a:gd name="connsiteY3" fmla="*/ 103860 h 177201"/>
                <a:gd name="connsiteX4" fmla="*/ 81915 w 153352"/>
                <a:gd name="connsiteY4" fmla="*/ 137197 h 177201"/>
                <a:gd name="connsiteX5" fmla="*/ 137160 w 153352"/>
                <a:gd name="connsiteY5" fmla="*/ 137197 h 177201"/>
                <a:gd name="connsiteX6" fmla="*/ 141923 w 153352"/>
                <a:gd name="connsiteY6" fmla="*/ 141960 h 177201"/>
                <a:gd name="connsiteX7" fmla="*/ 141923 w 153352"/>
                <a:gd name="connsiteY7" fmla="*/ 167677 h 177201"/>
                <a:gd name="connsiteX8" fmla="*/ 137160 w 153352"/>
                <a:gd name="connsiteY8" fmla="*/ 172439 h 177201"/>
                <a:gd name="connsiteX9" fmla="*/ 78105 w 153352"/>
                <a:gd name="connsiteY9" fmla="*/ 177202 h 177201"/>
                <a:gd name="connsiteX10" fmla="*/ 0 w 153352"/>
                <a:gd name="connsiteY10" fmla="*/ 88620 h 177201"/>
                <a:gd name="connsiteX11" fmla="*/ 78105 w 153352"/>
                <a:gd name="connsiteY11" fmla="*/ 37 h 177201"/>
                <a:gd name="connsiteX12" fmla="*/ 153353 w 153352"/>
                <a:gd name="connsiteY12" fmla="*/ 85762 h 177201"/>
                <a:gd name="connsiteX13" fmla="*/ 45720 w 153352"/>
                <a:gd name="connsiteY13" fmla="*/ 73379 h 177201"/>
                <a:gd name="connsiteX14" fmla="*/ 107633 w 153352"/>
                <a:gd name="connsiteY14" fmla="*/ 73379 h 177201"/>
                <a:gd name="connsiteX15" fmla="*/ 77153 w 153352"/>
                <a:gd name="connsiteY15" fmla="*/ 39089 h 177201"/>
                <a:gd name="connsiteX16" fmla="*/ 45720 w 153352"/>
                <a:gd name="connsiteY16" fmla="*/ 73379 h 177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3352" h="177201">
                  <a:moveTo>
                    <a:pt x="153353" y="85762"/>
                  </a:moveTo>
                  <a:lnTo>
                    <a:pt x="153353" y="95287"/>
                  </a:lnTo>
                  <a:cubicBezTo>
                    <a:pt x="153353" y="101954"/>
                    <a:pt x="151448" y="103860"/>
                    <a:pt x="143828" y="103860"/>
                  </a:cubicBezTo>
                  <a:lnTo>
                    <a:pt x="46673" y="103860"/>
                  </a:lnTo>
                  <a:cubicBezTo>
                    <a:pt x="47625" y="131482"/>
                    <a:pt x="54292" y="137197"/>
                    <a:pt x="81915" y="137197"/>
                  </a:cubicBezTo>
                  <a:lnTo>
                    <a:pt x="137160" y="137197"/>
                  </a:lnTo>
                  <a:cubicBezTo>
                    <a:pt x="140017" y="137197"/>
                    <a:pt x="141923" y="139102"/>
                    <a:pt x="141923" y="141960"/>
                  </a:cubicBezTo>
                  <a:lnTo>
                    <a:pt x="141923" y="167677"/>
                  </a:lnTo>
                  <a:cubicBezTo>
                    <a:pt x="141923" y="171487"/>
                    <a:pt x="140017" y="172439"/>
                    <a:pt x="137160" y="172439"/>
                  </a:cubicBezTo>
                  <a:cubicBezTo>
                    <a:pt x="120967" y="176250"/>
                    <a:pt x="98108" y="177202"/>
                    <a:pt x="78105" y="177202"/>
                  </a:cubicBezTo>
                  <a:cubicBezTo>
                    <a:pt x="15240" y="177202"/>
                    <a:pt x="0" y="159104"/>
                    <a:pt x="0" y="88620"/>
                  </a:cubicBezTo>
                  <a:cubicBezTo>
                    <a:pt x="0" y="17182"/>
                    <a:pt x="15240" y="37"/>
                    <a:pt x="78105" y="37"/>
                  </a:cubicBezTo>
                  <a:cubicBezTo>
                    <a:pt x="138113" y="-915"/>
                    <a:pt x="153353" y="16229"/>
                    <a:pt x="153353" y="85762"/>
                  </a:cubicBezTo>
                  <a:close/>
                  <a:moveTo>
                    <a:pt x="45720" y="73379"/>
                  </a:moveTo>
                  <a:lnTo>
                    <a:pt x="107633" y="73379"/>
                  </a:lnTo>
                  <a:cubicBezTo>
                    <a:pt x="107633" y="45757"/>
                    <a:pt x="100013" y="39089"/>
                    <a:pt x="77153" y="39089"/>
                  </a:cubicBezTo>
                  <a:cubicBezTo>
                    <a:pt x="54292" y="39089"/>
                    <a:pt x="46673" y="45757"/>
                    <a:pt x="45720" y="73379"/>
                  </a:cubicBez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F4C9624B-F8E3-85AA-2986-0909FE925255}"/>
                </a:ext>
              </a:extLst>
            </p:cNvPr>
            <p:cNvSpPr/>
            <p:nvPr/>
          </p:nvSpPr>
          <p:spPr>
            <a:xfrm>
              <a:off x="11087350" y="649031"/>
              <a:ext cx="72705" cy="51784"/>
            </a:xfrm>
            <a:custGeom>
              <a:avLst/>
              <a:gdLst>
                <a:gd name="connsiteX0" fmla="*/ 236563 w 240716"/>
                <a:gd name="connsiteY0" fmla="*/ 0 h 171450"/>
                <a:gd name="connsiteX1" fmla="*/ 240373 w 240716"/>
                <a:gd name="connsiteY1" fmla="*/ 4763 h 171450"/>
                <a:gd name="connsiteX2" fmla="*/ 212751 w 240716"/>
                <a:gd name="connsiteY2" fmla="*/ 136208 h 171450"/>
                <a:gd name="connsiteX3" fmla="*/ 176556 w 240716"/>
                <a:gd name="connsiteY3" fmla="*/ 171450 h 171450"/>
                <a:gd name="connsiteX4" fmla="*/ 140361 w 240716"/>
                <a:gd name="connsiteY4" fmla="*/ 136208 h 171450"/>
                <a:gd name="connsiteX5" fmla="*/ 120358 w 240716"/>
                <a:gd name="connsiteY5" fmla="*/ 49530 h 171450"/>
                <a:gd name="connsiteX6" fmla="*/ 100356 w 240716"/>
                <a:gd name="connsiteY6" fmla="*/ 136208 h 171450"/>
                <a:gd name="connsiteX7" fmla="*/ 64161 w 240716"/>
                <a:gd name="connsiteY7" fmla="*/ 171450 h 171450"/>
                <a:gd name="connsiteX8" fmla="*/ 27966 w 240716"/>
                <a:gd name="connsiteY8" fmla="*/ 136208 h 171450"/>
                <a:gd name="connsiteX9" fmla="*/ 344 w 240716"/>
                <a:gd name="connsiteY9" fmla="*/ 4763 h 171450"/>
                <a:gd name="connsiteX10" fmla="*/ 4154 w 240716"/>
                <a:gd name="connsiteY10" fmla="*/ 0 h 171450"/>
                <a:gd name="connsiteX11" fmla="*/ 27013 w 240716"/>
                <a:gd name="connsiteY11" fmla="*/ 0 h 171450"/>
                <a:gd name="connsiteX12" fmla="*/ 30823 w 240716"/>
                <a:gd name="connsiteY12" fmla="*/ 4763 h 171450"/>
                <a:gd name="connsiteX13" fmla="*/ 56541 w 240716"/>
                <a:gd name="connsiteY13" fmla="*/ 132398 h 171450"/>
                <a:gd name="connsiteX14" fmla="*/ 65113 w 240716"/>
                <a:gd name="connsiteY14" fmla="*/ 143827 h 171450"/>
                <a:gd name="connsiteX15" fmla="*/ 73686 w 240716"/>
                <a:gd name="connsiteY15" fmla="*/ 132398 h 171450"/>
                <a:gd name="connsiteX16" fmla="*/ 103213 w 240716"/>
                <a:gd name="connsiteY16" fmla="*/ 9525 h 171450"/>
                <a:gd name="connsiteX17" fmla="*/ 107976 w 240716"/>
                <a:gd name="connsiteY17" fmla="*/ 4763 h 171450"/>
                <a:gd name="connsiteX18" fmla="*/ 133694 w 240716"/>
                <a:gd name="connsiteY18" fmla="*/ 4763 h 171450"/>
                <a:gd name="connsiteX19" fmla="*/ 138456 w 240716"/>
                <a:gd name="connsiteY19" fmla="*/ 9525 h 171450"/>
                <a:gd name="connsiteX20" fmla="*/ 168936 w 240716"/>
                <a:gd name="connsiteY20" fmla="*/ 132398 h 171450"/>
                <a:gd name="connsiteX21" fmla="*/ 177508 w 240716"/>
                <a:gd name="connsiteY21" fmla="*/ 143827 h 171450"/>
                <a:gd name="connsiteX22" fmla="*/ 186081 w 240716"/>
                <a:gd name="connsiteY22" fmla="*/ 132398 h 171450"/>
                <a:gd name="connsiteX23" fmla="*/ 211798 w 240716"/>
                <a:gd name="connsiteY23" fmla="*/ 4763 h 171450"/>
                <a:gd name="connsiteX24" fmla="*/ 215608 w 240716"/>
                <a:gd name="connsiteY24" fmla="*/ 0 h 171450"/>
                <a:gd name="connsiteX25" fmla="*/ 236563 w 240716"/>
                <a:gd name="connsiteY25" fmla="*/ 0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40716" h="171450">
                  <a:moveTo>
                    <a:pt x="236563" y="0"/>
                  </a:moveTo>
                  <a:cubicBezTo>
                    <a:pt x="240373" y="0"/>
                    <a:pt x="241326" y="952"/>
                    <a:pt x="240373" y="4763"/>
                  </a:cubicBezTo>
                  <a:lnTo>
                    <a:pt x="212751" y="136208"/>
                  </a:lnTo>
                  <a:cubicBezTo>
                    <a:pt x="206083" y="166688"/>
                    <a:pt x="201321" y="171450"/>
                    <a:pt x="176556" y="171450"/>
                  </a:cubicBezTo>
                  <a:cubicBezTo>
                    <a:pt x="148933" y="171450"/>
                    <a:pt x="147981" y="167640"/>
                    <a:pt x="140361" y="136208"/>
                  </a:cubicBezTo>
                  <a:lnTo>
                    <a:pt x="120358" y="49530"/>
                  </a:lnTo>
                  <a:lnTo>
                    <a:pt x="100356" y="136208"/>
                  </a:lnTo>
                  <a:cubicBezTo>
                    <a:pt x="92736" y="167640"/>
                    <a:pt x="91783" y="171450"/>
                    <a:pt x="64161" y="171450"/>
                  </a:cubicBezTo>
                  <a:cubicBezTo>
                    <a:pt x="39396" y="171450"/>
                    <a:pt x="34633" y="166688"/>
                    <a:pt x="27966" y="136208"/>
                  </a:cubicBezTo>
                  <a:lnTo>
                    <a:pt x="344" y="4763"/>
                  </a:lnTo>
                  <a:cubicBezTo>
                    <a:pt x="-609" y="952"/>
                    <a:pt x="344" y="0"/>
                    <a:pt x="4154" y="0"/>
                  </a:cubicBezTo>
                  <a:lnTo>
                    <a:pt x="27013" y="0"/>
                  </a:lnTo>
                  <a:cubicBezTo>
                    <a:pt x="28919" y="0"/>
                    <a:pt x="29871" y="952"/>
                    <a:pt x="30823" y="4763"/>
                  </a:cubicBezTo>
                  <a:lnTo>
                    <a:pt x="56541" y="132398"/>
                  </a:lnTo>
                  <a:cubicBezTo>
                    <a:pt x="59398" y="142875"/>
                    <a:pt x="61304" y="143827"/>
                    <a:pt x="65113" y="143827"/>
                  </a:cubicBezTo>
                  <a:cubicBezTo>
                    <a:pt x="70829" y="143827"/>
                    <a:pt x="70829" y="142875"/>
                    <a:pt x="73686" y="132398"/>
                  </a:cubicBezTo>
                  <a:lnTo>
                    <a:pt x="103213" y="9525"/>
                  </a:lnTo>
                  <a:cubicBezTo>
                    <a:pt x="104166" y="5715"/>
                    <a:pt x="105119" y="4763"/>
                    <a:pt x="107976" y="4763"/>
                  </a:cubicBezTo>
                  <a:lnTo>
                    <a:pt x="133694" y="4763"/>
                  </a:lnTo>
                  <a:cubicBezTo>
                    <a:pt x="136551" y="4763"/>
                    <a:pt x="137504" y="5715"/>
                    <a:pt x="138456" y="9525"/>
                  </a:cubicBezTo>
                  <a:lnTo>
                    <a:pt x="168936" y="132398"/>
                  </a:lnTo>
                  <a:cubicBezTo>
                    <a:pt x="171794" y="142875"/>
                    <a:pt x="171794" y="143827"/>
                    <a:pt x="177508" y="143827"/>
                  </a:cubicBezTo>
                  <a:cubicBezTo>
                    <a:pt x="181319" y="143827"/>
                    <a:pt x="183223" y="142875"/>
                    <a:pt x="186081" y="132398"/>
                  </a:cubicBezTo>
                  <a:lnTo>
                    <a:pt x="211798" y="4763"/>
                  </a:lnTo>
                  <a:cubicBezTo>
                    <a:pt x="212751" y="952"/>
                    <a:pt x="213704" y="0"/>
                    <a:pt x="215608" y="0"/>
                  </a:cubicBezTo>
                  <a:lnTo>
                    <a:pt x="236563" y="0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BFDCEE73-CC6A-8C17-C7AF-36766DEA51D9}"/>
                </a:ext>
              </a:extLst>
            </p:cNvPr>
            <p:cNvSpPr/>
            <p:nvPr/>
          </p:nvSpPr>
          <p:spPr>
            <a:xfrm>
              <a:off x="11167719" y="648168"/>
              <a:ext cx="42578" cy="52360"/>
            </a:xfrm>
            <a:custGeom>
              <a:avLst/>
              <a:gdLst>
                <a:gd name="connsiteX0" fmla="*/ 140970 w 140969"/>
                <a:gd name="connsiteY0" fmla="*/ 82868 h 173355"/>
                <a:gd name="connsiteX1" fmla="*/ 140970 w 140969"/>
                <a:gd name="connsiteY1" fmla="*/ 91440 h 173355"/>
                <a:gd name="connsiteX2" fmla="*/ 129540 w 140969"/>
                <a:gd name="connsiteY2" fmla="*/ 100013 h 173355"/>
                <a:gd name="connsiteX3" fmla="*/ 30480 w 140969"/>
                <a:gd name="connsiteY3" fmla="*/ 100013 h 173355"/>
                <a:gd name="connsiteX4" fmla="*/ 71438 w 140969"/>
                <a:gd name="connsiteY4" fmla="*/ 147638 h 173355"/>
                <a:gd name="connsiteX5" fmla="*/ 122872 w 140969"/>
                <a:gd name="connsiteY5" fmla="*/ 147638 h 173355"/>
                <a:gd name="connsiteX6" fmla="*/ 127635 w 140969"/>
                <a:gd name="connsiteY6" fmla="*/ 152400 h 173355"/>
                <a:gd name="connsiteX7" fmla="*/ 127635 w 140969"/>
                <a:gd name="connsiteY7" fmla="*/ 165735 h 173355"/>
                <a:gd name="connsiteX8" fmla="*/ 122872 w 140969"/>
                <a:gd name="connsiteY8" fmla="*/ 170498 h 173355"/>
                <a:gd name="connsiteX9" fmla="*/ 70485 w 140969"/>
                <a:gd name="connsiteY9" fmla="*/ 173355 h 173355"/>
                <a:gd name="connsiteX10" fmla="*/ 0 w 140969"/>
                <a:gd name="connsiteY10" fmla="*/ 86678 h 173355"/>
                <a:gd name="connsiteX11" fmla="*/ 70485 w 140969"/>
                <a:gd name="connsiteY11" fmla="*/ 0 h 173355"/>
                <a:gd name="connsiteX12" fmla="*/ 140970 w 140969"/>
                <a:gd name="connsiteY12" fmla="*/ 82868 h 173355"/>
                <a:gd name="connsiteX13" fmla="*/ 30480 w 140969"/>
                <a:gd name="connsiteY13" fmla="*/ 76200 h 173355"/>
                <a:gd name="connsiteX14" fmla="*/ 111442 w 140969"/>
                <a:gd name="connsiteY14" fmla="*/ 76200 h 173355"/>
                <a:gd name="connsiteX15" fmla="*/ 72390 w 140969"/>
                <a:gd name="connsiteY15" fmla="*/ 26670 h 173355"/>
                <a:gd name="connsiteX16" fmla="*/ 30480 w 140969"/>
                <a:gd name="connsiteY16" fmla="*/ 76200 h 173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0969" h="173355">
                  <a:moveTo>
                    <a:pt x="140970" y="82868"/>
                  </a:moveTo>
                  <a:lnTo>
                    <a:pt x="140970" y="91440"/>
                  </a:lnTo>
                  <a:cubicBezTo>
                    <a:pt x="140970" y="98108"/>
                    <a:pt x="139065" y="100013"/>
                    <a:pt x="129540" y="100013"/>
                  </a:cubicBezTo>
                  <a:lnTo>
                    <a:pt x="30480" y="100013"/>
                  </a:lnTo>
                  <a:cubicBezTo>
                    <a:pt x="31432" y="138113"/>
                    <a:pt x="38100" y="147638"/>
                    <a:pt x="71438" y="147638"/>
                  </a:cubicBezTo>
                  <a:lnTo>
                    <a:pt x="122872" y="147638"/>
                  </a:lnTo>
                  <a:cubicBezTo>
                    <a:pt x="125730" y="147638"/>
                    <a:pt x="127635" y="149543"/>
                    <a:pt x="127635" y="152400"/>
                  </a:cubicBezTo>
                  <a:lnTo>
                    <a:pt x="127635" y="165735"/>
                  </a:lnTo>
                  <a:cubicBezTo>
                    <a:pt x="127635" y="168593"/>
                    <a:pt x="125730" y="170498"/>
                    <a:pt x="122872" y="170498"/>
                  </a:cubicBezTo>
                  <a:cubicBezTo>
                    <a:pt x="106680" y="172403"/>
                    <a:pt x="89535" y="173355"/>
                    <a:pt x="70485" y="173355"/>
                  </a:cubicBezTo>
                  <a:cubicBezTo>
                    <a:pt x="12382" y="173355"/>
                    <a:pt x="0" y="156210"/>
                    <a:pt x="0" y="86678"/>
                  </a:cubicBezTo>
                  <a:cubicBezTo>
                    <a:pt x="0" y="17145"/>
                    <a:pt x="12382" y="0"/>
                    <a:pt x="70485" y="0"/>
                  </a:cubicBezTo>
                  <a:cubicBezTo>
                    <a:pt x="126682" y="953"/>
                    <a:pt x="140017" y="17145"/>
                    <a:pt x="140970" y="82868"/>
                  </a:cubicBezTo>
                  <a:close/>
                  <a:moveTo>
                    <a:pt x="30480" y="76200"/>
                  </a:moveTo>
                  <a:lnTo>
                    <a:pt x="111442" y="76200"/>
                  </a:lnTo>
                  <a:cubicBezTo>
                    <a:pt x="110490" y="37148"/>
                    <a:pt x="103822" y="26670"/>
                    <a:pt x="72390" y="26670"/>
                  </a:cubicBezTo>
                  <a:cubicBezTo>
                    <a:pt x="38100" y="26670"/>
                    <a:pt x="31432" y="37148"/>
                    <a:pt x="30480" y="76200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13A7474-0526-F336-D568-0F40AB0EDE87}"/>
                </a:ext>
              </a:extLst>
            </p:cNvPr>
            <p:cNvSpPr/>
            <p:nvPr/>
          </p:nvSpPr>
          <p:spPr>
            <a:xfrm>
              <a:off x="11240217" y="648630"/>
              <a:ext cx="37687" cy="52472"/>
            </a:xfrm>
            <a:custGeom>
              <a:avLst/>
              <a:gdLst>
                <a:gd name="connsiteX0" fmla="*/ 120015 w 124777"/>
                <a:gd name="connsiteY0" fmla="*/ 2279 h 173728"/>
                <a:gd name="connsiteX1" fmla="*/ 124778 w 124777"/>
                <a:gd name="connsiteY1" fmla="*/ 7994 h 173728"/>
                <a:gd name="connsiteX2" fmla="*/ 124778 w 124777"/>
                <a:gd name="connsiteY2" fmla="*/ 21329 h 173728"/>
                <a:gd name="connsiteX3" fmla="*/ 120015 w 124777"/>
                <a:gd name="connsiteY3" fmla="*/ 26091 h 173728"/>
                <a:gd name="connsiteX4" fmla="*/ 73343 w 124777"/>
                <a:gd name="connsiteY4" fmla="*/ 26091 h 173728"/>
                <a:gd name="connsiteX5" fmla="*/ 31433 w 124777"/>
                <a:gd name="connsiteY5" fmla="*/ 87051 h 173728"/>
                <a:gd name="connsiteX6" fmla="*/ 73343 w 124777"/>
                <a:gd name="connsiteY6" fmla="*/ 147059 h 173728"/>
                <a:gd name="connsiteX7" fmla="*/ 120015 w 124777"/>
                <a:gd name="connsiteY7" fmla="*/ 147059 h 173728"/>
                <a:gd name="connsiteX8" fmla="*/ 124778 w 124777"/>
                <a:gd name="connsiteY8" fmla="*/ 151821 h 173728"/>
                <a:gd name="connsiteX9" fmla="*/ 124778 w 124777"/>
                <a:gd name="connsiteY9" fmla="*/ 165156 h 173728"/>
                <a:gd name="connsiteX10" fmla="*/ 120015 w 124777"/>
                <a:gd name="connsiteY10" fmla="*/ 170871 h 173728"/>
                <a:gd name="connsiteX11" fmla="*/ 72390 w 124777"/>
                <a:gd name="connsiteY11" fmla="*/ 173729 h 173728"/>
                <a:gd name="connsiteX12" fmla="*/ 0 w 124777"/>
                <a:gd name="connsiteY12" fmla="*/ 87051 h 173728"/>
                <a:gd name="connsiteX13" fmla="*/ 72390 w 124777"/>
                <a:gd name="connsiteY13" fmla="*/ 374 h 173728"/>
                <a:gd name="connsiteX14" fmla="*/ 120015 w 124777"/>
                <a:gd name="connsiteY14" fmla="*/ 2279 h 173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4777" h="173728">
                  <a:moveTo>
                    <a:pt x="120015" y="2279"/>
                  </a:moveTo>
                  <a:cubicBezTo>
                    <a:pt x="122873" y="2279"/>
                    <a:pt x="124778" y="4184"/>
                    <a:pt x="124778" y="7994"/>
                  </a:cubicBezTo>
                  <a:lnTo>
                    <a:pt x="124778" y="21329"/>
                  </a:lnTo>
                  <a:cubicBezTo>
                    <a:pt x="124778" y="24186"/>
                    <a:pt x="122873" y="26091"/>
                    <a:pt x="120015" y="26091"/>
                  </a:cubicBezTo>
                  <a:lnTo>
                    <a:pt x="73343" y="26091"/>
                  </a:lnTo>
                  <a:cubicBezTo>
                    <a:pt x="36195" y="26091"/>
                    <a:pt x="31433" y="38474"/>
                    <a:pt x="31433" y="87051"/>
                  </a:cubicBezTo>
                  <a:cubicBezTo>
                    <a:pt x="31433" y="135629"/>
                    <a:pt x="36195" y="147059"/>
                    <a:pt x="73343" y="147059"/>
                  </a:cubicBezTo>
                  <a:lnTo>
                    <a:pt x="120015" y="147059"/>
                  </a:lnTo>
                  <a:cubicBezTo>
                    <a:pt x="122873" y="147059"/>
                    <a:pt x="124778" y="148964"/>
                    <a:pt x="124778" y="151821"/>
                  </a:cubicBezTo>
                  <a:lnTo>
                    <a:pt x="124778" y="165156"/>
                  </a:lnTo>
                  <a:cubicBezTo>
                    <a:pt x="124778" y="168014"/>
                    <a:pt x="122873" y="169919"/>
                    <a:pt x="120015" y="170871"/>
                  </a:cubicBezTo>
                  <a:cubicBezTo>
                    <a:pt x="103823" y="172776"/>
                    <a:pt x="85725" y="173729"/>
                    <a:pt x="72390" y="173729"/>
                  </a:cubicBezTo>
                  <a:cubicBezTo>
                    <a:pt x="12383" y="173729"/>
                    <a:pt x="0" y="156584"/>
                    <a:pt x="0" y="87051"/>
                  </a:cubicBezTo>
                  <a:cubicBezTo>
                    <a:pt x="0" y="17519"/>
                    <a:pt x="11430" y="374"/>
                    <a:pt x="72390" y="374"/>
                  </a:cubicBezTo>
                  <a:cubicBezTo>
                    <a:pt x="85725" y="-579"/>
                    <a:pt x="103823" y="374"/>
                    <a:pt x="120015" y="2279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1D2D0CE5-2CBA-3650-ABC4-CDD58FB224C4}"/>
                </a:ext>
              </a:extLst>
            </p:cNvPr>
            <p:cNvSpPr/>
            <p:nvPr/>
          </p:nvSpPr>
          <p:spPr>
            <a:xfrm>
              <a:off x="11284522" y="648455"/>
              <a:ext cx="40564" cy="52072"/>
            </a:xfrm>
            <a:custGeom>
              <a:avLst/>
              <a:gdLst>
                <a:gd name="connsiteX0" fmla="*/ 134302 w 134302"/>
                <a:gd name="connsiteY0" fmla="*/ 48577 h 172402"/>
                <a:gd name="connsiteX1" fmla="*/ 134302 w 134302"/>
                <a:gd name="connsiteY1" fmla="*/ 157163 h 172402"/>
                <a:gd name="connsiteX2" fmla="*/ 128588 w 134302"/>
                <a:gd name="connsiteY2" fmla="*/ 165735 h 172402"/>
                <a:gd name="connsiteX3" fmla="*/ 60007 w 134302"/>
                <a:gd name="connsiteY3" fmla="*/ 172402 h 172402"/>
                <a:gd name="connsiteX4" fmla="*/ 0 w 134302"/>
                <a:gd name="connsiteY4" fmla="*/ 121920 h 172402"/>
                <a:gd name="connsiteX5" fmla="*/ 55245 w 134302"/>
                <a:gd name="connsiteY5" fmla="*/ 74295 h 172402"/>
                <a:gd name="connsiteX6" fmla="*/ 105727 w 134302"/>
                <a:gd name="connsiteY6" fmla="*/ 74295 h 172402"/>
                <a:gd name="connsiteX7" fmla="*/ 105727 w 134302"/>
                <a:gd name="connsiteY7" fmla="*/ 53340 h 172402"/>
                <a:gd name="connsiteX8" fmla="*/ 65722 w 134302"/>
                <a:gd name="connsiteY8" fmla="*/ 25717 h 172402"/>
                <a:gd name="connsiteX9" fmla="*/ 19050 w 134302"/>
                <a:gd name="connsiteY9" fmla="*/ 25717 h 172402"/>
                <a:gd name="connsiteX10" fmla="*/ 14288 w 134302"/>
                <a:gd name="connsiteY10" fmla="*/ 20955 h 172402"/>
                <a:gd name="connsiteX11" fmla="*/ 14288 w 134302"/>
                <a:gd name="connsiteY11" fmla="*/ 8572 h 172402"/>
                <a:gd name="connsiteX12" fmla="*/ 19050 w 134302"/>
                <a:gd name="connsiteY12" fmla="*/ 3810 h 172402"/>
                <a:gd name="connsiteX13" fmla="*/ 65722 w 134302"/>
                <a:gd name="connsiteY13" fmla="*/ 0 h 172402"/>
                <a:gd name="connsiteX14" fmla="*/ 134302 w 134302"/>
                <a:gd name="connsiteY14" fmla="*/ 48577 h 172402"/>
                <a:gd name="connsiteX15" fmla="*/ 54292 w 134302"/>
                <a:gd name="connsiteY15" fmla="*/ 99060 h 172402"/>
                <a:gd name="connsiteX16" fmla="*/ 28575 w 134302"/>
                <a:gd name="connsiteY16" fmla="*/ 121920 h 172402"/>
                <a:gd name="connsiteX17" fmla="*/ 64770 w 134302"/>
                <a:gd name="connsiteY17" fmla="*/ 146685 h 172402"/>
                <a:gd name="connsiteX18" fmla="*/ 104775 w 134302"/>
                <a:gd name="connsiteY18" fmla="*/ 142875 h 172402"/>
                <a:gd name="connsiteX19" fmla="*/ 104775 w 134302"/>
                <a:gd name="connsiteY19" fmla="*/ 98107 h 172402"/>
                <a:gd name="connsiteX20" fmla="*/ 54292 w 134302"/>
                <a:gd name="connsiteY20" fmla="*/ 98107 h 172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34302" h="172402">
                  <a:moveTo>
                    <a:pt x="134302" y="48577"/>
                  </a:moveTo>
                  <a:lnTo>
                    <a:pt x="134302" y="157163"/>
                  </a:lnTo>
                  <a:cubicBezTo>
                    <a:pt x="134302" y="160020"/>
                    <a:pt x="134302" y="163830"/>
                    <a:pt x="128588" y="165735"/>
                  </a:cubicBezTo>
                  <a:cubicBezTo>
                    <a:pt x="118110" y="169545"/>
                    <a:pt x="90488" y="172402"/>
                    <a:pt x="60007" y="172402"/>
                  </a:cubicBezTo>
                  <a:cubicBezTo>
                    <a:pt x="19050" y="172402"/>
                    <a:pt x="0" y="163830"/>
                    <a:pt x="0" y="121920"/>
                  </a:cubicBezTo>
                  <a:cubicBezTo>
                    <a:pt x="0" y="84772"/>
                    <a:pt x="20002" y="74295"/>
                    <a:pt x="55245" y="74295"/>
                  </a:cubicBezTo>
                  <a:lnTo>
                    <a:pt x="105727" y="74295"/>
                  </a:lnTo>
                  <a:lnTo>
                    <a:pt x="105727" y="53340"/>
                  </a:lnTo>
                  <a:cubicBezTo>
                    <a:pt x="105727" y="34290"/>
                    <a:pt x="94297" y="25717"/>
                    <a:pt x="65722" y="25717"/>
                  </a:cubicBezTo>
                  <a:lnTo>
                    <a:pt x="19050" y="25717"/>
                  </a:lnTo>
                  <a:cubicBezTo>
                    <a:pt x="15240" y="25717"/>
                    <a:pt x="14288" y="24765"/>
                    <a:pt x="14288" y="20955"/>
                  </a:cubicBezTo>
                  <a:lnTo>
                    <a:pt x="14288" y="8572"/>
                  </a:lnTo>
                  <a:cubicBezTo>
                    <a:pt x="14288" y="4763"/>
                    <a:pt x="15240" y="3810"/>
                    <a:pt x="19050" y="3810"/>
                  </a:cubicBezTo>
                  <a:cubicBezTo>
                    <a:pt x="37147" y="952"/>
                    <a:pt x="53340" y="0"/>
                    <a:pt x="65722" y="0"/>
                  </a:cubicBezTo>
                  <a:cubicBezTo>
                    <a:pt x="112395" y="0"/>
                    <a:pt x="134302" y="15240"/>
                    <a:pt x="134302" y="48577"/>
                  </a:cubicBezTo>
                  <a:close/>
                  <a:moveTo>
                    <a:pt x="54292" y="99060"/>
                  </a:moveTo>
                  <a:cubicBezTo>
                    <a:pt x="37147" y="99060"/>
                    <a:pt x="28575" y="104775"/>
                    <a:pt x="28575" y="121920"/>
                  </a:cubicBezTo>
                  <a:cubicBezTo>
                    <a:pt x="28575" y="142875"/>
                    <a:pt x="39052" y="146685"/>
                    <a:pt x="64770" y="146685"/>
                  </a:cubicBezTo>
                  <a:cubicBezTo>
                    <a:pt x="74295" y="146685"/>
                    <a:pt x="92392" y="145732"/>
                    <a:pt x="104775" y="142875"/>
                  </a:cubicBezTo>
                  <a:lnTo>
                    <a:pt x="104775" y="98107"/>
                  </a:lnTo>
                  <a:lnTo>
                    <a:pt x="54292" y="98107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B249888E-934F-9B0B-2700-EF369D38D6F1}"/>
                </a:ext>
              </a:extLst>
            </p:cNvPr>
            <p:cNvSpPr/>
            <p:nvPr/>
          </p:nvSpPr>
          <p:spPr>
            <a:xfrm>
              <a:off x="11337169" y="648719"/>
              <a:ext cx="43154" cy="51521"/>
            </a:xfrm>
            <a:custGeom>
              <a:avLst/>
              <a:gdLst>
                <a:gd name="connsiteX0" fmla="*/ 142875 w 142875"/>
                <a:gd name="connsiteY0" fmla="*/ 71517 h 170577"/>
                <a:gd name="connsiteX1" fmla="*/ 142875 w 142875"/>
                <a:gd name="connsiteY1" fmla="*/ 165815 h 170577"/>
                <a:gd name="connsiteX2" fmla="*/ 137160 w 142875"/>
                <a:gd name="connsiteY2" fmla="*/ 170577 h 170577"/>
                <a:gd name="connsiteX3" fmla="*/ 117157 w 142875"/>
                <a:gd name="connsiteY3" fmla="*/ 170577 h 170577"/>
                <a:gd name="connsiteX4" fmla="*/ 112395 w 142875"/>
                <a:gd name="connsiteY4" fmla="*/ 165815 h 170577"/>
                <a:gd name="connsiteX5" fmla="*/ 112395 w 142875"/>
                <a:gd name="connsiteY5" fmla="*/ 74375 h 170577"/>
                <a:gd name="connsiteX6" fmla="*/ 73343 w 142875"/>
                <a:gd name="connsiteY6" fmla="*/ 24845 h 170577"/>
                <a:gd name="connsiteX7" fmla="*/ 30480 w 142875"/>
                <a:gd name="connsiteY7" fmla="*/ 24845 h 170577"/>
                <a:gd name="connsiteX8" fmla="*/ 30480 w 142875"/>
                <a:gd name="connsiteY8" fmla="*/ 165815 h 170577"/>
                <a:gd name="connsiteX9" fmla="*/ 25718 w 142875"/>
                <a:gd name="connsiteY9" fmla="*/ 170577 h 170577"/>
                <a:gd name="connsiteX10" fmla="*/ 4763 w 142875"/>
                <a:gd name="connsiteY10" fmla="*/ 170577 h 170577"/>
                <a:gd name="connsiteX11" fmla="*/ 0 w 142875"/>
                <a:gd name="connsiteY11" fmla="*/ 165815 h 170577"/>
                <a:gd name="connsiteX12" fmla="*/ 0 w 142875"/>
                <a:gd name="connsiteY12" fmla="*/ 9605 h 170577"/>
                <a:gd name="connsiteX13" fmla="*/ 4763 w 142875"/>
                <a:gd name="connsiteY13" fmla="*/ 4842 h 170577"/>
                <a:gd name="connsiteX14" fmla="*/ 69532 w 142875"/>
                <a:gd name="connsiteY14" fmla="*/ 80 h 170577"/>
                <a:gd name="connsiteX15" fmla="*/ 142875 w 142875"/>
                <a:gd name="connsiteY15" fmla="*/ 71517 h 170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2875" h="170577">
                  <a:moveTo>
                    <a:pt x="142875" y="71517"/>
                  </a:moveTo>
                  <a:lnTo>
                    <a:pt x="142875" y="165815"/>
                  </a:lnTo>
                  <a:cubicBezTo>
                    <a:pt x="142875" y="168672"/>
                    <a:pt x="140970" y="170577"/>
                    <a:pt x="137160" y="170577"/>
                  </a:cubicBezTo>
                  <a:lnTo>
                    <a:pt x="117157" y="170577"/>
                  </a:lnTo>
                  <a:cubicBezTo>
                    <a:pt x="114300" y="170577"/>
                    <a:pt x="112395" y="168672"/>
                    <a:pt x="112395" y="165815"/>
                  </a:cubicBezTo>
                  <a:lnTo>
                    <a:pt x="112395" y="74375"/>
                  </a:lnTo>
                  <a:cubicBezTo>
                    <a:pt x="112395" y="26750"/>
                    <a:pt x="102870" y="24845"/>
                    <a:pt x="73343" y="24845"/>
                  </a:cubicBezTo>
                  <a:lnTo>
                    <a:pt x="30480" y="24845"/>
                  </a:lnTo>
                  <a:lnTo>
                    <a:pt x="30480" y="165815"/>
                  </a:lnTo>
                  <a:cubicBezTo>
                    <a:pt x="30480" y="168672"/>
                    <a:pt x="28575" y="170577"/>
                    <a:pt x="25718" y="170577"/>
                  </a:cubicBezTo>
                  <a:lnTo>
                    <a:pt x="4763" y="170577"/>
                  </a:lnTo>
                  <a:cubicBezTo>
                    <a:pt x="1905" y="170577"/>
                    <a:pt x="0" y="168672"/>
                    <a:pt x="0" y="165815"/>
                  </a:cubicBezTo>
                  <a:lnTo>
                    <a:pt x="0" y="9605"/>
                  </a:lnTo>
                  <a:cubicBezTo>
                    <a:pt x="0" y="5795"/>
                    <a:pt x="1905" y="4842"/>
                    <a:pt x="4763" y="4842"/>
                  </a:cubicBezTo>
                  <a:cubicBezTo>
                    <a:pt x="28575" y="80"/>
                    <a:pt x="54293" y="80"/>
                    <a:pt x="69532" y="80"/>
                  </a:cubicBezTo>
                  <a:cubicBezTo>
                    <a:pt x="125730" y="-873"/>
                    <a:pt x="142875" y="5795"/>
                    <a:pt x="142875" y="7151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96CD30A-B564-ABD4-5F9F-015F33A3C0FB}"/>
                </a:ext>
              </a:extLst>
            </p:cNvPr>
            <p:cNvSpPr/>
            <p:nvPr/>
          </p:nvSpPr>
          <p:spPr>
            <a:xfrm>
              <a:off x="11411106" y="648455"/>
              <a:ext cx="40564" cy="52072"/>
            </a:xfrm>
            <a:custGeom>
              <a:avLst/>
              <a:gdLst>
                <a:gd name="connsiteX0" fmla="*/ 134302 w 134302"/>
                <a:gd name="connsiteY0" fmla="*/ 48577 h 172402"/>
                <a:gd name="connsiteX1" fmla="*/ 134302 w 134302"/>
                <a:gd name="connsiteY1" fmla="*/ 157163 h 172402"/>
                <a:gd name="connsiteX2" fmla="*/ 128588 w 134302"/>
                <a:gd name="connsiteY2" fmla="*/ 165735 h 172402"/>
                <a:gd name="connsiteX3" fmla="*/ 60007 w 134302"/>
                <a:gd name="connsiteY3" fmla="*/ 172402 h 172402"/>
                <a:gd name="connsiteX4" fmla="*/ 0 w 134302"/>
                <a:gd name="connsiteY4" fmla="*/ 121920 h 172402"/>
                <a:gd name="connsiteX5" fmla="*/ 55245 w 134302"/>
                <a:gd name="connsiteY5" fmla="*/ 74295 h 172402"/>
                <a:gd name="connsiteX6" fmla="*/ 105727 w 134302"/>
                <a:gd name="connsiteY6" fmla="*/ 74295 h 172402"/>
                <a:gd name="connsiteX7" fmla="*/ 105727 w 134302"/>
                <a:gd name="connsiteY7" fmla="*/ 53340 h 172402"/>
                <a:gd name="connsiteX8" fmla="*/ 65722 w 134302"/>
                <a:gd name="connsiteY8" fmla="*/ 25717 h 172402"/>
                <a:gd name="connsiteX9" fmla="*/ 19050 w 134302"/>
                <a:gd name="connsiteY9" fmla="*/ 25717 h 172402"/>
                <a:gd name="connsiteX10" fmla="*/ 14288 w 134302"/>
                <a:gd name="connsiteY10" fmla="*/ 20955 h 172402"/>
                <a:gd name="connsiteX11" fmla="*/ 14288 w 134302"/>
                <a:gd name="connsiteY11" fmla="*/ 8572 h 172402"/>
                <a:gd name="connsiteX12" fmla="*/ 19050 w 134302"/>
                <a:gd name="connsiteY12" fmla="*/ 3810 h 172402"/>
                <a:gd name="connsiteX13" fmla="*/ 65722 w 134302"/>
                <a:gd name="connsiteY13" fmla="*/ 0 h 172402"/>
                <a:gd name="connsiteX14" fmla="*/ 134302 w 134302"/>
                <a:gd name="connsiteY14" fmla="*/ 48577 h 172402"/>
                <a:gd name="connsiteX15" fmla="*/ 54292 w 134302"/>
                <a:gd name="connsiteY15" fmla="*/ 99060 h 172402"/>
                <a:gd name="connsiteX16" fmla="*/ 28575 w 134302"/>
                <a:gd name="connsiteY16" fmla="*/ 121920 h 172402"/>
                <a:gd name="connsiteX17" fmla="*/ 64770 w 134302"/>
                <a:gd name="connsiteY17" fmla="*/ 146685 h 172402"/>
                <a:gd name="connsiteX18" fmla="*/ 104775 w 134302"/>
                <a:gd name="connsiteY18" fmla="*/ 142875 h 172402"/>
                <a:gd name="connsiteX19" fmla="*/ 104775 w 134302"/>
                <a:gd name="connsiteY19" fmla="*/ 98107 h 172402"/>
                <a:gd name="connsiteX20" fmla="*/ 54292 w 134302"/>
                <a:gd name="connsiteY20" fmla="*/ 98107 h 172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34302" h="172402">
                  <a:moveTo>
                    <a:pt x="134302" y="48577"/>
                  </a:moveTo>
                  <a:lnTo>
                    <a:pt x="134302" y="157163"/>
                  </a:lnTo>
                  <a:cubicBezTo>
                    <a:pt x="134302" y="160020"/>
                    <a:pt x="134302" y="163830"/>
                    <a:pt x="128588" y="165735"/>
                  </a:cubicBezTo>
                  <a:cubicBezTo>
                    <a:pt x="118110" y="169545"/>
                    <a:pt x="90488" y="172402"/>
                    <a:pt x="60007" y="172402"/>
                  </a:cubicBezTo>
                  <a:cubicBezTo>
                    <a:pt x="19050" y="172402"/>
                    <a:pt x="0" y="163830"/>
                    <a:pt x="0" y="121920"/>
                  </a:cubicBezTo>
                  <a:cubicBezTo>
                    <a:pt x="0" y="84772"/>
                    <a:pt x="20002" y="74295"/>
                    <a:pt x="55245" y="74295"/>
                  </a:cubicBezTo>
                  <a:lnTo>
                    <a:pt x="105727" y="74295"/>
                  </a:lnTo>
                  <a:lnTo>
                    <a:pt x="105727" y="53340"/>
                  </a:lnTo>
                  <a:cubicBezTo>
                    <a:pt x="105727" y="34290"/>
                    <a:pt x="94297" y="25717"/>
                    <a:pt x="65722" y="25717"/>
                  </a:cubicBezTo>
                  <a:lnTo>
                    <a:pt x="19050" y="25717"/>
                  </a:lnTo>
                  <a:cubicBezTo>
                    <a:pt x="15240" y="25717"/>
                    <a:pt x="14288" y="24765"/>
                    <a:pt x="14288" y="20955"/>
                  </a:cubicBezTo>
                  <a:lnTo>
                    <a:pt x="14288" y="8572"/>
                  </a:lnTo>
                  <a:cubicBezTo>
                    <a:pt x="14288" y="4763"/>
                    <a:pt x="15240" y="3810"/>
                    <a:pt x="19050" y="3810"/>
                  </a:cubicBezTo>
                  <a:cubicBezTo>
                    <a:pt x="37147" y="952"/>
                    <a:pt x="53340" y="0"/>
                    <a:pt x="65722" y="0"/>
                  </a:cubicBezTo>
                  <a:cubicBezTo>
                    <a:pt x="112395" y="0"/>
                    <a:pt x="134302" y="15240"/>
                    <a:pt x="134302" y="48577"/>
                  </a:cubicBezTo>
                  <a:close/>
                  <a:moveTo>
                    <a:pt x="54292" y="99060"/>
                  </a:moveTo>
                  <a:cubicBezTo>
                    <a:pt x="37147" y="99060"/>
                    <a:pt x="28575" y="104775"/>
                    <a:pt x="28575" y="121920"/>
                  </a:cubicBezTo>
                  <a:cubicBezTo>
                    <a:pt x="28575" y="142875"/>
                    <a:pt x="39052" y="146685"/>
                    <a:pt x="64770" y="146685"/>
                  </a:cubicBezTo>
                  <a:cubicBezTo>
                    <a:pt x="74295" y="146685"/>
                    <a:pt x="92392" y="145732"/>
                    <a:pt x="104775" y="142875"/>
                  </a:cubicBezTo>
                  <a:lnTo>
                    <a:pt x="104775" y="98107"/>
                  </a:lnTo>
                  <a:lnTo>
                    <a:pt x="54292" y="98107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A020B317-FB69-E8AD-05FD-6C87FBC1BE8D}"/>
                </a:ext>
              </a:extLst>
            </p:cNvPr>
            <p:cNvSpPr/>
            <p:nvPr/>
          </p:nvSpPr>
          <p:spPr>
            <a:xfrm>
              <a:off x="11464041" y="629180"/>
              <a:ext cx="9206" cy="71060"/>
            </a:xfrm>
            <a:custGeom>
              <a:avLst/>
              <a:gdLst>
                <a:gd name="connsiteX0" fmla="*/ 25717 w 30479"/>
                <a:gd name="connsiteY0" fmla="*/ 0 h 235267"/>
                <a:gd name="connsiteX1" fmla="*/ 30480 w 30479"/>
                <a:gd name="connsiteY1" fmla="*/ 4763 h 235267"/>
                <a:gd name="connsiteX2" fmla="*/ 30480 w 30479"/>
                <a:gd name="connsiteY2" fmla="*/ 230505 h 235267"/>
                <a:gd name="connsiteX3" fmla="*/ 25717 w 30479"/>
                <a:gd name="connsiteY3" fmla="*/ 235268 h 235267"/>
                <a:gd name="connsiteX4" fmla="*/ 4763 w 30479"/>
                <a:gd name="connsiteY4" fmla="*/ 235268 h 235267"/>
                <a:gd name="connsiteX5" fmla="*/ 0 w 30479"/>
                <a:gd name="connsiteY5" fmla="*/ 230505 h 235267"/>
                <a:gd name="connsiteX6" fmla="*/ 0 w 30479"/>
                <a:gd name="connsiteY6" fmla="*/ 4763 h 235267"/>
                <a:gd name="connsiteX7" fmla="*/ 4763 w 30479"/>
                <a:gd name="connsiteY7" fmla="*/ 0 h 235267"/>
                <a:gd name="connsiteX8" fmla="*/ 25717 w 30479"/>
                <a:gd name="connsiteY8" fmla="*/ 0 h 23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479" h="235267">
                  <a:moveTo>
                    <a:pt x="25717" y="0"/>
                  </a:moveTo>
                  <a:cubicBezTo>
                    <a:pt x="28575" y="0"/>
                    <a:pt x="30480" y="1905"/>
                    <a:pt x="30480" y="4763"/>
                  </a:cubicBezTo>
                  <a:lnTo>
                    <a:pt x="30480" y="230505"/>
                  </a:lnTo>
                  <a:cubicBezTo>
                    <a:pt x="30480" y="233363"/>
                    <a:pt x="28575" y="235268"/>
                    <a:pt x="25717" y="235268"/>
                  </a:cubicBezTo>
                  <a:lnTo>
                    <a:pt x="4763" y="235268"/>
                  </a:lnTo>
                  <a:cubicBezTo>
                    <a:pt x="1905" y="235268"/>
                    <a:pt x="0" y="233363"/>
                    <a:pt x="0" y="230505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lnTo>
                    <a:pt x="25717" y="0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7EC15C41-FFA9-39CB-698E-BE11BB7CB6A2}"/>
                </a:ext>
              </a:extLst>
            </p:cNvPr>
            <p:cNvSpPr/>
            <p:nvPr/>
          </p:nvSpPr>
          <p:spPr>
            <a:xfrm>
              <a:off x="11485906" y="629180"/>
              <a:ext cx="9206" cy="71060"/>
            </a:xfrm>
            <a:custGeom>
              <a:avLst/>
              <a:gdLst>
                <a:gd name="connsiteX0" fmla="*/ 25717 w 30479"/>
                <a:gd name="connsiteY0" fmla="*/ 0 h 235267"/>
                <a:gd name="connsiteX1" fmla="*/ 30480 w 30479"/>
                <a:gd name="connsiteY1" fmla="*/ 4763 h 235267"/>
                <a:gd name="connsiteX2" fmla="*/ 30480 w 30479"/>
                <a:gd name="connsiteY2" fmla="*/ 230505 h 235267"/>
                <a:gd name="connsiteX3" fmla="*/ 25717 w 30479"/>
                <a:gd name="connsiteY3" fmla="*/ 235268 h 235267"/>
                <a:gd name="connsiteX4" fmla="*/ 4763 w 30479"/>
                <a:gd name="connsiteY4" fmla="*/ 235268 h 235267"/>
                <a:gd name="connsiteX5" fmla="*/ 0 w 30479"/>
                <a:gd name="connsiteY5" fmla="*/ 230505 h 235267"/>
                <a:gd name="connsiteX6" fmla="*/ 0 w 30479"/>
                <a:gd name="connsiteY6" fmla="*/ 4763 h 235267"/>
                <a:gd name="connsiteX7" fmla="*/ 4763 w 30479"/>
                <a:gd name="connsiteY7" fmla="*/ 0 h 235267"/>
                <a:gd name="connsiteX8" fmla="*/ 25717 w 30479"/>
                <a:gd name="connsiteY8" fmla="*/ 0 h 23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479" h="235267">
                  <a:moveTo>
                    <a:pt x="25717" y="0"/>
                  </a:moveTo>
                  <a:cubicBezTo>
                    <a:pt x="28575" y="0"/>
                    <a:pt x="30480" y="1905"/>
                    <a:pt x="30480" y="4763"/>
                  </a:cubicBezTo>
                  <a:lnTo>
                    <a:pt x="30480" y="230505"/>
                  </a:lnTo>
                  <a:cubicBezTo>
                    <a:pt x="30480" y="233363"/>
                    <a:pt x="28575" y="235268"/>
                    <a:pt x="25717" y="235268"/>
                  </a:cubicBezTo>
                  <a:lnTo>
                    <a:pt x="4763" y="235268"/>
                  </a:lnTo>
                  <a:cubicBezTo>
                    <a:pt x="1905" y="235268"/>
                    <a:pt x="0" y="233363"/>
                    <a:pt x="0" y="230505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lnTo>
                    <a:pt x="25717" y="0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ABBBE5D4-0930-5FAC-C148-B3B528F35B0D}"/>
                </a:ext>
              </a:extLst>
            </p:cNvPr>
            <p:cNvSpPr/>
            <p:nvPr/>
          </p:nvSpPr>
          <p:spPr>
            <a:xfrm>
              <a:off x="11525607" y="634571"/>
              <a:ext cx="27618" cy="66531"/>
            </a:xfrm>
            <a:custGeom>
              <a:avLst/>
              <a:gdLst>
                <a:gd name="connsiteX0" fmla="*/ 45720 w 91440"/>
                <a:gd name="connsiteY0" fmla="*/ 248 h 220275"/>
                <a:gd name="connsiteX1" fmla="*/ 51435 w 91440"/>
                <a:gd name="connsiteY1" fmla="*/ 4058 h 220275"/>
                <a:gd name="connsiteX2" fmla="*/ 51435 w 91440"/>
                <a:gd name="connsiteY2" fmla="*/ 47873 h 220275"/>
                <a:gd name="connsiteX3" fmla="*/ 83820 w 91440"/>
                <a:gd name="connsiteY3" fmla="*/ 47873 h 220275"/>
                <a:gd name="connsiteX4" fmla="*/ 88582 w 91440"/>
                <a:gd name="connsiteY4" fmla="*/ 52635 h 220275"/>
                <a:gd name="connsiteX5" fmla="*/ 88582 w 91440"/>
                <a:gd name="connsiteY5" fmla="*/ 66923 h 220275"/>
                <a:gd name="connsiteX6" fmla="*/ 83820 w 91440"/>
                <a:gd name="connsiteY6" fmla="*/ 71685 h 220275"/>
                <a:gd name="connsiteX7" fmla="*/ 51435 w 91440"/>
                <a:gd name="connsiteY7" fmla="*/ 71685 h 220275"/>
                <a:gd name="connsiteX8" fmla="*/ 51435 w 91440"/>
                <a:gd name="connsiteY8" fmla="*/ 176460 h 220275"/>
                <a:gd name="connsiteX9" fmla="*/ 71438 w 91440"/>
                <a:gd name="connsiteY9" fmla="*/ 193605 h 220275"/>
                <a:gd name="connsiteX10" fmla="*/ 86678 w 91440"/>
                <a:gd name="connsiteY10" fmla="*/ 193605 h 220275"/>
                <a:gd name="connsiteX11" fmla="*/ 91440 w 91440"/>
                <a:gd name="connsiteY11" fmla="*/ 198368 h 220275"/>
                <a:gd name="connsiteX12" fmla="*/ 91440 w 91440"/>
                <a:gd name="connsiteY12" fmla="*/ 213608 h 220275"/>
                <a:gd name="connsiteX13" fmla="*/ 86678 w 91440"/>
                <a:gd name="connsiteY13" fmla="*/ 218370 h 220275"/>
                <a:gd name="connsiteX14" fmla="*/ 69532 w 91440"/>
                <a:gd name="connsiteY14" fmla="*/ 220275 h 220275"/>
                <a:gd name="connsiteX15" fmla="*/ 21907 w 91440"/>
                <a:gd name="connsiteY15" fmla="*/ 185033 h 220275"/>
                <a:gd name="connsiteX16" fmla="*/ 21907 w 91440"/>
                <a:gd name="connsiteY16" fmla="*/ 71685 h 220275"/>
                <a:gd name="connsiteX17" fmla="*/ 4763 w 91440"/>
                <a:gd name="connsiteY17" fmla="*/ 71685 h 220275"/>
                <a:gd name="connsiteX18" fmla="*/ 0 w 91440"/>
                <a:gd name="connsiteY18" fmla="*/ 66923 h 220275"/>
                <a:gd name="connsiteX19" fmla="*/ 0 w 91440"/>
                <a:gd name="connsiteY19" fmla="*/ 52635 h 220275"/>
                <a:gd name="connsiteX20" fmla="*/ 4763 w 91440"/>
                <a:gd name="connsiteY20" fmla="*/ 47873 h 220275"/>
                <a:gd name="connsiteX21" fmla="*/ 21907 w 91440"/>
                <a:gd name="connsiteY21" fmla="*/ 47873 h 220275"/>
                <a:gd name="connsiteX22" fmla="*/ 21907 w 91440"/>
                <a:gd name="connsiteY22" fmla="*/ 10725 h 220275"/>
                <a:gd name="connsiteX23" fmla="*/ 25718 w 91440"/>
                <a:gd name="connsiteY23" fmla="*/ 5963 h 220275"/>
                <a:gd name="connsiteX24" fmla="*/ 45720 w 91440"/>
                <a:gd name="connsiteY24" fmla="*/ 248 h 220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1440" h="220275">
                  <a:moveTo>
                    <a:pt x="45720" y="248"/>
                  </a:moveTo>
                  <a:cubicBezTo>
                    <a:pt x="49530" y="-705"/>
                    <a:pt x="51435" y="1200"/>
                    <a:pt x="51435" y="4058"/>
                  </a:cubicBezTo>
                  <a:lnTo>
                    <a:pt x="51435" y="47873"/>
                  </a:lnTo>
                  <a:lnTo>
                    <a:pt x="83820" y="47873"/>
                  </a:lnTo>
                  <a:cubicBezTo>
                    <a:pt x="87630" y="47873"/>
                    <a:pt x="88582" y="49778"/>
                    <a:pt x="88582" y="52635"/>
                  </a:cubicBezTo>
                  <a:lnTo>
                    <a:pt x="88582" y="66923"/>
                  </a:lnTo>
                  <a:cubicBezTo>
                    <a:pt x="88582" y="69780"/>
                    <a:pt x="86678" y="71685"/>
                    <a:pt x="83820" y="71685"/>
                  </a:cubicBezTo>
                  <a:lnTo>
                    <a:pt x="51435" y="71685"/>
                  </a:lnTo>
                  <a:lnTo>
                    <a:pt x="51435" y="176460"/>
                  </a:lnTo>
                  <a:cubicBezTo>
                    <a:pt x="51435" y="189795"/>
                    <a:pt x="55245" y="193605"/>
                    <a:pt x="71438" y="193605"/>
                  </a:cubicBezTo>
                  <a:lnTo>
                    <a:pt x="86678" y="193605"/>
                  </a:lnTo>
                  <a:cubicBezTo>
                    <a:pt x="90488" y="193605"/>
                    <a:pt x="91440" y="194558"/>
                    <a:pt x="91440" y="198368"/>
                  </a:cubicBezTo>
                  <a:lnTo>
                    <a:pt x="91440" y="213608"/>
                  </a:lnTo>
                  <a:cubicBezTo>
                    <a:pt x="91440" y="216465"/>
                    <a:pt x="89535" y="218370"/>
                    <a:pt x="86678" y="218370"/>
                  </a:cubicBezTo>
                  <a:cubicBezTo>
                    <a:pt x="80010" y="220275"/>
                    <a:pt x="72390" y="220275"/>
                    <a:pt x="69532" y="220275"/>
                  </a:cubicBezTo>
                  <a:cubicBezTo>
                    <a:pt x="47625" y="220275"/>
                    <a:pt x="21907" y="220275"/>
                    <a:pt x="21907" y="185033"/>
                  </a:cubicBezTo>
                  <a:lnTo>
                    <a:pt x="21907" y="71685"/>
                  </a:lnTo>
                  <a:lnTo>
                    <a:pt x="4763" y="71685"/>
                  </a:lnTo>
                  <a:cubicBezTo>
                    <a:pt x="1905" y="71685"/>
                    <a:pt x="0" y="69780"/>
                    <a:pt x="0" y="66923"/>
                  </a:cubicBezTo>
                  <a:lnTo>
                    <a:pt x="0" y="52635"/>
                  </a:lnTo>
                  <a:cubicBezTo>
                    <a:pt x="0" y="49778"/>
                    <a:pt x="1905" y="47873"/>
                    <a:pt x="4763" y="47873"/>
                  </a:cubicBezTo>
                  <a:lnTo>
                    <a:pt x="21907" y="47873"/>
                  </a:lnTo>
                  <a:lnTo>
                    <a:pt x="21907" y="10725"/>
                  </a:lnTo>
                  <a:cubicBezTo>
                    <a:pt x="21907" y="7868"/>
                    <a:pt x="22860" y="5963"/>
                    <a:pt x="25718" y="5963"/>
                  </a:cubicBezTo>
                  <a:lnTo>
                    <a:pt x="45720" y="24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C72F1491-F2FF-A656-3BEC-5BE809F1C344}"/>
                </a:ext>
              </a:extLst>
            </p:cNvPr>
            <p:cNvSpPr/>
            <p:nvPr/>
          </p:nvSpPr>
          <p:spPr>
            <a:xfrm>
              <a:off x="11561568" y="648455"/>
              <a:ext cx="26468" cy="52360"/>
            </a:xfrm>
            <a:custGeom>
              <a:avLst/>
              <a:gdLst>
                <a:gd name="connsiteX0" fmla="*/ 82868 w 87630"/>
                <a:gd name="connsiteY0" fmla="*/ 3810 h 173354"/>
                <a:gd name="connsiteX1" fmla="*/ 87630 w 87630"/>
                <a:gd name="connsiteY1" fmla="*/ 9525 h 173354"/>
                <a:gd name="connsiteX2" fmla="*/ 87630 w 87630"/>
                <a:gd name="connsiteY2" fmla="*/ 22860 h 173354"/>
                <a:gd name="connsiteX3" fmla="*/ 82868 w 87630"/>
                <a:gd name="connsiteY3" fmla="*/ 27622 h 173354"/>
                <a:gd name="connsiteX4" fmla="*/ 56197 w 87630"/>
                <a:gd name="connsiteY4" fmla="*/ 27622 h 173354"/>
                <a:gd name="connsiteX5" fmla="*/ 29528 w 87630"/>
                <a:gd name="connsiteY5" fmla="*/ 44767 h 173354"/>
                <a:gd name="connsiteX6" fmla="*/ 29528 w 87630"/>
                <a:gd name="connsiteY6" fmla="*/ 168592 h 173354"/>
                <a:gd name="connsiteX7" fmla="*/ 24765 w 87630"/>
                <a:gd name="connsiteY7" fmla="*/ 173355 h 173354"/>
                <a:gd name="connsiteX8" fmla="*/ 4763 w 87630"/>
                <a:gd name="connsiteY8" fmla="*/ 173355 h 173354"/>
                <a:gd name="connsiteX9" fmla="*/ 0 w 87630"/>
                <a:gd name="connsiteY9" fmla="*/ 168592 h 173354"/>
                <a:gd name="connsiteX10" fmla="*/ 0 w 87630"/>
                <a:gd name="connsiteY10" fmla="*/ 36195 h 173354"/>
                <a:gd name="connsiteX11" fmla="*/ 49530 w 87630"/>
                <a:gd name="connsiteY11" fmla="*/ 0 h 173354"/>
                <a:gd name="connsiteX12" fmla="*/ 82868 w 87630"/>
                <a:gd name="connsiteY12" fmla="*/ 3810 h 173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7630" h="173354">
                  <a:moveTo>
                    <a:pt x="82868" y="3810"/>
                  </a:moveTo>
                  <a:cubicBezTo>
                    <a:pt x="85725" y="4763"/>
                    <a:pt x="87630" y="5715"/>
                    <a:pt x="87630" y="9525"/>
                  </a:cubicBezTo>
                  <a:lnTo>
                    <a:pt x="87630" y="22860"/>
                  </a:lnTo>
                  <a:cubicBezTo>
                    <a:pt x="87630" y="25717"/>
                    <a:pt x="85725" y="27622"/>
                    <a:pt x="82868" y="27622"/>
                  </a:cubicBezTo>
                  <a:lnTo>
                    <a:pt x="56197" y="27622"/>
                  </a:lnTo>
                  <a:cubicBezTo>
                    <a:pt x="34290" y="27622"/>
                    <a:pt x="29528" y="31432"/>
                    <a:pt x="29528" y="44767"/>
                  </a:cubicBezTo>
                  <a:lnTo>
                    <a:pt x="29528" y="168592"/>
                  </a:lnTo>
                  <a:cubicBezTo>
                    <a:pt x="29528" y="171450"/>
                    <a:pt x="27622" y="173355"/>
                    <a:pt x="24765" y="173355"/>
                  </a:cubicBezTo>
                  <a:lnTo>
                    <a:pt x="4763" y="173355"/>
                  </a:lnTo>
                  <a:cubicBezTo>
                    <a:pt x="1905" y="173355"/>
                    <a:pt x="0" y="171450"/>
                    <a:pt x="0" y="168592"/>
                  </a:cubicBezTo>
                  <a:lnTo>
                    <a:pt x="0" y="36195"/>
                  </a:lnTo>
                  <a:cubicBezTo>
                    <a:pt x="0" y="952"/>
                    <a:pt x="31432" y="0"/>
                    <a:pt x="49530" y="0"/>
                  </a:cubicBezTo>
                  <a:cubicBezTo>
                    <a:pt x="55245" y="0"/>
                    <a:pt x="77153" y="952"/>
                    <a:pt x="82868" y="3810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5C6F22B1-CDBA-2043-1213-647D84503042}"/>
                </a:ext>
              </a:extLst>
            </p:cNvPr>
            <p:cNvSpPr/>
            <p:nvPr/>
          </p:nvSpPr>
          <p:spPr>
            <a:xfrm>
              <a:off x="11595228" y="648743"/>
              <a:ext cx="42866" cy="52072"/>
            </a:xfrm>
            <a:custGeom>
              <a:avLst/>
              <a:gdLst>
                <a:gd name="connsiteX0" fmla="*/ 137160 w 141922"/>
                <a:gd name="connsiteY0" fmla="*/ 952 h 172402"/>
                <a:gd name="connsiteX1" fmla="*/ 141922 w 141922"/>
                <a:gd name="connsiteY1" fmla="*/ 5715 h 172402"/>
                <a:gd name="connsiteX2" fmla="*/ 141922 w 141922"/>
                <a:gd name="connsiteY2" fmla="*/ 162877 h 172402"/>
                <a:gd name="connsiteX3" fmla="*/ 137160 w 141922"/>
                <a:gd name="connsiteY3" fmla="*/ 167640 h 172402"/>
                <a:gd name="connsiteX4" fmla="*/ 72390 w 141922"/>
                <a:gd name="connsiteY4" fmla="*/ 172402 h 172402"/>
                <a:gd name="connsiteX5" fmla="*/ 0 w 141922"/>
                <a:gd name="connsiteY5" fmla="*/ 99060 h 172402"/>
                <a:gd name="connsiteX6" fmla="*/ 0 w 141922"/>
                <a:gd name="connsiteY6" fmla="*/ 4763 h 172402"/>
                <a:gd name="connsiteX7" fmla="*/ 5715 w 141922"/>
                <a:gd name="connsiteY7" fmla="*/ 0 h 172402"/>
                <a:gd name="connsiteX8" fmla="*/ 25717 w 141922"/>
                <a:gd name="connsiteY8" fmla="*/ 0 h 172402"/>
                <a:gd name="connsiteX9" fmla="*/ 30480 w 141922"/>
                <a:gd name="connsiteY9" fmla="*/ 4763 h 172402"/>
                <a:gd name="connsiteX10" fmla="*/ 30480 w 141922"/>
                <a:gd name="connsiteY10" fmla="*/ 96202 h 172402"/>
                <a:gd name="connsiteX11" fmla="*/ 69532 w 141922"/>
                <a:gd name="connsiteY11" fmla="*/ 145732 h 172402"/>
                <a:gd name="connsiteX12" fmla="*/ 112395 w 141922"/>
                <a:gd name="connsiteY12" fmla="*/ 145732 h 172402"/>
                <a:gd name="connsiteX13" fmla="*/ 112395 w 141922"/>
                <a:gd name="connsiteY13" fmla="*/ 5715 h 172402"/>
                <a:gd name="connsiteX14" fmla="*/ 117157 w 141922"/>
                <a:gd name="connsiteY14" fmla="*/ 952 h 172402"/>
                <a:gd name="connsiteX15" fmla="*/ 137160 w 141922"/>
                <a:gd name="connsiteY15" fmla="*/ 952 h 172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1922" h="172402">
                  <a:moveTo>
                    <a:pt x="137160" y="952"/>
                  </a:moveTo>
                  <a:cubicBezTo>
                    <a:pt x="140017" y="952"/>
                    <a:pt x="141922" y="2857"/>
                    <a:pt x="141922" y="5715"/>
                  </a:cubicBezTo>
                  <a:lnTo>
                    <a:pt x="141922" y="162877"/>
                  </a:lnTo>
                  <a:cubicBezTo>
                    <a:pt x="141922" y="166688"/>
                    <a:pt x="140017" y="166688"/>
                    <a:pt x="137160" y="167640"/>
                  </a:cubicBezTo>
                  <a:cubicBezTo>
                    <a:pt x="112395" y="172402"/>
                    <a:pt x="86677" y="172402"/>
                    <a:pt x="72390" y="172402"/>
                  </a:cubicBezTo>
                  <a:cubicBezTo>
                    <a:pt x="17145" y="172402"/>
                    <a:pt x="0" y="164782"/>
                    <a:pt x="0" y="99060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5715" y="0"/>
                  </a:cubicBezTo>
                  <a:lnTo>
                    <a:pt x="25717" y="0"/>
                  </a:lnTo>
                  <a:cubicBezTo>
                    <a:pt x="28575" y="0"/>
                    <a:pt x="30480" y="1905"/>
                    <a:pt x="30480" y="4763"/>
                  </a:cubicBezTo>
                  <a:lnTo>
                    <a:pt x="30480" y="96202"/>
                  </a:lnTo>
                  <a:cubicBezTo>
                    <a:pt x="30480" y="143827"/>
                    <a:pt x="40005" y="145732"/>
                    <a:pt x="69532" y="145732"/>
                  </a:cubicBezTo>
                  <a:lnTo>
                    <a:pt x="112395" y="145732"/>
                  </a:lnTo>
                  <a:lnTo>
                    <a:pt x="112395" y="5715"/>
                  </a:lnTo>
                  <a:cubicBezTo>
                    <a:pt x="112395" y="2857"/>
                    <a:pt x="114300" y="952"/>
                    <a:pt x="117157" y="952"/>
                  </a:cubicBezTo>
                  <a:lnTo>
                    <a:pt x="137160" y="952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7AA01EC6-4EE1-0E36-738E-4D3D26298190}"/>
                </a:ext>
              </a:extLst>
            </p:cNvPr>
            <p:cNvSpPr/>
            <p:nvPr/>
          </p:nvSpPr>
          <p:spPr>
            <a:xfrm>
              <a:off x="11648451" y="648168"/>
              <a:ext cx="37687" cy="52647"/>
            </a:xfrm>
            <a:custGeom>
              <a:avLst/>
              <a:gdLst>
                <a:gd name="connsiteX0" fmla="*/ 114300 w 124777"/>
                <a:gd name="connsiteY0" fmla="*/ 3810 h 174307"/>
                <a:gd name="connsiteX1" fmla="*/ 119063 w 124777"/>
                <a:gd name="connsiteY1" fmla="*/ 8573 h 174307"/>
                <a:gd name="connsiteX2" fmla="*/ 119063 w 124777"/>
                <a:gd name="connsiteY2" fmla="*/ 21908 h 174307"/>
                <a:gd name="connsiteX3" fmla="*/ 114300 w 124777"/>
                <a:gd name="connsiteY3" fmla="*/ 26670 h 174307"/>
                <a:gd name="connsiteX4" fmla="*/ 56197 w 124777"/>
                <a:gd name="connsiteY4" fmla="*/ 26670 h 174307"/>
                <a:gd name="connsiteX5" fmla="*/ 33338 w 124777"/>
                <a:gd name="connsiteY5" fmla="*/ 42863 h 174307"/>
                <a:gd name="connsiteX6" fmla="*/ 33338 w 124777"/>
                <a:gd name="connsiteY6" fmla="*/ 46673 h 174307"/>
                <a:gd name="connsiteX7" fmla="*/ 52388 w 124777"/>
                <a:gd name="connsiteY7" fmla="*/ 68580 h 174307"/>
                <a:gd name="connsiteX8" fmla="*/ 93345 w 124777"/>
                <a:gd name="connsiteY8" fmla="*/ 84773 h 174307"/>
                <a:gd name="connsiteX9" fmla="*/ 124777 w 124777"/>
                <a:gd name="connsiteY9" fmla="*/ 128588 h 174307"/>
                <a:gd name="connsiteX10" fmla="*/ 124777 w 124777"/>
                <a:gd name="connsiteY10" fmla="*/ 132398 h 174307"/>
                <a:gd name="connsiteX11" fmla="*/ 61913 w 124777"/>
                <a:gd name="connsiteY11" fmla="*/ 174308 h 174307"/>
                <a:gd name="connsiteX12" fmla="*/ 4763 w 124777"/>
                <a:gd name="connsiteY12" fmla="*/ 171450 h 174307"/>
                <a:gd name="connsiteX13" fmla="*/ 0 w 124777"/>
                <a:gd name="connsiteY13" fmla="*/ 166688 h 174307"/>
                <a:gd name="connsiteX14" fmla="*/ 0 w 124777"/>
                <a:gd name="connsiteY14" fmla="*/ 153353 h 174307"/>
                <a:gd name="connsiteX15" fmla="*/ 4763 w 124777"/>
                <a:gd name="connsiteY15" fmla="*/ 148590 h 174307"/>
                <a:gd name="connsiteX16" fmla="*/ 61913 w 124777"/>
                <a:gd name="connsiteY16" fmla="*/ 148590 h 174307"/>
                <a:gd name="connsiteX17" fmla="*/ 94297 w 124777"/>
                <a:gd name="connsiteY17" fmla="*/ 132398 h 174307"/>
                <a:gd name="connsiteX18" fmla="*/ 94297 w 124777"/>
                <a:gd name="connsiteY18" fmla="*/ 128588 h 174307"/>
                <a:gd name="connsiteX19" fmla="*/ 76200 w 124777"/>
                <a:gd name="connsiteY19" fmla="*/ 107633 h 174307"/>
                <a:gd name="connsiteX20" fmla="*/ 32385 w 124777"/>
                <a:gd name="connsiteY20" fmla="*/ 90488 h 174307"/>
                <a:gd name="connsiteX21" fmla="*/ 2857 w 124777"/>
                <a:gd name="connsiteY21" fmla="*/ 45720 h 174307"/>
                <a:gd name="connsiteX22" fmla="*/ 2857 w 124777"/>
                <a:gd name="connsiteY22" fmla="*/ 39053 h 174307"/>
                <a:gd name="connsiteX23" fmla="*/ 65722 w 124777"/>
                <a:gd name="connsiteY23" fmla="*/ 0 h 174307"/>
                <a:gd name="connsiteX24" fmla="*/ 114300 w 124777"/>
                <a:gd name="connsiteY24" fmla="*/ 3810 h 174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4777" h="174307">
                  <a:moveTo>
                    <a:pt x="114300" y="3810"/>
                  </a:moveTo>
                  <a:cubicBezTo>
                    <a:pt x="117157" y="3810"/>
                    <a:pt x="119063" y="5715"/>
                    <a:pt x="119063" y="8573"/>
                  </a:cubicBezTo>
                  <a:lnTo>
                    <a:pt x="119063" y="21908"/>
                  </a:lnTo>
                  <a:cubicBezTo>
                    <a:pt x="119063" y="24765"/>
                    <a:pt x="117157" y="26670"/>
                    <a:pt x="114300" y="26670"/>
                  </a:cubicBezTo>
                  <a:lnTo>
                    <a:pt x="56197" y="26670"/>
                  </a:lnTo>
                  <a:cubicBezTo>
                    <a:pt x="41910" y="26670"/>
                    <a:pt x="33338" y="31433"/>
                    <a:pt x="33338" y="42863"/>
                  </a:cubicBezTo>
                  <a:lnTo>
                    <a:pt x="33338" y="46673"/>
                  </a:lnTo>
                  <a:cubicBezTo>
                    <a:pt x="33338" y="55245"/>
                    <a:pt x="37147" y="62865"/>
                    <a:pt x="52388" y="68580"/>
                  </a:cubicBezTo>
                  <a:lnTo>
                    <a:pt x="93345" y="84773"/>
                  </a:lnTo>
                  <a:cubicBezTo>
                    <a:pt x="121920" y="95250"/>
                    <a:pt x="124777" y="111443"/>
                    <a:pt x="124777" y="128588"/>
                  </a:cubicBezTo>
                  <a:lnTo>
                    <a:pt x="124777" y="132398"/>
                  </a:lnTo>
                  <a:cubicBezTo>
                    <a:pt x="124777" y="167640"/>
                    <a:pt x="103822" y="174308"/>
                    <a:pt x="61913" y="174308"/>
                  </a:cubicBezTo>
                  <a:cubicBezTo>
                    <a:pt x="35242" y="174308"/>
                    <a:pt x="10477" y="172403"/>
                    <a:pt x="4763" y="171450"/>
                  </a:cubicBezTo>
                  <a:cubicBezTo>
                    <a:pt x="952" y="171450"/>
                    <a:pt x="0" y="169545"/>
                    <a:pt x="0" y="166688"/>
                  </a:cubicBezTo>
                  <a:lnTo>
                    <a:pt x="0" y="153353"/>
                  </a:lnTo>
                  <a:cubicBezTo>
                    <a:pt x="0" y="150495"/>
                    <a:pt x="1905" y="148590"/>
                    <a:pt x="4763" y="148590"/>
                  </a:cubicBezTo>
                  <a:lnTo>
                    <a:pt x="61913" y="148590"/>
                  </a:lnTo>
                  <a:cubicBezTo>
                    <a:pt x="86677" y="148590"/>
                    <a:pt x="94297" y="145733"/>
                    <a:pt x="94297" y="132398"/>
                  </a:cubicBezTo>
                  <a:lnTo>
                    <a:pt x="94297" y="128588"/>
                  </a:lnTo>
                  <a:cubicBezTo>
                    <a:pt x="94297" y="120015"/>
                    <a:pt x="90488" y="113348"/>
                    <a:pt x="76200" y="107633"/>
                  </a:cubicBezTo>
                  <a:lnTo>
                    <a:pt x="32385" y="90488"/>
                  </a:lnTo>
                  <a:cubicBezTo>
                    <a:pt x="8572" y="80963"/>
                    <a:pt x="2857" y="62865"/>
                    <a:pt x="2857" y="45720"/>
                  </a:cubicBezTo>
                  <a:lnTo>
                    <a:pt x="2857" y="39053"/>
                  </a:lnTo>
                  <a:cubicBezTo>
                    <a:pt x="2857" y="4763"/>
                    <a:pt x="32385" y="0"/>
                    <a:pt x="65722" y="0"/>
                  </a:cubicBezTo>
                  <a:cubicBezTo>
                    <a:pt x="80010" y="953"/>
                    <a:pt x="96202" y="1905"/>
                    <a:pt x="114300" y="3810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D6624175-ADE2-8CBD-B95D-B156200F75A0}"/>
                </a:ext>
              </a:extLst>
            </p:cNvPr>
            <p:cNvSpPr/>
            <p:nvPr/>
          </p:nvSpPr>
          <p:spPr>
            <a:xfrm>
              <a:off x="11692468" y="634571"/>
              <a:ext cx="27906" cy="66531"/>
            </a:xfrm>
            <a:custGeom>
              <a:avLst/>
              <a:gdLst>
                <a:gd name="connsiteX0" fmla="*/ 46672 w 92392"/>
                <a:gd name="connsiteY0" fmla="*/ 248 h 220275"/>
                <a:gd name="connsiteX1" fmla="*/ 52388 w 92392"/>
                <a:gd name="connsiteY1" fmla="*/ 4058 h 220275"/>
                <a:gd name="connsiteX2" fmla="*/ 52388 w 92392"/>
                <a:gd name="connsiteY2" fmla="*/ 47873 h 220275"/>
                <a:gd name="connsiteX3" fmla="*/ 84772 w 92392"/>
                <a:gd name="connsiteY3" fmla="*/ 47873 h 220275"/>
                <a:gd name="connsiteX4" fmla="*/ 89535 w 92392"/>
                <a:gd name="connsiteY4" fmla="*/ 52635 h 220275"/>
                <a:gd name="connsiteX5" fmla="*/ 89535 w 92392"/>
                <a:gd name="connsiteY5" fmla="*/ 66923 h 220275"/>
                <a:gd name="connsiteX6" fmla="*/ 84772 w 92392"/>
                <a:gd name="connsiteY6" fmla="*/ 71685 h 220275"/>
                <a:gd name="connsiteX7" fmla="*/ 52388 w 92392"/>
                <a:gd name="connsiteY7" fmla="*/ 71685 h 220275"/>
                <a:gd name="connsiteX8" fmla="*/ 52388 w 92392"/>
                <a:gd name="connsiteY8" fmla="*/ 176460 h 220275"/>
                <a:gd name="connsiteX9" fmla="*/ 72390 w 92392"/>
                <a:gd name="connsiteY9" fmla="*/ 193605 h 220275"/>
                <a:gd name="connsiteX10" fmla="*/ 87630 w 92392"/>
                <a:gd name="connsiteY10" fmla="*/ 193605 h 220275"/>
                <a:gd name="connsiteX11" fmla="*/ 92393 w 92392"/>
                <a:gd name="connsiteY11" fmla="*/ 198368 h 220275"/>
                <a:gd name="connsiteX12" fmla="*/ 92393 w 92392"/>
                <a:gd name="connsiteY12" fmla="*/ 213608 h 220275"/>
                <a:gd name="connsiteX13" fmla="*/ 87630 w 92392"/>
                <a:gd name="connsiteY13" fmla="*/ 218370 h 220275"/>
                <a:gd name="connsiteX14" fmla="*/ 70485 w 92392"/>
                <a:gd name="connsiteY14" fmla="*/ 220275 h 220275"/>
                <a:gd name="connsiteX15" fmla="*/ 22860 w 92392"/>
                <a:gd name="connsiteY15" fmla="*/ 185033 h 220275"/>
                <a:gd name="connsiteX16" fmla="*/ 22860 w 92392"/>
                <a:gd name="connsiteY16" fmla="*/ 71685 h 220275"/>
                <a:gd name="connsiteX17" fmla="*/ 4763 w 92392"/>
                <a:gd name="connsiteY17" fmla="*/ 71685 h 220275"/>
                <a:gd name="connsiteX18" fmla="*/ 0 w 92392"/>
                <a:gd name="connsiteY18" fmla="*/ 66923 h 220275"/>
                <a:gd name="connsiteX19" fmla="*/ 0 w 92392"/>
                <a:gd name="connsiteY19" fmla="*/ 52635 h 220275"/>
                <a:gd name="connsiteX20" fmla="*/ 4763 w 92392"/>
                <a:gd name="connsiteY20" fmla="*/ 47873 h 220275"/>
                <a:gd name="connsiteX21" fmla="*/ 21907 w 92392"/>
                <a:gd name="connsiteY21" fmla="*/ 47873 h 220275"/>
                <a:gd name="connsiteX22" fmla="*/ 21907 w 92392"/>
                <a:gd name="connsiteY22" fmla="*/ 10725 h 220275"/>
                <a:gd name="connsiteX23" fmla="*/ 25718 w 92392"/>
                <a:gd name="connsiteY23" fmla="*/ 5963 h 220275"/>
                <a:gd name="connsiteX24" fmla="*/ 46672 w 92392"/>
                <a:gd name="connsiteY24" fmla="*/ 248 h 220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2392" h="220275">
                  <a:moveTo>
                    <a:pt x="46672" y="248"/>
                  </a:moveTo>
                  <a:cubicBezTo>
                    <a:pt x="50482" y="-705"/>
                    <a:pt x="52388" y="1200"/>
                    <a:pt x="52388" y="4058"/>
                  </a:cubicBezTo>
                  <a:lnTo>
                    <a:pt x="52388" y="47873"/>
                  </a:lnTo>
                  <a:lnTo>
                    <a:pt x="84772" y="47873"/>
                  </a:lnTo>
                  <a:cubicBezTo>
                    <a:pt x="88582" y="47873"/>
                    <a:pt x="89535" y="49778"/>
                    <a:pt x="89535" y="52635"/>
                  </a:cubicBezTo>
                  <a:lnTo>
                    <a:pt x="89535" y="66923"/>
                  </a:lnTo>
                  <a:cubicBezTo>
                    <a:pt x="89535" y="69780"/>
                    <a:pt x="87630" y="71685"/>
                    <a:pt x="84772" y="71685"/>
                  </a:cubicBezTo>
                  <a:lnTo>
                    <a:pt x="52388" y="71685"/>
                  </a:lnTo>
                  <a:lnTo>
                    <a:pt x="52388" y="176460"/>
                  </a:lnTo>
                  <a:cubicBezTo>
                    <a:pt x="52388" y="189795"/>
                    <a:pt x="56197" y="193605"/>
                    <a:pt x="72390" y="193605"/>
                  </a:cubicBezTo>
                  <a:lnTo>
                    <a:pt x="87630" y="193605"/>
                  </a:lnTo>
                  <a:cubicBezTo>
                    <a:pt x="91440" y="193605"/>
                    <a:pt x="92393" y="194558"/>
                    <a:pt x="92393" y="198368"/>
                  </a:cubicBezTo>
                  <a:lnTo>
                    <a:pt x="92393" y="213608"/>
                  </a:lnTo>
                  <a:cubicBezTo>
                    <a:pt x="92393" y="216465"/>
                    <a:pt x="90488" y="218370"/>
                    <a:pt x="87630" y="218370"/>
                  </a:cubicBezTo>
                  <a:cubicBezTo>
                    <a:pt x="80963" y="220275"/>
                    <a:pt x="73343" y="220275"/>
                    <a:pt x="70485" y="220275"/>
                  </a:cubicBezTo>
                  <a:cubicBezTo>
                    <a:pt x="48578" y="220275"/>
                    <a:pt x="22860" y="220275"/>
                    <a:pt x="22860" y="185033"/>
                  </a:cubicBezTo>
                  <a:lnTo>
                    <a:pt x="22860" y="71685"/>
                  </a:lnTo>
                  <a:lnTo>
                    <a:pt x="4763" y="71685"/>
                  </a:lnTo>
                  <a:cubicBezTo>
                    <a:pt x="1905" y="71685"/>
                    <a:pt x="0" y="69780"/>
                    <a:pt x="0" y="66923"/>
                  </a:cubicBezTo>
                  <a:lnTo>
                    <a:pt x="0" y="52635"/>
                  </a:lnTo>
                  <a:cubicBezTo>
                    <a:pt x="0" y="49778"/>
                    <a:pt x="1905" y="47873"/>
                    <a:pt x="4763" y="47873"/>
                  </a:cubicBezTo>
                  <a:lnTo>
                    <a:pt x="21907" y="47873"/>
                  </a:lnTo>
                  <a:lnTo>
                    <a:pt x="21907" y="10725"/>
                  </a:lnTo>
                  <a:cubicBezTo>
                    <a:pt x="21907" y="7868"/>
                    <a:pt x="22860" y="5963"/>
                    <a:pt x="25718" y="5963"/>
                  </a:cubicBezTo>
                  <a:lnTo>
                    <a:pt x="46672" y="24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431550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E91B1F2-EDBD-F0E5-18E0-4293E776FB9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949700" y="0"/>
            <a:ext cx="8242300" cy="6102000"/>
          </a:xfrm>
          <a:custGeom>
            <a:avLst/>
            <a:gdLst>
              <a:gd name="connsiteX0" fmla="*/ 3254380 w 8242300"/>
              <a:gd name="connsiteY0" fmla="*/ 0 h 6102000"/>
              <a:gd name="connsiteX1" fmla="*/ 8242300 w 8242300"/>
              <a:gd name="connsiteY1" fmla="*/ 0 h 6102000"/>
              <a:gd name="connsiteX2" fmla="*/ 8242300 w 8242300"/>
              <a:gd name="connsiteY2" fmla="*/ 6076018 h 6102000"/>
              <a:gd name="connsiteX3" fmla="*/ 8228443 w 8242300"/>
              <a:gd name="connsiteY3" fmla="*/ 6102000 h 6102000"/>
              <a:gd name="connsiteX4" fmla="*/ 0 w 8242300"/>
              <a:gd name="connsiteY4" fmla="*/ 6102000 h 610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242300" h="6102000">
                <a:moveTo>
                  <a:pt x="3254380" y="0"/>
                </a:moveTo>
                <a:lnTo>
                  <a:pt x="8242300" y="0"/>
                </a:lnTo>
                <a:lnTo>
                  <a:pt x="8242300" y="6076018"/>
                </a:lnTo>
                <a:lnTo>
                  <a:pt x="8228443" y="6102000"/>
                </a:lnTo>
                <a:lnTo>
                  <a:pt x="0" y="6102000"/>
                </a:lnTo>
                <a:close/>
              </a:path>
            </a:pathLst>
          </a:custGeom>
          <a:solidFill>
            <a:srgbClr val="ECECEF"/>
          </a:solidFill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Click on the icon to add a picture</a:t>
            </a:r>
          </a:p>
        </p:txBody>
      </p:sp>
      <p:sp>
        <p:nvSpPr>
          <p:cNvPr id="5" name="Title 146">
            <a:extLst>
              <a:ext uri="{FF2B5EF4-FFF2-40B4-BE49-F238E27FC236}">
                <a16:creationId xmlns:a16="http://schemas.microsoft.com/office/drawing/2014/main" id="{8EB015E7-2B87-0782-45FD-A322B48CA2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0000" y="2127672"/>
            <a:ext cx="3853950" cy="1846659"/>
          </a:xfrm>
        </p:spPr>
        <p:txBody>
          <a:bodyPr wrap="square" lIns="0" tIns="0" rIns="0" bIns="0" anchor="ctr">
            <a:spAutoFit/>
          </a:bodyPr>
          <a:lstStyle>
            <a:lvl1pPr>
              <a:lnSpc>
                <a:spcPct val="100000"/>
              </a:lnSpc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en-GB" noProof="0" dirty="0"/>
              <a:t>Chapter title</a:t>
            </a:r>
            <a:br>
              <a:rPr lang="en-GB" noProof="0" dirty="0"/>
            </a:br>
            <a:r>
              <a:rPr lang="en-GB" noProof="0" dirty="0"/>
              <a:t>One, two or three lines</a:t>
            </a:r>
          </a:p>
        </p:txBody>
      </p:sp>
    </p:spTree>
    <p:extLst>
      <p:ext uri="{BB962C8B-B14F-4D97-AF65-F5344CB8AC3E}">
        <p14:creationId xmlns:p14="http://schemas.microsoft.com/office/powerpoint/2010/main" val="4176497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FFFCA-17A4-4600-A0CB-E384DB307A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76000" y="1145369"/>
            <a:ext cx="8640000" cy="307777"/>
          </a:xfrm>
        </p:spPr>
        <p:txBody>
          <a:bodyPr wrap="square" lIns="0" tIns="0" rIns="0" bIns="0" anchor="t">
            <a:spAutoFit/>
          </a:bodyPr>
          <a:lstStyle>
            <a:lvl1pPr algn="ctr">
              <a:lnSpc>
                <a:spcPct val="100000"/>
              </a:lnSpc>
              <a:defRPr sz="2000" b="1" cap="all" spc="300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add a title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2EF26AE-0E8B-41DE-038A-4F9ED9254CB9}"/>
              </a:ext>
            </a:extLst>
          </p:cNvPr>
          <p:cNvGrpSpPr/>
          <p:nvPr userDrawn="1"/>
        </p:nvGrpSpPr>
        <p:grpSpPr>
          <a:xfrm>
            <a:off x="5348942" y="1674097"/>
            <a:ext cx="1494116" cy="112014"/>
            <a:chOff x="10939447" y="523240"/>
            <a:chExt cx="1245096" cy="93345"/>
          </a:xfrm>
          <a:solidFill>
            <a:schemeClr val="tx2">
              <a:alpha val="20000"/>
            </a:schemeClr>
          </a:solidFill>
        </p:grpSpPr>
        <p:sp>
          <p:nvSpPr>
            <p:cNvPr id="30" name="Parallelogram 29">
              <a:extLst>
                <a:ext uri="{FF2B5EF4-FFF2-40B4-BE49-F238E27FC236}">
                  <a16:creationId xmlns:a16="http://schemas.microsoft.com/office/drawing/2014/main" id="{5610C1ED-5852-0EE6-FF0A-96F4CB2CE64A}"/>
                </a:ext>
              </a:extLst>
            </p:cNvPr>
            <p:cNvSpPr/>
            <p:nvPr/>
          </p:nvSpPr>
          <p:spPr>
            <a:xfrm>
              <a:off x="11678063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343AB0C8-5813-3A04-543A-A355379EE61C}"/>
                </a:ext>
              </a:extLst>
            </p:cNvPr>
            <p:cNvSpPr/>
            <p:nvPr/>
          </p:nvSpPr>
          <p:spPr>
            <a:xfrm>
              <a:off x="11721511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" name="Parallelogram 31">
              <a:extLst>
                <a:ext uri="{FF2B5EF4-FFF2-40B4-BE49-F238E27FC236}">
                  <a16:creationId xmlns:a16="http://schemas.microsoft.com/office/drawing/2014/main" id="{E08D21E0-3ECF-9B08-C7A1-D04373449761}"/>
                </a:ext>
              </a:extLst>
            </p:cNvPr>
            <p:cNvSpPr/>
            <p:nvPr/>
          </p:nvSpPr>
          <p:spPr>
            <a:xfrm>
              <a:off x="11764959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Parallelogram 32">
              <a:extLst>
                <a:ext uri="{FF2B5EF4-FFF2-40B4-BE49-F238E27FC236}">
                  <a16:creationId xmlns:a16="http://schemas.microsoft.com/office/drawing/2014/main" id="{9B6977C8-7F75-2A95-BA16-F0DBEB1C637D}"/>
                </a:ext>
              </a:extLst>
            </p:cNvPr>
            <p:cNvSpPr/>
            <p:nvPr/>
          </p:nvSpPr>
          <p:spPr>
            <a:xfrm>
              <a:off x="11808407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" name="Parallelogram 33">
              <a:extLst>
                <a:ext uri="{FF2B5EF4-FFF2-40B4-BE49-F238E27FC236}">
                  <a16:creationId xmlns:a16="http://schemas.microsoft.com/office/drawing/2014/main" id="{9E1621F6-18AB-1F9C-E8A6-615290F012C1}"/>
                </a:ext>
              </a:extLst>
            </p:cNvPr>
            <p:cNvSpPr/>
            <p:nvPr/>
          </p:nvSpPr>
          <p:spPr>
            <a:xfrm>
              <a:off x="11851855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5" name="Parallelogram 34">
              <a:extLst>
                <a:ext uri="{FF2B5EF4-FFF2-40B4-BE49-F238E27FC236}">
                  <a16:creationId xmlns:a16="http://schemas.microsoft.com/office/drawing/2014/main" id="{D7F90642-BEFD-C7CC-0AB6-542F734EC6BB}"/>
                </a:ext>
              </a:extLst>
            </p:cNvPr>
            <p:cNvSpPr/>
            <p:nvPr/>
          </p:nvSpPr>
          <p:spPr>
            <a:xfrm>
              <a:off x="11895303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6" name="Parallelogram 35">
              <a:extLst>
                <a:ext uri="{FF2B5EF4-FFF2-40B4-BE49-F238E27FC236}">
                  <a16:creationId xmlns:a16="http://schemas.microsoft.com/office/drawing/2014/main" id="{C0FAD3C7-8B5D-D594-47C6-8C4075EEDA84}"/>
                </a:ext>
              </a:extLst>
            </p:cNvPr>
            <p:cNvSpPr/>
            <p:nvPr/>
          </p:nvSpPr>
          <p:spPr>
            <a:xfrm>
              <a:off x="11938751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7" name="Parallelogram 36">
              <a:extLst>
                <a:ext uri="{FF2B5EF4-FFF2-40B4-BE49-F238E27FC236}">
                  <a16:creationId xmlns:a16="http://schemas.microsoft.com/office/drawing/2014/main" id="{EBCFCA6E-4C9C-8F1B-7470-1E3A399E1C0B}"/>
                </a:ext>
              </a:extLst>
            </p:cNvPr>
            <p:cNvSpPr/>
            <p:nvPr/>
          </p:nvSpPr>
          <p:spPr>
            <a:xfrm>
              <a:off x="11982199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8" name="Parallelogram 37">
              <a:extLst>
                <a:ext uri="{FF2B5EF4-FFF2-40B4-BE49-F238E27FC236}">
                  <a16:creationId xmlns:a16="http://schemas.microsoft.com/office/drawing/2014/main" id="{E455C98B-94C3-7DBA-72EF-5946B8FC5659}"/>
                </a:ext>
              </a:extLst>
            </p:cNvPr>
            <p:cNvSpPr/>
            <p:nvPr/>
          </p:nvSpPr>
          <p:spPr>
            <a:xfrm>
              <a:off x="12025647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9" name="Parallelogram 38">
              <a:extLst>
                <a:ext uri="{FF2B5EF4-FFF2-40B4-BE49-F238E27FC236}">
                  <a16:creationId xmlns:a16="http://schemas.microsoft.com/office/drawing/2014/main" id="{F6AECC36-A0CF-C556-EE65-AD7EC9BC4088}"/>
                </a:ext>
              </a:extLst>
            </p:cNvPr>
            <p:cNvSpPr/>
            <p:nvPr/>
          </p:nvSpPr>
          <p:spPr>
            <a:xfrm>
              <a:off x="12069095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0" name="Parallelogram 39">
              <a:extLst>
                <a:ext uri="{FF2B5EF4-FFF2-40B4-BE49-F238E27FC236}">
                  <a16:creationId xmlns:a16="http://schemas.microsoft.com/office/drawing/2014/main" id="{193D1796-0A04-4EBA-1454-F2C704880D8A}"/>
                </a:ext>
              </a:extLst>
            </p:cNvPr>
            <p:cNvSpPr/>
            <p:nvPr/>
          </p:nvSpPr>
          <p:spPr>
            <a:xfrm>
              <a:off x="12112543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1" name="Parallelogram 40">
              <a:extLst>
                <a:ext uri="{FF2B5EF4-FFF2-40B4-BE49-F238E27FC236}">
                  <a16:creationId xmlns:a16="http://schemas.microsoft.com/office/drawing/2014/main" id="{444A5F82-1CC1-2723-36BD-5E6A8DD02DB5}"/>
                </a:ext>
              </a:extLst>
            </p:cNvPr>
            <p:cNvSpPr/>
            <p:nvPr/>
          </p:nvSpPr>
          <p:spPr>
            <a:xfrm rot="10800000">
              <a:off x="11373927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2" name="Parallelogram 41">
              <a:extLst>
                <a:ext uri="{FF2B5EF4-FFF2-40B4-BE49-F238E27FC236}">
                  <a16:creationId xmlns:a16="http://schemas.microsoft.com/office/drawing/2014/main" id="{35EC8A17-161A-52F3-F4A9-DBBB86DC6C17}"/>
                </a:ext>
              </a:extLst>
            </p:cNvPr>
            <p:cNvSpPr/>
            <p:nvPr/>
          </p:nvSpPr>
          <p:spPr>
            <a:xfrm rot="10800000">
              <a:off x="11330479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3" name="Parallelogram 42">
              <a:extLst>
                <a:ext uri="{FF2B5EF4-FFF2-40B4-BE49-F238E27FC236}">
                  <a16:creationId xmlns:a16="http://schemas.microsoft.com/office/drawing/2014/main" id="{2D794AC1-E3B5-5BC5-50D1-03D1CB2EA924}"/>
                </a:ext>
              </a:extLst>
            </p:cNvPr>
            <p:cNvSpPr/>
            <p:nvPr/>
          </p:nvSpPr>
          <p:spPr>
            <a:xfrm rot="10800000">
              <a:off x="11287031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4" name="Parallelogram 43">
              <a:extLst>
                <a:ext uri="{FF2B5EF4-FFF2-40B4-BE49-F238E27FC236}">
                  <a16:creationId xmlns:a16="http://schemas.microsoft.com/office/drawing/2014/main" id="{FB7F060C-DB78-A9F5-E90C-C2F144895061}"/>
                </a:ext>
              </a:extLst>
            </p:cNvPr>
            <p:cNvSpPr/>
            <p:nvPr/>
          </p:nvSpPr>
          <p:spPr>
            <a:xfrm rot="10800000">
              <a:off x="11243583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5" name="Parallelogram 44">
              <a:extLst>
                <a:ext uri="{FF2B5EF4-FFF2-40B4-BE49-F238E27FC236}">
                  <a16:creationId xmlns:a16="http://schemas.microsoft.com/office/drawing/2014/main" id="{EE4882FB-4370-85AD-7574-1A4373173CA0}"/>
                </a:ext>
              </a:extLst>
            </p:cNvPr>
            <p:cNvSpPr/>
            <p:nvPr/>
          </p:nvSpPr>
          <p:spPr>
            <a:xfrm rot="10800000">
              <a:off x="11200135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6" name="Parallelogram 45">
              <a:extLst>
                <a:ext uri="{FF2B5EF4-FFF2-40B4-BE49-F238E27FC236}">
                  <a16:creationId xmlns:a16="http://schemas.microsoft.com/office/drawing/2014/main" id="{3C23D4FE-47CE-BC47-7291-20E7D63B222D}"/>
                </a:ext>
              </a:extLst>
            </p:cNvPr>
            <p:cNvSpPr/>
            <p:nvPr/>
          </p:nvSpPr>
          <p:spPr>
            <a:xfrm rot="10800000">
              <a:off x="11156687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7" name="Parallelogram 46">
              <a:extLst>
                <a:ext uri="{FF2B5EF4-FFF2-40B4-BE49-F238E27FC236}">
                  <a16:creationId xmlns:a16="http://schemas.microsoft.com/office/drawing/2014/main" id="{0C8F840B-5FA1-787F-A5ED-AF39E9BC9521}"/>
                </a:ext>
              </a:extLst>
            </p:cNvPr>
            <p:cNvSpPr/>
            <p:nvPr/>
          </p:nvSpPr>
          <p:spPr>
            <a:xfrm rot="10800000">
              <a:off x="11113239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8" name="Parallelogram 47">
              <a:extLst>
                <a:ext uri="{FF2B5EF4-FFF2-40B4-BE49-F238E27FC236}">
                  <a16:creationId xmlns:a16="http://schemas.microsoft.com/office/drawing/2014/main" id="{672792F1-9E05-B63F-2DEA-A5DE0295C132}"/>
                </a:ext>
              </a:extLst>
            </p:cNvPr>
            <p:cNvSpPr/>
            <p:nvPr/>
          </p:nvSpPr>
          <p:spPr>
            <a:xfrm rot="10800000">
              <a:off x="11069791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9" name="Parallelogram 48">
              <a:extLst>
                <a:ext uri="{FF2B5EF4-FFF2-40B4-BE49-F238E27FC236}">
                  <a16:creationId xmlns:a16="http://schemas.microsoft.com/office/drawing/2014/main" id="{757632A1-2A6B-1A61-CED7-6AC55E3AE4FE}"/>
                </a:ext>
              </a:extLst>
            </p:cNvPr>
            <p:cNvSpPr/>
            <p:nvPr/>
          </p:nvSpPr>
          <p:spPr>
            <a:xfrm rot="10800000">
              <a:off x="11026343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0" name="Parallelogram 49">
              <a:extLst>
                <a:ext uri="{FF2B5EF4-FFF2-40B4-BE49-F238E27FC236}">
                  <a16:creationId xmlns:a16="http://schemas.microsoft.com/office/drawing/2014/main" id="{4CD700AC-2950-4BD9-AEA9-F649F9BFAE92}"/>
                </a:ext>
              </a:extLst>
            </p:cNvPr>
            <p:cNvSpPr/>
            <p:nvPr/>
          </p:nvSpPr>
          <p:spPr>
            <a:xfrm rot="10800000">
              <a:off x="10982895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1" name="Parallelogram 50">
              <a:extLst>
                <a:ext uri="{FF2B5EF4-FFF2-40B4-BE49-F238E27FC236}">
                  <a16:creationId xmlns:a16="http://schemas.microsoft.com/office/drawing/2014/main" id="{BBA817A4-A3E4-94CB-83C3-D6F767DA3FEE}"/>
                </a:ext>
              </a:extLst>
            </p:cNvPr>
            <p:cNvSpPr/>
            <p:nvPr/>
          </p:nvSpPr>
          <p:spPr>
            <a:xfrm rot="10800000">
              <a:off x="10939447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2" name="Parallelogram 51">
              <a:extLst>
                <a:ext uri="{FF2B5EF4-FFF2-40B4-BE49-F238E27FC236}">
                  <a16:creationId xmlns:a16="http://schemas.microsoft.com/office/drawing/2014/main" id="{225BDD9E-FD33-866E-6890-16110B571DB3}"/>
                </a:ext>
              </a:extLst>
            </p:cNvPr>
            <p:cNvSpPr/>
            <p:nvPr/>
          </p:nvSpPr>
          <p:spPr>
            <a:xfrm>
              <a:off x="11417375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3" name="Parallelogram 52">
              <a:extLst>
                <a:ext uri="{FF2B5EF4-FFF2-40B4-BE49-F238E27FC236}">
                  <a16:creationId xmlns:a16="http://schemas.microsoft.com/office/drawing/2014/main" id="{F2C15A61-EF71-9795-61EF-8C1617508400}"/>
                </a:ext>
              </a:extLst>
            </p:cNvPr>
            <p:cNvSpPr/>
            <p:nvPr/>
          </p:nvSpPr>
          <p:spPr>
            <a:xfrm>
              <a:off x="11460823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4" name="Parallelogram 53">
              <a:extLst>
                <a:ext uri="{FF2B5EF4-FFF2-40B4-BE49-F238E27FC236}">
                  <a16:creationId xmlns:a16="http://schemas.microsoft.com/office/drawing/2014/main" id="{7E632C2E-006D-D2F7-A5C6-ACAAB3CF37B9}"/>
                </a:ext>
              </a:extLst>
            </p:cNvPr>
            <p:cNvSpPr/>
            <p:nvPr/>
          </p:nvSpPr>
          <p:spPr>
            <a:xfrm>
              <a:off x="11504271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5" name="Parallelogram 54">
              <a:extLst>
                <a:ext uri="{FF2B5EF4-FFF2-40B4-BE49-F238E27FC236}">
                  <a16:creationId xmlns:a16="http://schemas.microsoft.com/office/drawing/2014/main" id="{E1020044-98D4-DCF6-BADA-41E402526BB2}"/>
                </a:ext>
              </a:extLst>
            </p:cNvPr>
            <p:cNvSpPr/>
            <p:nvPr/>
          </p:nvSpPr>
          <p:spPr>
            <a:xfrm>
              <a:off x="11547719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6" name="Parallelogram 55">
              <a:extLst>
                <a:ext uri="{FF2B5EF4-FFF2-40B4-BE49-F238E27FC236}">
                  <a16:creationId xmlns:a16="http://schemas.microsoft.com/office/drawing/2014/main" id="{930D4332-77DE-1477-2E43-28E85958F0DC}"/>
                </a:ext>
              </a:extLst>
            </p:cNvPr>
            <p:cNvSpPr/>
            <p:nvPr/>
          </p:nvSpPr>
          <p:spPr>
            <a:xfrm>
              <a:off x="11634615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BDAAD660-5966-CDA2-8611-352F8D64C694}"/>
                </a:ext>
              </a:extLst>
            </p:cNvPr>
            <p:cNvSpPr/>
            <p:nvPr/>
          </p:nvSpPr>
          <p:spPr>
            <a:xfrm>
              <a:off x="11591167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7D7629-7829-1ACA-7FA5-F08FD2F78C6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76000" y="2007061"/>
            <a:ext cx="8640000" cy="212519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2000" b="0">
                <a:solidFill>
                  <a:schemeClr val="tx2"/>
                </a:solidFill>
              </a:defRPr>
            </a:lvl1pPr>
            <a:lvl2pPr marL="0" indent="0">
              <a:buNone/>
              <a:defRPr/>
            </a:lvl2pPr>
            <a:lvl3pPr marL="360000" indent="0">
              <a:buNone/>
              <a:defRPr/>
            </a:lvl3pPr>
            <a:lvl4pPr marL="576000" indent="0">
              <a:buNone/>
              <a:defRPr/>
            </a:lvl4pPr>
            <a:lvl5pPr marL="8280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455903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FFFCA-17A4-4600-A0CB-E384DB307A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000" y="360000"/>
            <a:ext cx="11016000" cy="369332"/>
          </a:xfrm>
        </p:spPr>
        <p:txBody>
          <a:bodyPr wrap="square" lIns="0" tIns="0" rIns="0" bIns="0" anchor="t">
            <a:spAutoFit/>
          </a:bodyPr>
          <a:lstStyle>
            <a:lvl1pPr>
              <a:lnSpc>
                <a:spcPct val="100000"/>
              </a:lnSpc>
              <a:defRPr sz="2400" b="1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a title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4FED07F-1D90-4D46-8347-34173E4881EE}"/>
              </a:ext>
            </a:extLst>
          </p:cNvPr>
          <p:cNvGrpSpPr/>
          <p:nvPr userDrawn="1"/>
        </p:nvGrpSpPr>
        <p:grpSpPr>
          <a:xfrm>
            <a:off x="588000" y="0"/>
            <a:ext cx="920602" cy="112014"/>
            <a:chOff x="696000" y="1460737"/>
            <a:chExt cx="920602" cy="112014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61DF02C5-E274-4395-8EC3-892ECAA4DC80}"/>
                </a:ext>
              </a:extLst>
            </p:cNvPr>
            <p:cNvSpPr/>
            <p:nvPr/>
          </p:nvSpPr>
          <p:spPr>
            <a:xfrm rot="10800000">
              <a:off x="121737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9DD2ABF5-6049-4A2D-B63B-3CF66647FF48}"/>
                </a:ext>
              </a:extLst>
            </p:cNvPr>
            <p:cNvSpPr/>
            <p:nvPr/>
          </p:nvSpPr>
          <p:spPr>
            <a:xfrm rot="10800000">
              <a:off x="116523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B72ED01F-02E9-48A8-AD76-A34E6EDB0258}"/>
                </a:ext>
              </a:extLst>
            </p:cNvPr>
            <p:cNvSpPr/>
            <p:nvPr/>
          </p:nvSpPr>
          <p:spPr>
            <a:xfrm rot="10800000">
              <a:off x="111310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EF3C2233-911F-46D2-8906-1D30D1E70F9F}"/>
                </a:ext>
              </a:extLst>
            </p:cNvPr>
            <p:cNvSpPr/>
            <p:nvPr/>
          </p:nvSpPr>
          <p:spPr>
            <a:xfrm rot="10800000">
              <a:off x="106096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D11BA0D6-7C24-4442-B8A3-9FD1E72C832E}"/>
                </a:ext>
              </a:extLst>
            </p:cNvPr>
            <p:cNvSpPr/>
            <p:nvPr/>
          </p:nvSpPr>
          <p:spPr>
            <a:xfrm rot="10800000">
              <a:off x="100882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312EC510-CFEB-4652-8B0D-104810ECFD0D}"/>
                </a:ext>
              </a:extLst>
            </p:cNvPr>
            <p:cNvSpPr/>
            <p:nvPr/>
          </p:nvSpPr>
          <p:spPr>
            <a:xfrm rot="10800000">
              <a:off x="95668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0CD77D20-CA7D-4CD2-BE63-663DDC766999}"/>
                </a:ext>
              </a:extLst>
            </p:cNvPr>
            <p:cNvSpPr/>
            <p:nvPr/>
          </p:nvSpPr>
          <p:spPr>
            <a:xfrm rot="10800000">
              <a:off x="90455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68861543-82DB-4738-8712-9171B4811F1C}"/>
                </a:ext>
              </a:extLst>
            </p:cNvPr>
            <p:cNvSpPr/>
            <p:nvPr/>
          </p:nvSpPr>
          <p:spPr>
            <a:xfrm rot="10800000">
              <a:off x="85241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E0586346-2B28-42B0-A4A5-A5D57FB08E74}"/>
                </a:ext>
              </a:extLst>
            </p:cNvPr>
            <p:cNvSpPr/>
            <p:nvPr/>
          </p:nvSpPr>
          <p:spPr>
            <a:xfrm rot="10800000">
              <a:off x="800275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41E5C780-D949-47BE-9E6D-F3FE63A54567}"/>
                </a:ext>
              </a:extLst>
            </p:cNvPr>
            <p:cNvSpPr/>
            <p:nvPr/>
          </p:nvSpPr>
          <p:spPr>
            <a:xfrm rot="10800000">
              <a:off x="74813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13077E6D-80C6-4E1E-BD3B-2842C665B038}"/>
                </a:ext>
              </a:extLst>
            </p:cNvPr>
            <p:cNvSpPr/>
            <p:nvPr/>
          </p:nvSpPr>
          <p:spPr>
            <a:xfrm rot="10800000">
              <a:off x="696000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BF2BC5A8-7032-49EB-876F-2C0D46BCA2E8}"/>
                </a:ext>
              </a:extLst>
            </p:cNvPr>
            <p:cNvSpPr/>
            <p:nvPr/>
          </p:nvSpPr>
          <p:spPr>
            <a:xfrm>
              <a:off x="126951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26AF3080-0E7E-413C-A0F7-A511E36A677A}"/>
                </a:ext>
              </a:extLst>
            </p:cNvPr>
            <p:cNvSpPr/>
            <p:nvPr/>
          </p:nvSpPr>
          <p:spPr>
            <a:xfrm>
              <a:off x="132165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44CF598B-2A86-4A47-B916-D63C4AFA72AF}"/>
                </a:ext>
              </a:extLst>
            </p:cNvPr>
            <p:cNvSpPr/>
            <p:nvPr/>
          </p:nvSpPr>
          <p:spPr>
            <a:xfrm>
              <a:off x="137378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2" name="Parallelogram 21">
              <a:extLst>
                <a:ext uri="{FF2B5EF4-FFF2-40B4-BE49-F238E27FC236}">
                  <a16:creationId xmlns:a16="http://schemas.microsoft.com/office/drawing/2014/main" id="{10A2E7C3-B0C3-430E-8811-23B07D2C6D5C}"/>
                </a:ext>
              </a:extLst>
            </p:cNvPr>
            <p:cNvSpPr/>
            <p:nvPr/>
          </p:nvSpPr>
          <p:spPr>
            <a:xfrm>
              <a:off x="1425927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3" name="Parallelogram 22">
              <a:extLst>
                <a:ext uri="{FF2B5EF4-FFF2-40B4-BE49-F238E27FC236}">
                  <a16:creationId xmlns:a16="http://schemas.microsoft.com/office/drawing/2014/main" id="{8153071B-3263-4383-B08D-15CBD36D9AA0}"/>
                </a:ext>
              </a:extLst>
            </p:cNvPr>
            <p:cNvSpPr/>
            <p:nvPr/>
          </p:nvSpPr>
          <p:spPr>
            <a:xfrm>
              <a:off x="153020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4" name="Parallelogram 23">
              <a:extLst>
                <a:ext uri="{FF2B5EF4-FFF2-40B4-BE49-F238E27FC236}">
                  <a16:creationId xmlns:a16="http://schemas.microsoft.com/office/drawing/2014/main" id="{07D6BF60-B541-4D62-BA7A-7DC38F1ACA87}"/>
                </a:ext>
              </a:extLst>
            </p:cNvPr>
            <p:cNvSpPr/>
            <p:nvPr/>
          </p:nvSpPr>
          <p:spPr>
            <a:xfrm>
              <a:off x="147806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BC0E30FF-66C8-FE1B-6DD1-2B08249DE19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8000" y="977317"/>
            <a:ext cx="11016000" cy="4540025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GB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313524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6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9FC509B4-E51F-329B-2A99-317CD7C621E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026802" y="1178102"/>
            <a:ext cx="1294799" cy="1296000"/>
          </a:xfrm>
          <a:custGeom>
            <a:avLst/>
            <a:gdLst>
              <a:gd name="connsiteX0" fmla="*/ 73415 w 1294799"/>
              <a:gd name="connsiteY0" fmla="*/ 0 h 1296000"/>
              <a:gd name="connsiteX1" fmla="*/ 1294799 w 1294799"/>
              <a:gd name="connsiteY1" fmla="*/ 0 h 1296000"/>
              <a:gd name="connsiteX2" fmla="*/ 1294799 w 1294799"/>
              <a:gd name="connsiteY2" fmla="*/ 1222585 h 1296000"/>
              <a:gd name="connsiteX3" fmla="*/ 1221384 w 1294799"/>
              <a:gd name="connsiteY3" fmla="*/ 1296000 h 1296000"/>
              <a:gd name="connsiteX4" fmla="*/ 0 w 1294799"/>
              <a:gd name="connsiteY4" fmla="*/ 1296000 h 1296000"/>
              <a:gd name="connsiteX5" fmla="*/ 0 w 1294799"/>
              <a:gd name="connsiteY5" fmla="*/ 73415 h 12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94799" h="1296000">
                <a:moveTo>
                  <a:pt x="73415" y="0"/>
                </a:moveTo>
                <a:lnTo>
                  <a:pt x="1294799" y="0"/>
                </a:lnTo>
                <a:lnTo>
                  <a:pt x="1294799" y="1222585"/>
                </a:lnTo>
                <a:lnTo>
                  <a:pt x="1221384" y="1296000"/>
                </a:lnTo>
                <a:lnTo>
                  <a:pt x="0" y="1296000"/>
                </a:lnTo>
                <a:lnTo>
                  <a:pt x="0" y="73415"/>
                </a:lnTo>
                <a:close/>
              </a:path>
            </a:pathLst>
          </a:custGeom>
          <a:solidFill>
            <a:srgbClr val="ECECEF"/>
          </a:solidFill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9FFFCA-17A4-4600-A0CB-E384DB307A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000" y="360000"/>
            <a:ext cx="11016000" cy="369332"/>
          </a:xfrm>
        </p:spPr>
        <p:txBody>
          <a:bodyPr wrap="square" lIns="0" tIns="0" rIns="0" bIns="0" anchor="t">
            <a:spAutoFit/>
          </a:bodyPr>
          <a:lstStyle>
            <a:lvl1pPr>
              <a:lnSpc>
                <a:spcPct val="100000"/>
              </a:lnSpc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a title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4FED07F-1D90-4D46-8347-34173E4881EE}"/>
              </a:ext>
            </a:extLst>
          </p:cNvPr>
          <p:cNvGrpSpPr/>
          <p:nvPr userDrawn="1"/>
        </p:nvGrpSpPr>
        <p:grpSpPr>
          <a:xfrm>
            <a:off x="588000" y="0"/>
            <a:ext cx="920602" cy="112014"/>
            <a:chOff x="696000" y="1460737"/>
            <a:chExt cx="920602" cy="112014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61DF02C5-E274-4395-8EC3-892ECAA4DC80}"/>
                </a:ext>
              </a:extLst>
            </p:cNvPr>
            <p:cNvSpPr/>
            <p:nvPr/>
          </p:nvSpPr>
          <p:spPr>
            <a:xfrm rot="10800000">
              <a:off x="121737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9DD2ABF5-6049-4A2D-B63B-3CF66647FF48}"/>
                </a:ext>
              </a:extLst>
            </p:cNvPr>
            <p:cNvSpPr/>
            <p:nvPr/>
          </p:nvSpPr>
          <p:spPr>
            <a:xfrm rot="10800000">
              <a:off x="116523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B72ED01F-02E9-48A8-AD76-A34E6EDB0258}"/>
                </a:ext>
              </a:extLst>
            </p:cNvPr>
            <p:cNvSpPr/>
            <p:nvPr/>
          </p:nvSpPr>
          <p:spPr>
            <a:xfrm rot="10800000">
              <a:off x="111310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EF3C2233-911F-46D2-8906-1D30D1E70F9F}"/>
                </a:ext>
              </a:extLst>
            </p:cNvPr>
            <p:cNvSpPr/>
            <p:nvPr/>
          </p:nvSpPr>
          <p:spPr>
            <a:xfrm rot="10800000">
              <a:off x="106096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D11BA0D6-7C24-4442-B8A3-9FD1E72C832E}"/>
                </a:ext>
              </a:extLst>
            </p:cNvPr>
            <p:cNvSpPr/>
            <p:nvPr/>
          </p:nvSpPr>
          <p:spPr>
            <a:xfrm rot="10800000">
              <a:off x="100882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312EC510-CFEB-4652-8B0D-104810ECFD0D}"/>
                </a:ext>
              </a:extLst>
            </p:cNvPr>
            <p:cNvSpPr/>
            <p:nvPr/>
          </p:nvSpPr>
          <p:spPr>
            <a:xfrm rot="10800000">
              <a:off x="95668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0CD77D20-CA7D-4CD2-BE63-663DDC766999}"/>
                </a:ext>
              </a:extLst>
            </p:cNvPr>
            <p:cNvSpPr/>
            <p:nvPr/>
          </p:nvSpPr>
          <p:spPr>
            <a:xfrm rot="10800000">
              <a:off x="90455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68861543-82DB-4738-8712-9171B4811F1C}"/>
                </a:ext>
              </a:extLst>
            </p:cNvPr>
            <p:cNvSpPr/>
            <p:nvPr/>
          </p:nvSpPr>
          <p:spPr>
            <a:xfrm rot="10800000">
              <a:off x="85241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E0586346-2B28-42B0-A4A5-A5D57FB08E74}"/>
                </a:ext>
              </a:extLst>
            </p:cNvPr>
            <p:cNvSpPr/>
            <p:nvPr/>
          </p:nvSpPr>
          <p:spPr>
            <a:xfrm rot="10800000">
              <a:off x="800275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41E5C780-D949-47BE-9E6D-F3FE63A54567}"/>
                </a:ext>
              </a:extLst>
            </p:cNvPr>
            <p:cNvSpPr/>
            <p:nvPr/>
          </p:nvSpPr>
          <p:spPr>
            <a:xfrm rot="10800000">
              <a:off x="74813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13077E6D-80C6-4E1E-BD3B-2842C665B038}"/>
                </a:ext>
              </a:extLst>
            </p:cNvPr>
            <p:cNvSpPr/>
            <p:nvPr/>
          </p:nvSpPr>
          <p:spPr>
            <a:xfrm rot="10800000">
              <a:off x="696000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BF2BC5A8-7032-49EB-876F-2C0D46BCA2E8}"/>
                </a:ext>
              </a:extLst>
            </p:cNvPr>
            <p:cNvSpPr/>
            <p:nvPr/>
          </p:nvSpPr>
          <p:spPr>
            <a:xfrm>
              <a:off x="126951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26AF3080-0E7E-413C-A0F7-A511E36A677A}"/>
                </a:ext>
              </a:extLst>
            </p:cNvPr>
            <p:cNvSpPr/>
            <p:nvPr/>
          </p:nvSpPr>
          <p:spPr>
            <a:xfrm>
              <a:off x="132165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44CF598B-2A86-4A47-B916-D63C4AFA72AF}"/>
                </a:ext>
              </a:extLst>
            </p:cNvPr>
            <p:cNvSpPr/>
            <p:nvPr/>
          </p:nvSpPr>
          <p:spPr>
            <a:xfrm>
              <a:off x="137378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2" name="Parallelogram 21">
              <a:extLst>
                <a:ext uri="{FF2B5EF4-FFF2-40B4-BE49-F238E27FC236}">
                  <a16:creationId xmlns:a16="http://schemas.microsoft.com/office/drawing/2014/main" id="{10A2E7C3-B0C3-430E-8811-23B07D2C6D5C}"/>
                </a:ext>
              </a:extLst>
            </p:cNvPr>
            <p:cNvSpPr/>
            <p:nvPr/>
          </p:nvSpPr>
          <p:spPr>
            <a:xfrm>
              <a:off x="1425927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3" name="Parallelogram 22">
              <a:extLst>
                <a:ext uri="{FF2B5EF4-FFF2-40B4-BE49-F238E27FC236}">
                  <a16:creationId xmlns:a16="http://schemas.microsoft.com/office/drawing/2014/main" id="{8153071B-3263-4383-B08D-15CBD36D9AA0}"/>
                </a:ext>
              </a:extLst>
            </p:cNvPr>
            <p:cNvSpPr/>
            <p:nvPr/>
          </p:nvSpPr>
          <p:spPr>
            <a:xfrm>
              <a:off x="153020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4" name="Parallelogram 23">
              <a:extLst>
                <a:ext uri="{FF2B5EF4-FFF2-40B4-BE49-F238E27FC236}">
                  <a16:creationId xmlns:a16="http://schemas.microsoft.com/office/drawing/2014/main" id="{07D6BF60-B541-4D62-BA7A-7DC38F1ACA87}"/>
                </a:ext>
              </a:extLst>
            </p:cNvPr>
            <p:cNvSpPr/>
            <p:nvPr/>
          </p:nvSpPr>
          <p:spPr>
            <a:xfrm>
              <a:off x="147806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CDAB6E4D-62AB-AA15-F7C2-3F29D666E45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996000" y="1178102"/>
            <a:ext cx="1294799" cy="1296000"/>
          </a:xfrm>
          <a:custGeom>
            <a:avLst/>
            <a:gdLst>
              <a:gd name="connsiteX0" fmla="*/ 73415 w 1294799"/>
              <a:gd name="connsiteY0" fmla="*/ 0 h 1296000"/>
              <a:gd name="connsiteX1" fmla="*/ 1294799 w 1294799"/>
              <a:gd name="connsiteY1" fmla="*/ 0 h 1296000"/>
              <a:gd name="connsiteX2" fmla="*/ 1294799 w 1294799"/>
              <a:gd name="connsiteY2" fmla="*/ 1222585 h 1296000"/>
              <a:gd name="connsiteX3" fmla="*/ 1221384 w 1294799"/>
              <a:gd name="connsiteY3" fmla="*/ 1296000 h 1296000"/>
              <a:gd name="connsiteX4" fmla="*/ 0 w 1294799"/>
              <a:gd name="connsiteY4" fmla="*/ 1296000 h 1296000"/>
              <a:gd name="connsiteX5" fmla="*/ 0 w 1294799"/>
              <a:gd name="connsiteY5" fmla="*/ 73415 h 12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94799" h="1296000">
                <a:moveTo>
                  <a:pt x="73415" y="0"/>
                </a:moveTo>
                <a:lnTo>
                  <a:pt x="1294799" y="0"/>
                </a:lnTo>
                <a:lnTo>
                  <a:pt x="1294799" y="1222585"/>
                </a:lnTo>
                <a:lnTo>
                  <a:pt x="1221384" y="1296000"/>
                </a:lnTo>
                <a:lnTo>
                  <a:pt x="0" y="1296000"/>
                </a:lnTo>
                <a:lnTo>
                  <a:pt x="0" y="73415"/>
                </a:lnTo>
                <a:close/>
              </a:path>
            </a:pathLst>
          </a:custGeom>
          <a:solidFill>
            <a:srgbClr val="ECECEF"/>
          </a:solidFill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Picture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028D82F2-F29C-887B-10F9-D273CE45B16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2026802" y="2781000"/>
            <a:ext cx="1294799" cy="1296000"/>
          </a:xfrm>
          <a:custGeom>
            <a:avLst/>
            <a:gdLst>
              <a:gd name="connsiteX0" fmla="*/ 73415 w 1294799"/>
              <a:gd name="connsiteY0" fmla="*/ 0 h 1296000"/>
              <a:gd name="connsiteX1" fmla="*/ 1294799 w 1294799"/>
              <a:gd name="connsiteY1" fmla="*/ 0 h 1296000"/>
              <a:gd name="connsiteX2" fmla="*/ 1294799 w 1294799"/>
              <a:gd name="connsiteY2" fmla="*/ 1222585 h 1296000"/>
              <a:gd name="connsiteX3" fmla="*/ 1221384 w 1294799"/>
              <a:gd name="connsiteY3" fmla="*/ 1296000 h 1296000"/>
              <a:gd name="connsiteX4" fmla="*/ 0 w 1294799"/>
              <a:gd name="connsiteY4" fmla="*/ 1296000 h 1296000"/>
              <a:gd name="connsiteX5" fmla="*/ 0 w 1294799"/>
              <a:gd name="connsiteY5" fmla="*/ 73415 h 12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94799" h="1296000">
                <a:moveTo>
                  <a:pt x="73415" y="0"/>
                </a:moveTo>
                <a:lnTo>
                  <a:pt x="1294799" y="0"/>
                </a:lnTo>
                <a:lnTo>
                  <a:pt x="1294799" y="1222585"/>
                </a:lnTo>
                <a:lnTo>
                  <a:pt x="1221384" y="1296000"/>
                </a:lnTo>
                <a:lnTo>
                  <a:pt x="0" y="1296000"/>
                </a:lnTo>
                <a:lnTo>
                  <a:pt x="0" y="73415"/>
                </a:lnTo>
                <a:close/>
              </a:path>
            </a:pathLst>
          </a:custGeom>
          <a:solidFill>
            <a:srgbClr val="ECECEF"/>
          </a:solidFill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Picture</a:t>
            </a:r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C5987CDC-F8C1-A05A-FC69-A462DA2F99C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996000" y="2781000"/>
            <a:ext cx="1294799" cy="1296000"/>
          </a:xfrm>
          <a:custGeom>
            <a:avLst/>
            <a:gdLst>
              <a:gd name="connsiteX0" fmla="*/ 73415 w 1294799"/>
              <a:gd name="connsiteY0" fmla="*/ 0 h 1296000"/>
              <a:gd name="connsiteX1" fmla="*/ 1294799 w 1294799"/>
              <a:gd name="connsiteY1" fmla="*/ 0 h 1296000"/>
              <a:gd name="connsiteX2" fmla="*/ 1294799 w 1294799"/>
              <a:gd name="connsiteY2" fmla="*/ 1222585 h 1296000"/>
              <a:gd name="connsiteX3" fmla="*/ 1221384 w 1294799"/>
              <a:gd name="connsiteY3" fmla="*/ 1296000 h 1296000"/>
              <a:gd name="connsiteX4" fmla="*/ 0 w 1294799"/>
              <a:gd name="connsiteY4" fmla="*/ 1296000 h 1296000"/>
              <a:gd name="connsiteX5" fmla="*/ 0 w 1294799"/>
              <a:gd name="connsiteY5" fmla="*/ 73415 h 12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94799" h="1296000">
                <a:moveTo>
                  <a:pt x="73415" y="0"/>
                </a:moveTo>
                <a:lnTo>
                  <a:pt x="1294799" y="0"/>
                </a:lnTo>
                <a:lnTo>
                  <a:pt x="1294799" y="1222585"/>
                </a:lnTo>
                <a:lnTo>
                  <a:pt x="1221384" y="1296000"/>
                </a:lnTo>
                <a:lnTo>
                  <a:pt x="0" y="1296000"/>
                </a:lnTo>
                <a:lnTo>
                  <a:pt x="0" y="73415"/>
                </a:lnTo>
                <a:close/>
              </a:path>
            </a:pathLst>
          </a:custGeom>
          <a:solidFill>
            <a:srgbClr val="ECECEF"/>
          </a:solidFill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Picture</a:t>
            </a:r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EE9CFE75-402D-C2FC-1AD5-8D941F181CB8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2026802" y="4383898"/>
            <a:ext cx="1294799" cy="1296000"/>
          </a:xfrm>
          <a:custGeom>
            <a:avLst/>
            <a:gdLst>
              <a:gd name="connsiteX0" fmla="*/ 73415 w 1294799"/>
              <a:gd name="connsiteY0" fmla="*/ 0 h 1296000"/>
              <a:gd name="connsiteX1" fmla="*/ 1294799 w 1294799"/>
              <a:gd name="connsiteY1" fmla="*/ 0 h 1296000"/>
              <a:gd name="connsiteX2" fmla="*/ 1294799 w 1294799"/>
              <a:gd name="connsiteY2" fmla="*/ 1222585 h 1296000"/>
              <a:gd name="connsiteX3" fmla="*/ 1221384 w 1294799"/>
              <a:gd name="connsiteY3" fmla="*/ 1296000 h 1296000"/>
              <a:gd name="connsiteX4" fmla="*/ 0 w 1294799"/>
              <a:gd name="connsiteY4" fmla="*/ 1296000 h 1296000"/>
              <a:gd name="connsiteX5" fmla="*/ 0 w 1294799"/>
              <a:gd name="connsiteY5" fmla="*/ 73415 h 12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94799" h="1296000">
                <a:moveTo>
                  <a:pt x="73415" y="0"/>
                </a:moveTo>
                <a:lnTo>
                  <a:pt x="1294799" y="0"/>
                </a:lnTo>
                <a:lnTo>
                  <a:pt x="1294799" y="1222585"/>
                </a:lnTo>
                <a:lnTo>
                  <a:pt x="1221384" y="1296000"/>
                </a:lnTo>
                <a:lnTo>
                  <a:pt x="0" y="1296000"/>
                </a:lnTo>
                <a:lnTo>
                  <a:pt x="0" y="73415"/>
                </a:lnTo>
                <a:close/>
              </a:path>
            </a:pathLst>
          </a:custGeom>
          <a:solidFill>
            <a:srgbClr val="ECECEF"/>
          </a:solidFill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Picture</a:t>
            </a:r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B38D2D1E-6B09-24DC-B953-EFA4EE8F514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996000" y="4383898"/>
            <a:ext cx="1294799" cy="1296000"/>
          </a:xfrm>
          <a:custGeom>
            <a:avLst/>
            <a:gdLst>
              <a:gd name="connsiteX0" fmla="*/ 73415 w 1294799"/>
              <a:gd name="connsiteY0" fmla="*/ 0 h 1296000"/>
              <a:gd name="connsiteX1" fmla="*/ 1294799 w 1294799"/>
              <a:gd name="connsiteY1" fmla="*/ 0 h 1296000"/>
              <a:gd name="connsiteX2" fmla="*/ 1294799 w 1294799"/>
              <a:gd name="connsiteY2" fmla="*/ 1222585 h 1296000"/>
              <a:gd name="connsiteX3" fmla="*/ 1221384 w 1294799"/>
              <a:gd name="connsiteY3" fmla="*/ 1296000 h 1296000"/>
              <a:gd name="connsiteX4" fmla="*/ 0 w 1294799"/>
              <a:gd name="connsiteY4" fmla="*/ 1296000 h 1296000"/>
              <a:gd name="connsiteX5" fmla="*/ 0 w 1294799"/>
              <a:gd name="connsiteY5" fmla="*/ 73415 h 12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94799" h="1296000">
                <a:moveTo>
                  <a:pt x="73415" y="0"/>
                </a:moveTo>
                <a:lnTo>
                  <a:pt x="1294799" y="0"/>
                </a:lnTo>
                <a:lnTo>
                  <a:pt x="1294799" y="1222585"/>
                </a:lnTo>
                <a:lnTo>
                  <a:pt x="1221384" y="1296000"/>
                </a:lnTo>
                <a:lnTo>
                  <a:pt x="0" y="1296000"/>
                </a:lnTo>
                <a:lnTo>
                  <a:pt x="0" y="73415"/>
                </a:lnTo>
                <a:close/>
              </a:path>
            </a:pathLst>
          </a:custGeom>
          <a:solidFill>
            <a:srgbClr val="ECECEF"/>
          </a:solidFill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20123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FFFCA-17A4-4600-A0CB-E384DB307A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000" y="360000"/>
            <a:ext cx="11016000" cy="369332"/>
          </a:xfrm>
        </p:spPr>
        <p:txBody>
          <a:bodyPr wrap="square" lIns="0" tIns="0" rIns="0" bIns="0" anchor="t">
            <a:spAutoFit/>
          </a:bodyPr>
          <a:lstStyle>
            <a:lvl1pPr>
              <a:lnSpc>
                <a:spcPct val="100000"/>
              </a:lnSpc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a title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4FED07F-1D90-4D46-8347-34173E4881EE}"/>
              </a:ext>
            </a:extLst>
          </p:cNvPr>
          <p:cNvGrpSpPr/>
          <p:nvPr userDrawn="1"/>
        </p:nvGrpSpPr>
        <p:grpSpPr>
          <a:xfrm>
            <a:off x="588000" y="0"/>
            <a:ext cx="920602" cy="112014"/>
            <a:chOff x="696000" y="1460737"/>
            <a:chExt cx="920602" cy="112014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61DF02C5-E274-4395-8EC3-892ECAA4DC80}"/>
                </a:ext>
              </a:extLst>
            </p:cNvPr>
            <p:cNvSpPr/>
            <p:nvPr/>
          </p:nvSpPr>
          <p:spPr>
            <a:xfrm rot="10800000">
              <a:off x="121737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9DD2ABF5-6049-4A2D-B63B-3CF66647FF48}"/>
                </a:ext>
              </a:extLst>
            </p:cNvPr>
            <p:cNvSpPr/>
            <p:nvPr/>
          </p:nvSpPr>
          <p:spPr>
            <a:xfrm rot="10800000">
              <a:off x="116523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B72ED01F-02E9-48A8-AD76-A34E6EDB0258}"/>
                </a:ext>
              </a:extLst>
            </p:cNvPr>
            <p:cNvSpPr/>
            <p:nvPr/>
          </p:nvSpPr>
          <p:spPr>
            <a:xfrm rot="10800000">
              <a:off x="111310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EF3C2233-911F-46D2-8906-1D30D1E70F9F}"/>
                </a:ext>
              </a:extLst>
            </p:cNvPr>
            <p:cNvSpPr/>
            <p:nvPr/>
          </p:nvSpPr>
          <p:spPr>
            <a:xfrm rot="10800000">
              <a:off x="106096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D11BA0D6-7C24-4442-B8A3-9FD1E72C832E}"/>
                </a:ext>
              </a:extLst>
            </p:cNvPr>
            <p:cNvSpPr/>
            <p:nvPr/>
          </p:nvSpPr>
          <p:spPr>
            <a:xfrm rot="10800000">
              <a:off x="100882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312EC510-CFEB-4652-8B0D-104810ECFD0D}"/>
                </a:ext>
              </a:extLst>
            </p:cNvPr>
            <p:cNvSpPr/>
            <p:nvPr/>
          </p:nvSpPr>
          <p:spPr>
            <a:xfrm rot="10800000">
              <a:off x="95668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0CD77D20-CA7D-4CD2-BE63-663DDC766999}"/>
                </a:ext>
              </a:extLst>
            </p:cNvPr>
            <p:cNvSpPr/>
            <p:nvPr/>
          </p:nvSpPr>
          <p:spPr>
            <a:xfrm rot="10800000">
              <a:off x="90455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68861543-82DB-4738-8712-9171B4811F1C}"/>
                </a:ext>
              </a:extLst>
            </p:cNvPr>
            <p:cNvSpPr/>
            <p:nvPr/>
          </p:nvSpPr>
          <p:spPr>
            <a:xfrm rot="10800000">
              <a:off x="85241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E0586346-2B28-42B0-A4A5-A5D57FB08E74}"/>
                </a:ext>
              </a:extLst>
            </p:cNvPr>
            <p:cNvSpPr/>
            <p:nvPr/>
          </p:nvSpPr>
          <p:spPr>
            <a:xfrm rot="10800000">
              <a:off x="800275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41E5C780-D949-47BE-9E6D-F3FE63A54567}"/>
                </a:ext>
              </a:extLst>
            </p:cNvPr>
            <p:cNvSpPr/>
            <p:nvPr/>
          </p:nvSpPr>
          <p:spPr>
            <a:xfrm rot="10800000">
              <a:off x="74813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13077E6D-80C6-4E1E-BD3B-2842C665B038}"/>
                </a:ext>
              </a:extLst>
            </p:cNvPr>
            <p:cNvSpPr/>
            <p:nvPr/>
          </p:nvSpPr>
          <p:spPr>
            <a:xfrm rot="10800000">
              <a:off x="696000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BF2BC5A8-7032-49EB-876F-2C0D46BCA2E8}"/>
                </a:ext>
              </a:extLst>
            </p:cNvPr>
            <p:cNvSpPr/>
            <p:nvPr/>
          </p:nvSpPr>
          <p:spPr>
            <a:xfrm>
              <a:off x="126951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26AF3080-0E7E-413C-A0F7-A511E36A677A}"/>
                </a:ext>
              </a:extLst>
            </p:cNvPr>
            <p:cNvSpPr/>
            <p:nvPr/>
          </p:nvSpPr>
          <p:spPr>
            <a:xfrm>
              <a:off x="132165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44CF598B-2A86-4A47-B916-D63C4AFA72AF}"/>
                </a:ext>
              </a:extLst>
            </p:cNvPr>
            <p:cNvSpPr/>
            <p:nvPr/>
          </p:nvSpPr>
          <p:spPr>
            <a:xfrm>
              <a:off x="137378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2" name="Parallelogram 21">
              <a:extLst>
                <a:ext uri="{FF2B5EF4-FFF2-40B4-BE49-F238E27FC236}">
                  <a16:creationId xmlns:a16="http://schemas.microsoft.com/office/drawing/2014/main" id="{10A2E7C3-B0C3-430E-8811-23B07D2C6D5C}"/>
                </a:ext>
              </a:extLst>
            </p:cNvPr>
            <p:cNvSpPr/>
            <p:nvPr/>
          </p:nvSpPr>
          <p:spPr>
            <a:xfrm>
              <a:off x="1425927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3" name="Parallelogram 22">
              <a:extLst>
                <a:ext uri="{FF2B5EF4-FFF2-40B4-BE49-F238E27FC236}">
                  <a16:creationId xmlns:a16="http://schemas.microsoft.com/office/drawing/2014/main" id="{8153071B-3263-4383-B08D-15CBD36D9AA0}"/>
                </a:ext>
              </a:extLst>
            </p:cNvPr>
            <p:cNvSpPr/>
            <p:nvPr/>
          </p:nvSpPr>
          <p:spPr>
            <a:xfrm>
              <a:off x="153020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4" name="Parallelogram 23">
              <a:extLst>
                <a:ext uri="{FF2B5EF4-FFF2-40B4-BE49-F238E27FC236}">
                  <a16:creationId xmlns:a16="http://schemas.microsoft.com/office/drawing/2014/main" id="{07D6BF60-B541-4D62-BA7A-7DC38F1ACA87}"/>
                </a:ext>
              </a:extLst>
            </p:cNvPr>
            <p:cNvSpPr/>
            <p:nvPr/>
          </p:nvSpPr>
          <p:spPr>
            <a:xfrm>
              <a:off x="147806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3C4B28-B831-4A30-8ED4-06948102CA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8000" y="1064645"/>
            <a:ext cx="11016000" cy="4540024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61573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+ 1 Text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FFFCA-17A4-4600-A0CB-E384DB307A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58800" y="756000"/>
            <a:ext cx="5245200" cy="738664"/>
          </a:xfrm>
        </p:spPr>
        <p:txBody>
          <a:bodyPr wrap="square" lIns="0" tIns="0" rIns="0" bIns="0" anchor="t">
            <a:spAutoFit/>
          </a:bodyPr>
          <a:lstStyle>
            <a:lvl1pPr>
              <a:lnSpc>
                <a:spcPct val="100000"/>
              </a:lnSpc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a title</a:t>
            </a:r>
            <a:br>
              <a:rPr lang="en-US" dirty="0"/>
            </a:br>
            <a:r>
              <a:rPr lang="en-US" dirty="0"/>
              <a:t>Up to two lines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4FED07F-1D90-4D46-8347-34173E4881EE}"/>
              </a:ext>
            </a:extLst>
          </p:cNvPr>
          <p:cNvGrpSpPr/>
          <p:nvPr userDrawn="1"/>
        </p:nvGrpSpPr>
        <p:grpSpPr>
          <a:xfrm>
            <a:off x="588000" y="0"/>
            <a:ext cx="920602" cy="112014"/>
            <a:chOff x="696000" y="1460737"/>
            <a:chExt cx="920602" cy="112014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61DF02C5-E274-4395-8EC3-892ECAA4DC80}"/>
                </a:ext>
              </a:extLst>
            </p:cNvPr>
            <p:cNvSpPr/>
            <p:nvPr/>
          </p:nvSpPr>
          <p:spPr>
            <a:xfrm rot="10800000">
              <a:off x="121737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9DD2ABF5-6049-4A2D-B63B-3CF66647FF48}"/>
                </a:ext>
              </a:extLst>
            </p:cNvPr>
            <p:cNvSpPr/>
            <p:nvPr/>
          </p:nvSpPr>
          <p:spPr>
            <a:xfrm rot="10800000">
              <a:off x="116523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B72ED01F-02E9-48A8-AD76-A34E6EDB0258}"/>
                </a:ext>
              </a:extLst>
            </p:cNvPr>
            <p:cNvSpPr/>
            <p:nvPr/>
          </p:nvSpPr>
          <p:spPr>
            <a:xfrm rot="10800000">
              <a:off x="111310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EF3C2233-911F-46D2-8906-1D30D1E70F9F}"/>
                </a:ext>
              </a:extLst>
            </p:cNvPr>
            <p:cNvSpPr/>
            <p:nvPr/>
          </p:nvSpPr>
          <p:spPr>
            <a:xfrm rot="10800000">
              <a:off x="106096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D11BA0D6-7C24-4442-B8A3-9FD1E72C832E}"/>
                </a:ext>
              </a:extLst>
            </p:cNvPr>
            <p:cNvSpPr/>
            <p:nvPr/>
          </p:nvSpPr>
          <p:spPr>
            <a:xfrm rot="10800000">
              <a:off x="100882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312EC510-CFEB-4652-8B0D-104810ECFD0D}"/>
                </a:ext>
              </a:extLst>
            </p:cNvPr>
            <p:cNvSpPr/>
            <p:nvPr/>
          </p:nvSpPr>
          <p:spPr>
            <a:xfrm rot="10800000">
              <a:off x="95668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0CD77D20-CA7D-4CD2-BE63-663DDC766999}"/>
                </a:ext>
              </a:extLst>
            </p:cNvPr>
            <p:cNvSpPr/>
            <p:nvPr/>
          </p:nvSpPr>
          <p:spPr>
            <a:xfrm rot="10800000">
              <a:off x="90455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68861543-82DB-4738-8712-9171B4811F1C}"/>
                </a:ext>
              </a:extLst>
            </p:cNvPr>
            <p:cNvSpPr/>
            <p:nvPr/>
          </p:nvSpPr>
          <p:spPr>
            <a:xfrm rot="10800000">
              <a:off x="85241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E0586346-2B28-42B0-A4A5-A5D57FB08E74}"/>
                </a:ext>
              </a:extLst>
            </p:cNvPr>
            <p:cNvSpPr/>
            <p:nvPr/>
          </p:nvSpPr>
          <p:spPr>
            <a:xfrm rot="10800000">
              <a:off x="800275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41E5C780-D949-47BE-9E6D-F3FE63A54567}"/>
                </a:ext>
              </a:extLst>
            </p:cNvPr>
            <p:cNvSpPr/>
            <p:nvPr/>
          </p:nvSpPr>
          <p:spPr>
            <a:xfrm rot="10800000">
              <a:off x="74813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13077E6D-80C6-4E1E-BD3B-2842C665B038}"/>
                </a:ext>
              </a:extLst>
            </p:cNvPr>
            <p:cNvSpPr/>
            <p:nvPr/>
          </p:nvSpPr>
          <p:spPr>
            <a:xfrm rot="10800000">
              <a:off x="696000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BF2BC5A8-7032-49EB-876F-2C0D46BCA2E8}"/>
                </a:ext>
              </a:extLst>
            </p:cNvPr>
            <p:cNvSpPr/>
            <p:nvPr/>
          </p:nvSpPr>
          <p:spPr>
            <a:xfrm>
              <a:off x="126951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26AF3080-0E7E-413C-A0F7-A511E36A677A}"/>
                </a:ext>
              </a:extLst>
            </p:cNvPr>
            <p:cNvSpPr/>
            <p:nvPr/>
          </p:nvSpPr>
          <p:spPr>
            <a:xfrm>
              <a:off x="132165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44CF598B-2A86-4A47-B916-D63C4AFA72AF}"/>
                </a:ext>
              </a:extLst>
            </p:cNvPr>
            <p:cNvSpPr/>
            <p:nvPr/>
          </p:nvSpPr>
          <p:spPr>
            <a:xfrm>
              <a:off x="137378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2" name="Parallelogram 21">
              <a:extLst>
                <a:ext uri="{FF2B5EF4-FFF2-40B4-BE49-F238E27FC236}">
                  <a16:creationId xmlns:a16="http://schemas.microsoft.com/office/drawing/2014/main" id="{10A2E7C3-B0C3-430E-8811-23B07D2C6D5C}"/>
                </a:ext>
              </a:extLst>
            </p:cNvPr>
            <p:cNvSpPr/>
            <p:nvPr/>
          </p:nvSpPr>
          <p:spPr>
            <a:xfrm>
              <a:off x="1425927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3" name="Parallelogram 22">
              <a:extLst>
                <a:ext uri="{FF2B5EF4-FFF2-40B4-BE49-F238E27FC236}">
                  <a16:creationId xmlns:a16="http://schemas.microsoft.com/office/drawing/2014/main" id="{8153071B-3263-4383-B08D-15CBD36D9AA0}"/>
                </a:ext>
              </a:extLst>
            </p:cNvPr>
            <p:cNvSpPr/>
            <p:nvPr/>
          </p:nvSpPr>
          <p:spPr>
            <a:xfrm>
              <a:off x="153020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4" name="Parallelogram 23">
              <a:extLst>
                <a:ext uri="{FF2B5EF4-FFF2-40B4-BE49-F238E27FC236}">
                  <a16:creationId xmlns:a16="http://schemas.microsoft.com/office/drawing/2014/main" id="{07D6BF60-B541-4D62-BA7A-7DC38F1ACA87}"/>
                </a:ext>
              </a:extLst>
            </p:cNvPr>
            <p:cNvSpPr/>
            <p:nvPr/>
          </p:nvSpPr>
          <p:spPr>
            <a:xfrm>
              <a:off x="147806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3C4B28-B831-4A30-8ED4-06948102CA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58800" y="1829976"/>
            <a:ext cx="5245200" cy="3774694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48237A6D-51C3-E355-8308-D596CBF1D5A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87998" y="756000"/>
            <a:ext cx="5245200" cy="4848670"/>
          </a:xfrm>
          <a:custGeom>
            <a:avLst/>
            <a:gdLst>
              <a:gd name="connsiteX0" fmla="*/ 4428704 w 5245200"/>
              <a:gd name="connsiteY0" fmla="*/ 4648972 h 4848670"/>
              <a:gd name="connsiteX1" fmla="*/ 4375398 w 5245200"/>
              <a:gd name="connsiteY1" fmla="*/ 4702972 h 4848670"/>
              <a:gd name="connsiteX2" fmla="*/ 4989488 w 5245200"/>
              <a:gd name="connsiteY2" fmla="*/ 4702972 h 4848670"/>
              <a:gd name="connsiteX3" fmla="*/ 5042794 w 5245200"/>
              <a:gd name="connsiteY3" fmla="*/ 4648972 h 4848670"/>
              <a:gd name="connsiteX4" fmla="*/ 259681 w 5245200"/>
              <a:gd name="connsiteY4" fmla="*/ 147616 h 4848670"/>
              <a:gd name="connsiteX5" fmla="*/ 206375 w 5245200"/>
              <a:gd name="connsiteY5" fmla="*/ 201616 h 4848670"/>
              <a:gd name="connsiteX6" fmla="*/ 820465 w 5245200"/>
              <a:gd name="connsiteY6" fmla="*/ 201616 h 4848670"/>
              <a:gd name="connsiteX7" fmla="*/ 873771 w 5245200"/>
              <a:gd name="connsiteY7" fmla="*/ 147616 h 4848670"/>
              <a:gd name="connsiteX8" fmla="*/ 203208 w 5245200"/>
              <a:gd name="connsiteY8" fmla="*/ 0 h 4848670"/>
              <a:gd name="connsiteX9" fmla="*/ 5245200 w 5245200"/>
              <a:gd name="connsiteY9" fmla="*/ 0 h 4848670"/>
              <a:gd name="connsiteX10" fmla="*/ 5245200 w 5245200"/>
              <a:gd name="connsiteY10" fmla="*/ 4645462 h 4848670"/>
              <a:gd name="connsiteX11" fmla="*/ 5041992 w 5245200"/>
              <a:gd name="connsiteY11" fmla="*/ 4848670 h 4848670"/>
              <a:gd name="connsiteX12" fmla="*/ 0 w 5245200"/>
              <a:gd name="connsiteY12" fmla="*/ 4848670 h 4848670"/>
              <a:gd name="connsiteX13" fmla="*/ 0 w 5245200"/>
              <a:gd name="connsiteY13" fmla="*/ 203208 h 48486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245200" h="4848670">
                <a:moveTo>
                  <a:pt x="4428704" y="4648972"/>
                </a:moveTo>
                <a:lnTo>
                  <a:pt x="4375398" y="4702972"/>
                </a:lnTo>
                <a:lnTo>
                  <a:pt x="4989488" y="4702972"/>
                </a:lnTo>
                <a:lnTo>
                  <a:pt x="5042794" y="4648972"/>
                </a:lnTo>
                <a:close/>
                <a:moveTo>
                  <a:pt x="259681" y="147616"/>
                </a:moveTo>
                <a:lnTo>
                  <a:pt x="206375" y="201616"/>
                </a:lnTo>
                <a:lnTo>
                  <a:pt x="820465" y="201616"/>
                </a:lnTo>
                <a:lnTo>
                  <a:pt x="873771" y="147616"/>
                </a:lnTo>
                <a:close/>
                <a:moveTo>
                  <a:pt x="203208" y="0"/>
                </a:moveTo>
                <a:lnTo>
                  <a:pt x="5245200" y="0"/>
                </a:lnTo>
                <a:lnTo>
                  <a:pt x="5245200" y="4645462"/>
                </a:lnTo>
                <a:lnTo>
                  <a:pt x="5041992" y="4848670"/>
                </a:lnTo>
                <a:lnTo>
                  <a:pt x="0" y="4848670"/>
                </a:lnTo>
                <a:lnTo>
                  <a:pt x="0" y="203208"/>
                </a:lnTo>
                <a:close/>
              </a:path>
            </a:pathLst>
          </a:custGeom>
          <a:solidFill>
            <a:srgbClr val="ECECEF"/>
          </a:solidFill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baseline="0"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Click to add a picture</a:t>
            </a:r>
          </a:p>
        </p:txBody>
      </p:sp>
    </p:spTree>
    <p:extLst>
      <p:ext uri="{BB962C8B-B14F-4D97-AF65-F5344CB8AC3E}">
        <p14:creationId xmlns:p14="http://schemas.microsoft.com/office/powerpoint/2010/main" val="1424169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44FED07F-1D90-4D46-8347-34173E4881EE}"/>
              </a:ext>
            </a:extLst>
          </p:cNvPr>
          <p:cNvGrpSpPr/>
          <p:nvPr userDrawn="1"/>
        </p:nvGrpSpPr>
        <p:grpSpPr>
          <a:xfrm>
            <a:off x="588000" y="0"/>
            <a:ext cx="920602" cy="112014"/>
            <a:chOff x="696000" y="1460737"/>
            <a:chExt cx="920602" cy="112014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61DF02C5-E274-4395-8EC3-892ECAA4DC80}"/>
                </a:ext>
              </a:extLst>
            </p:cNvPr>
            <p:cNvSpPr/>
            <p:nvPr/>
          </p:nvSpPr>
          <p:spPr>
            <a:xfrm rot="10800000">
              <a:off x="121737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9DD2ABF5-6049-4A2D-B63B-3CF66647FF48}"/>
                </a:ext>
              </a:extLst>
            </p:cNvPr>
            <p:cNvSpPr/>
            <p:nvPr/>
          </p:nvSpPr>
          <p:spPr>
            <a:xfrm rot="10800000">
              <a:off x="116523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B72ED01F-02E9-48A8-AD76-A34E6EDB0258}"/>
                </a:ext>
              </a:extLst>
            </p:cNvPr>
            <p:cNvSpPr/>
            <p:nvPr/>
          </p:nvSpPr>
          <p:spPr>
            <a:xfrm rot="10800000">
              <a:off x="111310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EF3C2233-911F-46D2-8906-1D30D1E70F9F}"/>
                </a:ext>
              </a:extLst>
            </p:cNvPr>
            <p:cNvSpPr/>
            <p:nvPr/>
          </p:nvSpPr>
          <p:spPr>
            <a:xfrm rot="10800000">
              <a:off x="106096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D11BA0D6-7C24-4442-B8A3-9FD1E72C832E}"/>
                </a:ext>
              </a:extLst>
            </p:cNvPr>
            <p:cNvSpPr/>
            <p:nvPr/>
          </p:nvSpPr>
          <p:spPr>
            <a:xfrm rot="10800000">
              <a:off x="100882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312EC510-CFEB-4652-8B0D-104810ECFD0D}"/>
                </a:ext>
              </a:extLst>
            </p:cNvPr>
            <p:cNvSpPr/>
            <p:nvPr/>
          </p:nvSpPr>
          <p:spPr>
            <a:xfrm rot="10800000">
              <a:off x="95668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0CD77D20-CA7D-4CD2-BE63-663DDC766999}"/>
                </a:ext>
              </a:extLst>
            </p:cNvPr>
            <p:cNvSpPr/>
            <p:nvPr/>
          </p:nvSpPr>
          <p:spPr>
            <a:xfrm rot="10800000">
              <a:off x="90455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68861543-82DB-4738-8712-9171B4811F1C}"/>
                </a:ext>
              </a:extLst>
            </p:cNvPr>
            <p:cNvSpPr/>
            <p:nvPr/>
          </p:nvSpPr>
          <p:spPr>
            <a:xfrm rot="10800000">
              <a:off x="85241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E0586346-2B28-42B0-A4A5-A5D57FB08E74}"/>
                </a:ext>
              </a:extLst>
            </p:cNvPr>
            <p:cNvSpPr/>
            <p:nvPr/>
          </p:nvSpPr>
          <p:spPr>
            <a:xfrm rot="10800000">
              <a:off x="800275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41E5C780-D949-47BE-9E6D-F3FE63A54567}"/>
                </a:ext>
              </a:extLst>
            </p:cNvPr>
            <p:cNvSpPr/>
            <p:nvPr/>
          </p:nvSpPr>
          <p:spPr>
            <a:xfrm rot="10800000">
              <a:off x="74813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13077E6D-80C6-4E1E-BD3B-2842C665B038}"/>
                </a:ext>
              </a:extLst>
            </p:cNvPr>
            <p:cNvSpPr/>
            <p:nvPr/>
          </p:nvSpPr>
          <p:spPr>
            <a:xfrm rot="10800000">
              <a:off x="696000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BF2BC5A8-7032-49EB-876F-2C0D46BCA2E8}"/>
                </a:ext>
              </a:extLst>
            </p:cNvPr>
            <p:cNvSpPr/>
            <p:nvPr/>
          </p:nvSpPr>
          <p:spPr>
            <a:xfrm>
              <a:off x="126951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26AF3080-0E7E-413C-A0F7-A511E36A677A}"/>
                </a:ext>
              </a:extLst>
            </p:cNvPr>
            <p:cNvSpPr/>
            <p:nvPr/>
          </p:nvSpPr>
          <p:spPr>
            <a:xfrm>
              <a:off x="132165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44CF598B-2A86-4A47-B916-D63C4AFA72AF}"/>
                </a:ext>
              </a:extLst>
            </p:cNvPr>
            <p:cNvSpPr/>
            <p:nvPr/>
          </p:nvSpPr>
          <p:spPr>
            <a:xfrm>
              <a:off x="137378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2" name="Parallelogram 21">
              <a:extLst>
                <a:ext uri="{FF2B5EF4-FFF2-40B4-BE49-F238E27FC236}">
                  <a16:creationId xmlns:a16="http://schemas.microsoft.com/office/drawing/2014/main" id="{10A2E7C3-B0C3-430E-8811-23B07D2C6D5C}"/>
                </a:ext>
              </a:extLst>
            </p:cNvPr>
            <p:cNvSpPr/>
            <p:nvPr/>
          </p:nvSpPr>
          <p:spPr>
            <a:xfrm>
              <a:off x="1425927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3" name="Parallelogram 22">
              <a:extLst>
                <a:ext uri="{FF2B5EF4-FFF2-40B4-BE49-F238E27FC236}">
                  <a16:creationId xmlns:a16="http://schemas.microsoft.com/office/drawing/2014/main" id="{8153071B-3263-4383-B08D-15CBD36D9AA0}"/>
                </a:ext>
              </a:extLst>
            </p:cNvPr>
            <p:cNvSpPr/>
            <p:nvPr/>
          </p:nvSpPr>
          <p:spPr>
            <a:xfrm>
              <a:off x="153020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4" name="Parallelogram 23">
              <a:extLst>
                <a:ext uri="{FF2B5EF4-FFF2-40B4-BE49-F238E27FC236}">
                  <a16:creationId xmlns:a16="http://schemas.microsoft.com/office/drawing/2014/main" id="{07D6BF60-B541-4D62-BA7A-7DC38F1ACA87}"/>
                </a:ext>
              </a:extLst>
            </p:cNvPr>
            <p:cNvSpPr/>
            <p:nvPr/>
          </p:nvSpPr>
          <p:spPr>
            <a:xfrm>
              <a:off x="147806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25" name="Title 1">
            <a:extLst>
              <a:ext uri="{FF2B5EF4-FFF2-40B4-BE49-F238E27FC236}">
                <a16:creationId xmlns:a16="http://schemas.microsoft.com/office/drawing/2014/main" id="{20293324-1149-B295-29CD-5907E61314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000" y="360000"/>
            <a:ext cx="11016000" cy="369332"/>
          </a:xfrm>
        </p:spPr>
        <p:txBody>
          <a:bodyPr wrap="square" lIns="0" tIns="0" rIns="0" bIns="0" anchor="t">
            <a:spAutoFit/>
          </a:bodyPr>
          <a:lstStyle>
            <a:lvl1pPr>
              <a:lnSpc>
                <a:spcPct val="100000"/>
              </a:lnSpc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a title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64252BFC-0528-6EFD-CF4B-B68A893B927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58800" y="1064645"/>
            <a:ext cx="5245200" cy="45400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  <a:endParaRPr lang="fr-FR" dirty="0"/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8459AC29-496E-A828-081B-C03AC6C093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8000" y="1064645"/>
            <a:ext cx="5245200" cy="45400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03569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1DFFA7BA-8B92-63C7-0617-55EAC8E11BCE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599601" y="3041650"/>
            <a:ext cx="4420461" cy="3049270"/>
          </a:xfrm>
          <a:custGeom>
            <a:avLst/>
            <a:gdLst>
              <a:gd name="connsiteX0" fmla="*/ 1632332 w 4420461"/>
              <a:gd name="connsiteY0" fmla="*/ 0 h 3041650"/>
              <a:gd name="connsiteX1" fmla="*/ 4420461 w 4420461"/>
              <a:gd name="connsiteY1" fmla="*/ 0 h 3041650"/>
              <a:gd name="connsiteX2" fmla="*/ 2788129 w 4420461"/>
              <a:gd name="connsiteY2" fmla="*/ 3041650 h 3041650"/>
              <a:gd name="connsiteX3" fmla="*/ 0 w 4420461"/>
              <a:gd name="connsiteY3" fmla="*/ 3041650 h 304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20461" h="3041650">
                <a:moveTo>
                  <a:pt x="1632332" y="0"/>
                </a:moveTo>
                <a:lnTo>
                  <a:pt x="4420461" y="0"/>
                </a:lnTo>
                <a:lnTo>
                  <a:pt x="2788129" y="3041650"/>
                </a:lnTo>
                <a:lnTo>
                  <a:pt x="0" y="304165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000" b="0">
                <a:solidFill>
                  <a:schemeClr val="tx2"/>
                </a:solidFill>
              </a:defRPr>
            </a:lvl1pPr>
          </a:lstStyle>
          <a:p>
            <a:r>
              <a:rPr lang="fr-FR" dirty="0"/>
              <a:t>Picture</a:t>
            </a:r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B3483BC5-601B-9EF8-DA44-7609BAAE9D3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553672" y="3041650"/>
            <a:ext cx="4420461" cy="3049270"/>
          </a:xfrm>
          <a:custGeom>
            <a:avLst/>
            <a:gdLst>
              <a:gd name="connsiteX0" fmla="*/ 1632332 w 4420461"/>
              <a:gd name="connsiteY0" fmla="*/ 0 h 3041650"/>
              <a:gd name="connsiteX1" fmla="*/ 4420461 w 4420461"/>
              <a:gd name="connsiteY1" fmla="*/ 0 h 3041650"/>
              <a:gd name="connsiteX2" fmla="*/ 2788129 w 4420461"/>
              <a:gd name="connsiteY2" fmla="*/ 3041650 h 3041650"/>
              <a:gd name="connsiteX3" fmla="*/ 0 w 4420461"/>
              <a:gd name="connsiteY3" fmla="*/ 3041650 h 304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20461" h="3041650">
                <a:moveTo>
                  <a:pt x="1632332" y="0"/>
                </a:moveTo>
                <a:lnTo>
                  <a:pt x="4420461" y="0"/>
                </a:lnTo>
                <a:lnTo>
                  <a:pt x="2788129" y="3041650"/>
                </a:lnTo>
                <a:lnTo>
                  <a:pt x="0" y="304165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000" b="0">
                <a:solidFill>
                  <a:schemeClr val="tx2"/>
                </a:solidFill>
              </a:defRPr>
            </a:lvl1pPr>
          </a:lstStyle>
          <a:p>
            <a:r>
              <a:rPr lang="fr-FR" dirty="0"/>
              <a:t>Picture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E67C4BDF-6CB9-C058-FD2E-216AF7FA4E7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190650" y="0"/>
            <a:ext cx="4420461" cy="3041650"/>
          </a:xfrm>
          <a:custGeom>
            <a:avLst/>
            <a:gdLst>
              <a:gd name="connsiteX0" fmla="*/ 1632332 w 4420461"/>
              <a:gd name="connsiteY0" fmla="*/ 0 h 3041650"/>
              <a:gd name="connsiteX1" fmla="*/ 4420461 w 4420461"/>
              <a:gd name="connsiteY1" fmla="*/ 0 h 3041650"/>
              <a:gd name="connsiteX2" fmla="*/ 2788129 w 4420461"/>
              <a:gd name="connsiteY2" fmla="*/ 3041650 h 3041650"/>
              <a:gd name="connsiteX3" fmla="*/ 0 w 4420461"/>
              <a:gd name="connsiteY3" fmla="*/ 3041650 h 304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20461" h="3041650">
                <a:moveTo>
                  <a:pt x="1632332" y="0"/>
                </a:moveTo>
                <a:lnTo>
                  <a:pt x="4420461" y="0"/>
                </a:lnTo>
                <a:lnTo>
                  <a:pt x="2788129" y="3041650"/>
                </a:lnTo>
                <a:lnTo>
                  <a:pt x="0" y="304165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000" b="0">
                <a:solidFill>
                  <a:schemeClr val="tx2"/>
                </a:solidFill>
              </a:defRPr>
            </a:lvl1pPr>
          </a:lstStyle>
          <a:p>
            <a:r>
              <a:rPr lang="fr-FR" dirty="0"/>
              <a:t>Picture</a:t>
            </a:r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D73C3076-1B04-8B01-02C5-C7E83957283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233342" y="0"/>
            <a:ext cx="4420461" cy="3041650"/>
          </a:xfrm>
          <a:custGeom>
            <a:avLst/>
            <a:gdLst>
              <a:gd name="connsiteX0" fmla="*/ 1632332 w 4420461"/>
              <a:gd name="connsiteY0" fmla="*/ 0 h 3041650"/>
              <a:gd name="connsiteX1" fmla="*/ 4420461 w 4420461"/>
              <a:gd name="connsiteY1" fmla="*/ 0 h 3041650"/>
              <a:gd name="connsiteX2" fmla="*/ 2788129 w 4420461"/>
              <a:gd name="connsiteY2" fmla="*/ 3041650 h 3041650"/>
              <a:gd name="connsiteX3" fmla="*/ 0 w 4420461"/>
              <a:gd name="connsiteY3" fmla="*/ 3041650 h 304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20461" h="3041650">
                <a:moveTo>
                  <a:pt x="1632332" y="0"/>
                </a:moveTo>
                <a:lnTo>
                  <a:pt x="4420461" y="0"/>
                </a:lnTo>
                <a:lnTo>
                  <a:pt x="2788129" y="3041650"/>
                </a:lnTo>
                <a:lnTo>
                  <a:pt x="0" y="304165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000" b="0">
                <a:solidFill>
                  <a:schemeClr val="tx2"/>
                </a:solidFill>
              </a:defRPr>
            </a:lvl1pPr>
          </a:lstStyle>
          <a:p>
            <a:r>
              <a:rPr lang="fr-FR" dirty="0"/>
              <a:t>Picture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4FED07F-1D90-4D46-8347-34173E4881EE}"/>
              </a:ext>
            </a:extLst>
          </p:cNvPr>
          <p:cNvGrpSpPr/>
          <p:nvPr userDrawn="1"/>
        </p:nvGrpSpPr>
        <p:grpSpPr>
          <a:xfrm>
            <a:off x="588000" y="0"/>
            <a:ext cx="920602" cy="112014"/>
            <a:chOff x="696000" y="1460737"/>
            <a:chExt cx="920602" cy="112014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61DF02C5-E274-4395-8EC3-892ECAA4DC80}"/>
                </a:ext>
              </a:extLst>
            </p:cNvPr>
            <p:cNvSpPr/>
            <p:nvPr/>
          </p:nvSpPr>
          <p:spPr>
            <a:xfrm rot="10800000">
              <a:off x="121737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9DD2ABF5-6049-4A2D-B63B-3CF66647FF48}"/>
                </a:ext>
              </a:extLst>
            </p:cNvPr>
            <p:cNvSpPr/>
            <p:nvPr/>
          </p:nvSpPr>
          <p:spPr>
            <a:xfrm rot="10800000">
              <a:off x="116523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B72ED01F-02E9-48A8-AD76-A34E6EDB0258}"/>
                </a:ext>
              </a:extLst>
            </p:cNvPr>
            <p:cNvSpPr/>
            <p:nvPr/>
          </p:nvSpPr>
          <p:spPr>
            <a:xfrm rot="10800000">
              <a:off x="111310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EF3C2233-911F-46D2-8906-1D30D1E70F9F}"/>
                </a:ext>
              </a:extLst>
            </p:cNvPr>
            <p:cNvSpPr/>
            <p:nvPr/>
          </p:nvSpPr>
          <p:spPr>
            <a:xfrm rot="10800000">
              <a:off x="106096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D11BA0D6-7C24-4442-B8A3-9FD1E72C832E}"/>
                </a:ext>
              </a:extLst>
            </p:cNvPr>
            <p:cNvSpPr/>
            <p:nvPr/>
          </p:nvSpPr>
          <p:spPr>
            <a:xfrm rot="10800000">
              <a:off x="100882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312EC510-CFEB-4652-8B0D-104810ECFD0D}"/>
                </a:ext>
              </a:extLst>
            </p:cNvPr>
            <p:cNvSpPr/>
            <p:nvPr/>
          </p:nvSpPr>
          <p:spPr>
            <a:xfrm rot="10800000">
              <a:off x="95668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0CD77D20-CA7D-4CD2-BE63-663DDC766999}"/>
                </a:ext>
              </a:extLst>
            </p:cNvPr>
            <p:cNvSpPr/>
            <p:nvPr/>
          </p:nvSpPr>
          <p:spPr>
            <a:xfrm rot="10800000">
              <a:off x="90455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68861543-82DB-4738-8712-9171B4811F1C}"/>
                </a:ext>
              </a:extLst>
            </p:cNvPr>
            <p:cNvSpPr/>
            <p:nvPr/>
          </p:nvSpPr>
          <p:spPr>
            <a:xfrm rot="10800000">
              <a:off x="85241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E0586346-2B28-42B0-A4A5-A5D57FB08E74}"/>
                </a:ext>
              </a:extLst>
            </p:cNvPr>
            <p:cNvSpPr/>
            <p:nvPr/>
          </p:nvSpPr>
          <p:spPr>
            <a:xfrm rot="10800000">
              <a:off x="800275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41E5C780-D949-47BE-9E6D-F3FE63A54567}"/>
                </a:ext>
              </a:extLst>
            </p:cNvPr>
            <p:cNvSpPr/>
            <p:nvPr/>
          </p:nvSpPr>
          <p:spPr>
            <a:xfrm rot="10800000">
              <a:off x="74813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13077E6D-80C6-4E1E-BD3B-2842C665B038}"/>
                </a:ext>
              </a:extLst>
            </p:cNvPr>
            <p:cNvSpPr/>
            <p:nvPr/>
          </p:nvSpPr>
          <p:spPr>
            <a:xfrm rot="10800000">
              <a:off x="696000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BF2BC5A8-7032-49EB-876F-2C0D46BCA2E8}"/>
                </a:ext>
              </a:extLst>
            </p:cNvPr>
            <p:cNvSpPr/>
            <p:nvPr/>
          </p:nvSpPr>
          <p:spPr>
            <a:xfrm>
              <a:off x="126951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26AF3080-0E7E-413C-A0F7-A511E36A677A}"/>
                </a:ext>
              </a:extLst>
            </p:cNvPr>
            <p:cNvSpPr/>
            <p:nvPr/>
          </p:nvSpPr>
          <p:spPr>
            <a:xfrm>
              <a:off x="132165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44CF598B-2A86-4A47-B916-D63C4AFA72AF}"/>
                </a:ext>
              </a:extLst>
            </p:cNvPr>
            <p:cNvSpPr/>
            <p:nvPr/>
          </p:nvSpPr>
          <p:spPr>
            <a:xfrm>
              <a:off x="137378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2" name="Parallelogram 21">
              <a:extLst>
                <a:ext uri="{FF2B5EF4-FFF2-40B4-BE49-F238E27FC236}">
                  <a16:creationId xmlns:a16="http://schemas.microsoft.com/office/drawing/2014/main" id="{10A2E7C3-B0C3-430E-8811-23B07D2C6D5C}"/>
                </a:ext>
              </a:extLst>
            </p:cNvPr>
            <p:cNvSpPr/>
            <p:nvPr/>
          </p:nvSpPr>
          <p:spPr>
            <a:xfrm>
              <a:off x="1425927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3" name="Parallelogram 22">
              <a:extLst>
                <a:ext uri="{FF2B5EF4-FFF2-40B4-BE49-F238E27FC236}">
                  <a16:creationId xmlns:a16="http://schemas.microsoft.com/office/drawing/2014/main" id="{8153071B-3263-4383-B08D-15CBD36D9AA0}"/>
                </a:ext>
              </a:extLst>
            </p:cNvPr>
            <p:cNvSpPr/>
            <p:nvPr/>
          </p:nvSpPr>
          <p:spPr>
            <a:xfrm>
              <a:off x="153020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4" name="Parallelogram 23">
              <a:extLst>
                <a:ext uri="{FF2B5EF4-FFF2-40B4-BE49-F238E27FC236}">
                  <a16:creationId xmlns:a16="http://schemas.microsoft.com/office/drawing/2014/main" id="{07D6BF60-B541-4D62-BA7A-7DC38F1ACA87}"/>
                </a:ext>
              </a:extLst>
            </p:cNvPr>
            <p:cNvSpPr/>
            <p:nvPr/>
          </p:nvSpPr>
          <p:spPr>
            <a:xfrm>
              <a:off x="147806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25" name="Title 1">
            <a:extLst>
              <a:ext uri="{FF2B5EF4-FFF2-40B4-BE49-F238E27FC236}">
                <a16:creationId xmlns:a16="http://schemas.microsoft.com/office/drawing/2014/main" id="{20293324-1149-B295-29CD-5907E61314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000" y="360000"/>
            <a:ext cx="5508000" cy="369332"/>
          </a:xfrm>
        </p:spPr>
        <p:txBody>
          <a:bodyPr wrap="square" lIns="0" tIns="0" rIns="0" bIns="0" anchor="t">
            <a:spAutoFit/>
          </a:bodyPr>
          <a:lstStyle>
            <a:lvl1pPr>
              <a:lnSpc>
                <a:spcPct val="100000"/>
              </a:lnSpc>
              <a:defRPr sz="2400" b="1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a title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8459AC29-496E-A828-081B-C03AC6C093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8000" y="1064645"/>
            <a:ext cx="3707775" cy="45400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  <a:endParaRPr lang="fr-FR" dirty="0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8FF7AA0C-1628-04B2-6EA6-95C12083CDBE}"/>
              </a:ext>
            </a:extLst>
          </p:cNvPr>
          <p:cNvSpPr/>
          <p:nvPr userDrawn="1"/>
        </p:nvSpPr>
        <p:spPr>
          <a:xfrm>
            <a:off x="10507980" y="2035232"/>
            <a:ext cx="2186940" cy="4066767"/>
          </a:xfrm>
          <a:prstGeom prst="triangle">
            <a:avLst>
              <a:gd name="adj" fmla="val 100000"/>
            </a:avLst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73130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s + 3 text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4F21C-6A76-4EC9-B1CB-AE2844EC60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000" y="360000"/>
            <a:ext cx="11016000" cy="738664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add a title</a:t>
            </a:r>
            <a:br>
              <a:rPr lang="en-US" dirty="0"/>
            </a:br>
            <a:r>
              <a:rPr lang="en-US" dirty="0"/>
              <a:t>Up to two lines</a:t>
            </a:r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BA16A03-4146-5F53-C0DA-9137DF974F0F}"/>
              </a:ext>
            </a:extLst>
          </p:cNvPr>
          <p:cNvSpPr/>
          <p:nvPr userDrawn="1"/>
        </p:nvSpPr>
        <p:spPr>
          <a:xfrm>
            <a:off x="0" y="1720666"/>
            <a:ext cx="12192000" cy="163786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2C84C6E-F9BE-ECD5-4869-B01FD6AB479A}"/>
              </a:ext>
            </a:extLst>
          </p:cNvPr>
          <p:cNvGrpSpPr/>
          <p:nvPr userDrawn="1"/>
        </p:nvGrpSpPr>
        <p:grpSpPr>
          <a:xfrm>
            <a:off x="588000" y="0"/>
            <a:ext cx="920602" cy="112014"/>
            <a:chOff x="696000" y="1460737"/>
            <a:chExt cx="920602" cy="112014"/>
          </a:xfrm>
        </p:grpSpPr>
        <p:sp>
          <p:nvSpPr>
            <p:cNvPr id="6" name="Parallelogram 5">
              <a:extLst>
                <a:ext uri="{FF2B5EF4-FFF2-40B4-BE49-F238E27FC236}">
                  <a16:creationId xmlns:a16="http://schemas.microsoft.com/office/drawing/2014/main" id="{FFDC3944-E18B-AC06-5C2A-7B5D8E56D8BC}"/>
                </a:ext>
              </a:extLst>
            </p:cNvPr>
            <p:cNvSpPr/>
            <p:nvPr/>
          </p:nvSpPr>
          <p:spPr>
            <a:xfrm rot="10800000">
              <a:off x="121737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" name="Parallelogram 6">
              <a:extLst>
                <a:ext uri="{FF2B5EF4-FFF2-40B4-BE49-F238E27FC236}">
                  <a16:creationId xmlns:a16="http://schemas.microsoft.com/office/drawing/2014/main" id="{579345D9-6E7C-5088-149B-38B1214DC311}"/>
                </a:ext>
              </a:extLst>
            </p:cNvPr>
            <p:cNvSpPr/>
            <p:nvPr/>
          </p:nvSpPr>
          <p:spPr>
            <a:xfrm rot="10800000">
              <a:off x="116523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BB6834DB-5923-334A-8926-5B66A115A866}"/>
                </a:ext>
              </a:extLst>
            </p:cNvPr>
            <p:cNvSpPr/>
            <p:nvPr/>
          </p:nvSpPr>
          <p:spPr>
            <a:xfrm rot="10800000">
              <a:off x="111310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8FE4BCDB-0B84-365E-7300-1B9799D413C2}"/>
                </a:ext>
              </a:extLst>
            </p:cNvPr>
            <p:cNvSpPr/>
            <p:nvPr/>
          </p:nvSpPr>
          <p:spPr>
            <a:xfrm rot="10800000">
              <a:off x="106096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E5827AC4-BA72-B581-7233-5C5F26E893C4}"/>
                </a:ext>
              </a:extLst>
            </p:cNvPr>
            <p:cNvSpPr/>
            <p:nvPr/>
          </p:nvSpPr>
          <p:spPr>
            <a:xfrm rot="10800000">
              <a:off x="100882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A6334529-E7E5-7866-4A09-6DB117F20F4D}"/>
                </a:ext>
              </a:extLst>
            </p:cNvPr>
            <p:cNvSpPr/>
            <p:nvPr/>
          </p:nvSpPr>
          <p:spPr>
            <a:xfrm rot="10800000">
              <a:off x="95668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2216F52D-19DA-813E-FC7B-8F6CC3280F2E}"/>
                </a:ext>
              </a:extLst>
            </p:cNvPr>
            <p:cNvSpPr/>
            <p:nvPr/>
          </p:nvSpPr>
          <p:spPr>
            <a:xfrm rot="10800000">
              <a:off x="90455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F47C9705-C842-34B2-C62E-A93BB66EC3F0}"/>
                </a:ext>
              </a:extLst>
            </p:cNvPr>
            <p:cNvSpPr/>
            <p:nvPr/>
          </p:nvSpPr>
          <p:spPr>
            <a:xfrm rot="10800000">
              <a:off x="85241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4FAAACF3-0BBD-5EE4-3111-D53D465EC3BD}"/>
                </a:ext>
              </a:extLst>
            </p:cNvPr>
            <p:cNvSpPr/>
            <p:nvPr/>
          </p:nvSpPr>
          <p:spPr>
            <a:xfrm rot="10800000">
              <a:off x="800275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2BC4FF41-985A-D5EB-2EE2-84228D9BC2BD}"/>
                </a:ext>
              </a:extLst>
            </p:cNvPr>
            <p:cNvSpPr/>
            <p:nvPr/>
          </p:nvSpPr>
          <p:spPr>
            <a:xfrm rot="10800000">
              <a:off x="74813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475797F5-F3DC-EC6B-1705-3E375ED808EE}"/>
                </a:ext>
              </a:extLst>
            </p:cNvPr>
            <p:cNvSpPr/>
            <p:nvPr/>
          </p:nvSpPr>
          <p:spPr>
            <a:xfrm rot="10800000">
              <a:off x="696000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03787C70-7A9E-CF22-96F4-BAB137721EAF}"/>
                </a:ext>
              </a:extLst>
            </p:cNvPr>
            <p:cNvSpPr/>
            <p:nvPr/>
          </p:nvSpPr>
          <p:spPr>
            <a:xfrm>
              <a:off x="126951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7F9F0163-3D81-A513-B47A-A11B93CCE7F6}"/>
                </a:ext>
              </a:extLst>
            </p:cNvPr>
            <p:cNvSpPr/>
            <p:nvPr/>
          </p:nvSpPr>
          <p:spPr>
            <a:xfrm>
              <a:off x="132165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6498ECF2-BE62-D029-7ECA-57ABE78D4C4B}"/>
                </a:ext>
              </a:extLst>
            </p:cNvPr>
            <p:cNvSpPr/>
            <p:nvPr/>
          </p:nvSpPr>
          <p:spPr>
            <a:xfrm>
              <a:off x="137378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9F9584FB-E328-225B-5B89-BA3F4914D9EC}"/>
                </a:ext>
              </a:extLst>
            </p:cNvPr>
            <p:cNvSpPr/>
            <p:nvPr/>
          </p:nvSpPr>
          <p:spPr>
            <a:xfrm>
              <a:off x="1425927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42E8EBD3-4263-1DFC-65B3-BBD0A43F5F0E}"/>
                </a:ext>
              </a:extLst>
            </p:cNvPr>
            <p:cNvSpPr/>
            <p:nvPr/>
          </p:nvSpPr>
          <p:spPr>
            <a:xfrm>
              <a:off x="153020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2" name="Parallelogram 21">
              <a:extLst>
                <a:ext uri="{FF2B5EF4-FFF2-40B4-BE49-F238E27FC236}">
                  <a16:creationId xmlns:a16="http://schemas.microsoft.com/office/drawing/2014/main" id="{2AAB9B44-5483-DF54-44F1-3628A96EB604}"/>
                </a:ext>
              </a:extLst>
            </p:cNvPr>
            <p:cNvSpPr/>
            <p:nvPr/>
          </p:nvSpPr>
          <p:spPr>
            <a:xfrm>
              <a:off x="147806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475772A7-633B-9D97-EE91-776C95F183C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87999" y="1578576"/>
            <a:ext cx="3420000" cy="1922040"/>
          </a:xfrm>
          <a:custGeom>
            <a:avLst/>
            <a:gdLst>
              <a:gd name="connsiteX0" fmla="*/ 2646219 w 3420000"/>
              <a:gd name="connsiteY0" fmla="*/ 1779950 h 1922040"/>
              <a:gd name="connsiteX1" fmla="*/ 2610682 w 3420000"/>
              <a:gd name="connsiteY1" fmla="*/ 1815950 h 1922040"/>
              <a:gd name="connsiteX2" fmla="*/ 3242541 w 3420000"/>
              <a:gd name="connsiteY2" fmla="*/ 1815950 h 1922040"/>
              <a:gd name="connsiteX3" fmla="*/ 3278078 w 3420000"/>
              <a:gd name="connsiteY3" fmla="*/ 1779950 h 1922040"/>
              <a:gd name="connsiteX4" fmla="*/ 177460 w 3420000"/>
              <a:gd name="connsiteY4" fmla="*/ 106090 h 1922040"/>
              <a:gd name="connsiteX5" fmla="*/ 141923 w 3420000"/>
              <a:gd name="connsiteY5" fmla="*/ 142090 h 1922040"/>
              <a:gd name="connsiteX6" fmla="*/ 773782 w 3420000"/>
              <a:gd name="connsiteY6" fmla="*/ 142090 h 1922040"/>
              <a:gd name="connsiteX7" fmla="*/ 809319 w 3420000"/>
              <a:gd name="connsiteY7" fmla="*/ 106090 h 1922040"/>
              <a:gd name="connsiteX8" fmla="*/ 142635 w 3420000"/>
              <a:gd name="connsiteY8" fmla="*/ 0 h 1922040"/>
              <a:gd name="connsiteX9" fmla="*/ 3420000 w 3420000"/>
              <a:gd name="connsiteY9" fmla="*/ 0 h 1922040"/>
              <a:gd name="connsiteX10" fmla="*/ 3420000 w 3420000"/>
              <a:gd name="connsiteY10" fmla="*/ 1779405 h 1922040"/>
              <a:gd name="connsiteX11" fmla="*/ 3277365 w 3420000"/>
              <a:gd name="connsiteY11" fmla="*/ 1922040 h 1922040"/>
              <a:gd name="connsiteX12" fmla="*/ 0 w 3420000"/>
              <a:gd name="connsiteY12" fmla="*/ 1922040 h 1922040"/>
              <a:gd name="connsiteX13" fmla="*/ 0 w 3420000"/>
              <a:gd name="connsiteY13" fmla="*/ 142635 h 1922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420000" h="1922040">
                <a:moveTo>
                  <a:pt x="2646219" y="1779950"/>
                </a:moveTo>
                <a:lnTo>
                  <a:pt x="2610682" y="1815950"/>
                </a:lnTo>
                <a:lnTo>
                  <a:pt x="3242541" y="1815950"/>
                </a:lnTo>
                <a:lnTo>
                  <a:pt x="3278078" y="1779950"/>
                </a:lnTo>
                <a:close/>
                <a:moveTo>
                  <a:pt x="177460" y="106090"/>
                </a:moveTo>
                <a:lnTo>
                  <a:pt x="141923" y="142090"/>
                </a:lnTo>
                <a:lnTo>
                  <a:pt x="773782" y="142090"/>
                </a:lnTo>
                <a:lnTo>
                  <a:pt x="809319" y="106090"/>
                </a:lnTo>
                <a:close/>
                <a:moveTo>
                  <a:pt x="142635" y="0"/>
                </a:moveTo>
                <a:lnTo>
                  <a:pt x="3420000" y="0"/>
                </a:lnTo>
                <a:lnTo>
                  <a:pt x="3420000" y="1779405"/>
                </a:lnTo>
                <a:lnTo>
                  <a:pt x="3277365" y="1922040"/>
                </a:lnTo>
                <a:lnTo>
                  <a:pt x="0" y="1922040"/>
                </a:lnTo>
                <a:lnTo>
                  <a:pt x="0" y="142635"/>
                </a:lnTo>
                <a:close/>
              </a:path>
            </a:pathLst>
          </a:custGeom>
          <a:solidFill>
            <a:srgbClr val="ECECEF"/>
          </a:solidFill>
        </p:spPr>
        <p:txBody>
          <a:bodyPr wrap="square" bIns="144000" anchor="b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Click to add a picture</a:t>
            </a:r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EF9FC028-4708-885E-114A-D802D747153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386000" y="1578576"/>
            <a:ext cx="3420000" cy="1922040"/>
          </a:xfrm>
          <a:custGeom>
            <a:avLst/>
            <a:gdLst>
              <a:gd name="connsiteX0" fmla="*/ 2646219 w 3420000"/>
              <a:gd name="connsiteY0" fmla="*/ 1779950 h 1922040"/>
              <a:gd name="connsiteX1" fmla="*/ 2610682 w 3420000"/>
              <a:gd name="connsiteY1" fmla="*/ 1815950 h 1922040"/>
              <a:gd name="connsiteX2" fmla="*/ 3242541 w 3420000"/>
              <a:gd name="connsiteY2" fmla="*/ 1815950 h 1922040"/>
              <a:gd name="connsiteX3" fmla="*/ 3278078 w 3420000"/>
              <a:gd name="connsiteY3" fmla="*/ 1779950 h 1922040"/>
              <a:gd name="connsiteX4" fmla="*/ 177460 w 3420000"/>
              <a:gd name="connsiteY4" fmla="*/ 106090 h 1922040"/>
              <a:gd name="connsiteX5" fmla="*/ 141923 w 3420000"/>
              <a:gd name="connsiteY5" fmla="*/ 142090 h 1922040"/>
              <a:gd name="connsiteX6" fmla="*/ 773782 w 3420000"/>
              <a:gd name="connsiteY6" fmla="*/ 142090 h 1922040"/>
              <a:gd name="connsiteX7" fmla="*/ 809319 w 3420000"/>
              <a:gd name="connsiteY7" fmla="*/ 106090 h 1922040"/>
              <a:gd name="connsiteX8" fmla="*/ 142635 w 3420000"/>
              <a:gd name="connsiteY8" fmla="*/ 0 h 1922040"/>
              <a:gd name="connsiteX9" fmla="*/ 3420000 w 3420000"/>
              <a:gd name="connsiteY9" fmla="*/ 0 h 1922040"/>
              <a:gd name="connsiteX10" fmla="*/ 3420000 w 3420000"/>
              <a:gd name="connsiteY10" fmla="*/ 1779405 h 1922040"/>
              <a:gd name="connsiteX11" fmla="*/ 3277365 w 3420000"/>
              <a:gd name="connsiteY11" fmla="*/ 1922040 h 1922040"/>
              <a:gd name="connsiteX12" fmla="*/ 0 w 3420000"/>
              <a:gd name="connsiteY12" fmla="*/ 1922040 h 1922040"/>
              <a:gd name="connsiteX13" fmla="*/ 0 w 3420000"/>
              <a:gd name="connsiteY13" fmla="*/ 142635 h 1922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420000" h="1922040">
                <a:moveTo>
                  <a:pt x="2646219" y="1779950"/>
                </a:moveTo>
                <a:lnTo>
                  <a:pt x="2610682" y="1815950"/>
                </a:lnTo>
                <a:lnTo>
                  <a:pt x="3242541" y="1815950"/>
                </a:lnTo>
                <a:lnTo>
                  <a:pt x="3278078" y="1779950"/>
                </a:lnTo>
                <a:close/>
                <a:moveTo>
                  <a:pt x="177460" y="106090"/>
                </a:moveTo>
                <a:lnTo>
                  <a:pt x="141923" y="142090"/>
                </a:lnTo>
                <a:lnTo>
                  <a:pt x="773782" y="142090"/>
                </a:lnTo>
                <a:lnTo>
                  <a:pt x="809319" y="106090"/>
                </a:lnTo>
                <a:close/>
                <a:moveTo>
                  <a:pt x="142635" y="0"/>
                </a:moveTo>
                <a:lnTo>
                  <a:pt x="3420000" y="0"/>
                </a:lnTo>
                <a:lnTo>
                  <a:pt x="3420000" y="1779405"/>
                </a:lnTo>
                <a:lnTo>
                  <a:pt x="3277365" y="1922040"/>
                </a:lnTo>
                <a:lnTo>
                  <a:pt x="0" y="1922040"/>
                </a:lnTo>
                <a:lnTo>
                  <a:pt x="0" y="142635"/>
                </a:lnTo>
                <a:close/>
              </a:path>
            </a:pathLst>
          </a:custGeom>
          <a:solidFill>
            <a:srgbClr val="ECECEF"/>
          </a:solidFill>
        </p:spPr>
        <p:txBody>
          <a:bodyPr wrap="square" bIns="144000" anchor="b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Click to add a picture</a:t>
            </a:r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F6FD0906-F55C-1E3B-DB7A-38B3875B4CB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184000" y="1578576"/>
            <a:ext cx="3420000" cy="1922040"/>
          </a:xfrm>
          <a:custGeom>
            <a:avLst/>
            <a:gdLst>
              <a:gd name="connsiteX0" fmla="*/ 2646219 w 3420000"/>
              <a:gd name="connsiteY0" fmla="*/ 1779950 h 1922040"/>
              <a:gd name="connsiteX1" fmla="*/ 2610682 w 3420000"/>
              <a:gd name="connsiteY1" fmla="*/ 1815950 h 1922040"/>
              <a:gd name="connsiteX2" fmla="*/ 3242541 w 3420000"/>
              <a:gd name="connsiteY2" fmla="*/ 1815950 h 1922040"/>
              <a:gd name="connsiteX3" fmla="*/ 3278078 w 3420000"/>
              <a:gd name="connsiteY3" fmla="*/ 1779950 h 1922040"/>
              <a:gd name="connsiteX4" fmla="*/ 177460 w 3420000"/>
              <a:gd name="connsiteY4" fmla="*/ 106090 h 1922040"/>
              <a:gd name="connsiteX5" fmla="*/ 141923 w 3420000"/>
              <a:gd name="connsiteY5" fmla="*/ 142090 h 1922040"/>
              <a:gd name="connsiteX6" fmla="*/ 773782 w 3420000"/>
              <a:gd name="connsiteY6" fmla="*/ 142090 h 1922040"/>
              <a:gd name="connsiteX7" fmla="*/ 809319 w 3420000"/>
              <a:gd name="connsiteY7" fmla="*/ 106090 h 1922040"/>
              <a:gd name="connsiteX8" fmla="*/ 142635 w 3420000"/>
              <a:gd name="connsiteY8" fmla="*/ 0 h 1922040"/>
              <a:gd name="connsiteX9" fmla="*/ 3420000 w 3420000"/>
              <a:gd name="connsiteY9" fmla="*/ 0 h 1922040"/>
              <a:gd name="connsiteX10" fmla="*/ 3420000 w 3420000"/>
              <a:gd name="connsiteY10" fmla="*/ 1779405 h 1922040"/>
              <a:gd name="connsiteX11" fmla="*/ 3277365 w 3420000"/>
              <a:gd name="connsiteY11" fmla="*/ 1922040 h 1922040"/>
              <a:gd name="connsiteX12" fmla="*/ 0 w 3420000"/>
              <a:gd name="connsiteY12" fmla="*/ 1922040 h 1922040"/>
              <a:gd name="connsiteX13" fmla="*/ 0 w 3420000"/>
              <a:gd name="connsiteY13" fmla="*/ 142635 h 1922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420000" h="1922040">
                <a:moveTo>
                  <a:pt x="2646219" y="1779950"/>
                </a:moveTo>
                <a:lnTo>
                  <a:pt x="2610682" y="1815950"/>
                </a:lnTo>
                <a:lnTo>
                  <a:pt x="3242541" y="1815950"/>
                </a:lnTo>
                <a:lnTo>
                  <a:pt x="3278078" y="1779950"/>
                </a:lnTo>
                <a:close/>
                <a:moveTo>
                  <a:pt x="177460" y="106090"/>
                </a:moveTo>
                <a:lnTo>
                  <a:pt x="141923" y="142090"/>
                </a:lnTo>
                <a:lnTo>
                  <a:pt x="773782" y="142090"/>
                </a:lnTo>
                <a:lnTo>
                  <a:pt x="809319" y="106090"/>
                </a:lnTo>
                <a:close/>
                <a:moveTo>
                  <a:pt x="142635" y="0"/>
                </a:moveTo>
                <a:lnTo>
                  <a:pt x="3420000" y="0"/>
                </a:lnTo>
                <a:lnTo>
                  <a:pt x="3420000" y="1779405"/>
                </a:lnTo>
                <a:lnTo>
                  <a:pt x="3277365" y="1922040"/>
                </a:lnTo>
                <a:lnTo>
                  <a:pt x="0" y="1922040"/>
                </a:lnTo>
                <a:lnTo>
                  <a:pt x="0" y="142635"/>
                </a:lnTo>
                <a:close/>
              </a:path>
            </a:pathLst>
          </a:custGeom>
          <a:solidFill>
            <a:srgbClr val="ECECEF"/>
          </a:solidFill>
        </p:spPr>
        <p:txBody>
          <a:bodyPr wrap="square" bIns="144000" anchor="b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Click to add a picture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7E0E445E-AD6B-A00F-33DA-9D62E60D3CA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8000" y="3682514"/>
            <a:ext cx="3419999" cy="192215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  <a:endParaRPr lang="fr-FR" dirty="0"/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05A3C545-AF17-4B49-5ECC-854890DAABB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86001" y="3682514"/>
            <a:ext cx="3419999" cy="192215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  <a:endParaRPr lang="fr-FR" dirty="0"/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EBC7298F-8BC9-1F06-C7EA-DB6BE45A94C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84001" y="3682514"/>
            <a:ext cx="3419999" cy="192215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53286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ictures + Key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50CBF233-7292-62F9-0B19-20FF498A0D5F}"/>
              </a:ext>
            </a:extLst>
          </p:cNvPr>
          <p:cNvSpPr/>
          <p:nvPr userDrawn="1"/>
        </p:nvSpPr>
        <p:spPr>
          <a:xfrm>
            <a:off x="0" y="1720665"/>
            <a:ext cx="12192000" cy="2340515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B85077-0DD7-CF05-6283-2D63D04A06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000" y="360000"/>
            <a:ext cx="11016000" cy="738664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add a title </a:t>
            </a:r>
            <a:br>
              <a:rPr lang="en-US" dirty="0"/>
            </a:br>
            <a:r>
              <a:rPr lang="en-US" dirty="0"/>
              <a:t>Up to two lines</a:t>
            </a:r>
            <a:endParaRPr lang="en-GB" dirty="0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6CE19D61-03D3-9595-61F3-74B85D3D3C09}"/>
              </a:ext>
            </a:extLst>
          </p:cNvPr>
          <p:cNvSpPr>
            <a:spLocks noGrp="1"/>
          </p:cNvSpPr>
          <p:nvPr userDrawn="1">
            <p:ph type="pic" sz="quarter" idx="10" hasCustomPrompt="1"/>
          </p:nvPr>
        </p:nvSpPr>
        <p:spPr>
          <a:xfrm>
            <a:off x="587999" y="1578576"/>
            <a:ext cx="2016000" cy="2592000"/>
          </a:xfrm>
          <a:prstGeom prst="snip2DiagRect">
            <a:avLst>
              <a:gd name="adj1" fmla="val 5670"/>
              <a:gd name="adj2" fmla="val 0"/>
            </a:avLst>
          </a:prstGeom>
          <a:solidFill>
            <a:srgbClr val="ECECEF"/>
          </a:solidFill>
        </p:spPr>
        <p:txBody>
          <a:bodyPr wrap="square" tIns="144000" bIns="0" anchor="t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Picture</a:t>
            </a:r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CE84C83D-1F4D-D8FC-E4CD-FFD1E628E3ED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588000" y="4529982"/>
            <a:ext cx="2015999" cy="112235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</a:defRPr>
            </a:lvl1pPr>
            <a:lvl2pPr marL="0" indent="0">
              <a:buNone/>
              <a:defRPr/>
            </a:lvl2pPr>
            <a:lvl3pPr marL="360000" indent="0">
              <a:buNone/>
              <a:defRPr/>
            </a:lvl3pPr>
            <a:lvl4pPr marL="576000" indent="0">
              <a:buNone/>
              <a:defRPr/>
            </a:lvl4pPr>
            <a:lvl5pPr marL="8280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686CB433-3CFC-CC69-42B0-4862FE01451A}"/>
              </a:ext>
            </a:extLst>
          </p:cNvPr>
          <p:cNvSpPr>
            <a:spLocks noGrp="1"/>
          </p:cNvSpPr>
          <p:nvPr userDrawn="1">
            <p:ph type="pic" sz="quarter" idx="16" hasCustomPrompt="1"/>
          </p:nvPr>
        </p:nvSpPr>
        <p:spPr>
          <a:xfrm>
            <a:off x="3015999" y="1578576"/>
            <a:ext cx="2016000" cy="2592000"/>
          </a:xfrm>
          <a:prstGeom prst="snip2DiagRect">
            <a:avLst>
              <a:gd name="adj1" fmla="val 5670"/>
              <a:gd name="adj2" fmla="val 0"/>
            </a:avLst>
          </a:prstGeom>
          <a:solidFill>
            <a:srgbClr val="ECECEF"/>
          </a:solidFill>
        </p:spPr>
        <p:txBody>
          <a:bodyPr wrap="square" tIns="144000" bIns="0" anchor="t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Picture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D2F4695A-3ABD-3CF2-C0BD-31DAC712E0CC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3016000" y="4529982"/>
            <a:ext cx="2015999" cy="112235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</a:defRPr>
            </a:lvl1pPr>
            <a:lvl2pPr marL="0" indent="0">
              <a:buNone/>
              <a:defRPr/>
            </a:lvl2pPr>
            <a:lvl3pPr marL="360000" indent="0">
              <a:buNone/>
              <a:defRPr/>
            </a:lvl3pPr>
            <a:lvl4pPr marL="576000" indent="0">
              <a:buNone/>
              <a:defRPr/>
            </a:lvl4pPr>
            <a:lvl5pPr marL="8280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F8B67D75-F6EE-25AA-2056-456E3F070B28}"/>
              </a:ext>
            </a:extLst>
          </p:cNvPr>
          <p:cNvSpPr>
            <a:spLocks noGrp="1"/>
          </p:cNvSpPr>
          <p:nvPr userDrawn="1">
            <p:ph type="pic" sz="quarter" idx="18" hasCustomPrompt="1"/>
          </p:nvPr>
        </p:nvSpPr>
        <p:spPr>
          <a:xfrm>
            <a:off x="5443999" y="1578576"/>
            <a:ext cx="2016000" cy="2592000"/>
          </a:xfrm>
          <a:prstGeom prst="snip2DiagRect">
            <a:avLst>
              <a:gd name="adj1" fmla="val 5670"/>
              <a:gd name="adj2" fmla="val 0"/>
            </a:avLst>
          </a:prstGeom>
          <a:solidFill>
            <a:srgbClr val="ECECEF"/>
          </a:solidFill>
        </p:spPr>
        <p:txBody>
          <a:bodyPr wrap="square" tIns="144000" bIns="0" anchor="t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Picture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50D413D3-6EC2-E5C9-EFA3-64F8324BC48D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5444000" y="4529982"/>
            <a:ext cx="2015999" cy="112235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</a:defRPr>
            </a:lvl1pPr>
            <a:lvl2pPr marL="0" indent="0">
              <a:buNone/>
              <a:defRPr/>
            </a:lvl2pPr>
            <a:lvl3pPr marL="360000" indent="0">
              <a:buNone/>
              <a:defRPr/>
            </a:lvl3pPr>
            <a:lvl4pPr marL="576000" indent="0">
              <a:buNone/>
              <a:defRPr/>
            </a:lvl4pPr>
            <a:lvl5pPr marL="8280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1" name="Text Placeholder 4">
            <a:extLst>
              <a:ext uri="{FF2B5EF4-FFF2-40B4-BE49-F238E27FC236}">
                <a16:creationId xmlns:a16="http://schemas.microsoft.com/office/drawing/2014/main" id="{EE0C72ED-D692-A687-C13B-34B509A3E13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871999" y="1578576"/>
            <a:ext cx="4320000" cy="4073764"/>
          </a:xfrm>
          <a:gradFill>
            <a:gsLst>
              <a:gs pos="85000">
                <a:schemeClr val="tx2"/>
              </a:gs>
              <a:gs pos="0">
                <a:schemeClr val="bg2"/>
              </a:gs>
              <a:gs pos="100000">
                <a:schemeClr val="tx2"/>
              </a:gs>
            </a:gsLst>
            <a:lin ang="5400000" scaled="1"/>
          </a:gradFill>
        </p:spPr>
        <p:txBody>
          <a:bodyPr vert="horz" lIns="540000" tIns="360000" rIns="540000" bIns="360000" rtlCol="0">
            <a:noAutofit/>
          </a:bodyPr>
          <a:lstStyle>
            <a:lvl1pPr marL="216000" indent="-216000">
              <a:buFontTx/>
              <a:buBlip>
                <a:blip r:embed="rId2"/>
              </a:buBlip>
              <a:defRPr lang="en-US" sz="2400" dirty="0">
                <a:solidFill>
                  <a:schemeClr val="bg1"/>
                </a:solidFill>
              </a:defRPr>
            </a:lvl1pPr>
            <a:lvl2pPr>
              <a:defRPr lang="en-US" dirty="0">
                <a:solidFill>
                  <a:schemeClr val="bg1"/>
                </a:solidFill>
              </a:defRPr>
            </a:lvl2pPr>
          </a:lstStyle>
          <a:p>
            <a:pPr marL="0" lvl="0" indent="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dirty="0"/>
              <a:t>Title</a:t>
            </a:r>
          </a:p>
          <a:p>
            <a:pPr lvl="1">
              <a:spcBef>
                <a:spcPts val="1200"/>
              </a:spcBef>
              <a:buClrTx/>
            </a:pPr>
            <a:r>
              <a:rPr lang="en-US" dirty="0"/>
              <a:t>Second level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C5AFE733-1D17-D433-B6A4-2D1DB8DE51AC}"/>
              </a:ext>
            </a:extLst>
          </p:cNvPr>
          <p:cNvGrpSpPr/>
          <p:nvPr userDrawn="1"/>
        </p:nvGrpSpPr>
        <p:grpSpPr>
          <a:xfrm>
            <a:off x="588000" y="0"/>
            <a:ext cx="920602" cy="112014"/>
            <a:chOff x="696000" y="1460737"/>
            <a:chExt cx="920602" cy="112014"/>
          </a:xfrm>
        </p:grpSpPr>
        <p:sp>
          <p:nvSpPr>
            <p:cNvPr id="44" name="Parallelogram 43">
              <a:extLst>
                <a:ext uri="{FF2B5EF4-FFF2-40B4-BE49-F238E27FC236}">
                  <a16:creationId xmlns:a16="http://schemas.microsoft.com/office/drawing/2014/main" id="{1FF5C286-A3F3-8552-53E0-33623573294C}"/>
                </a:ext>
              </a:extLst>
            </p:cNvPr>
            <p:cNvSpPr/>
            <p:nvPr/>
          </p:nvSpPr>
          <p:spPr>
            <a:xfrm rot="10800000">
              <a:off x="121737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5" name="Parallelogram 44">
              <a:extLst>
                <a:ext uri="{FF2B5EF4-FFF2-40B4-BE49-F238E27FC236}">
                  <a16:creationId xmlns:a16="http://schemas.microsoft.com/office/drawing/2014/main" id="{454BEA95-E503-A134-5970-4028900C550F}"/>
                </a:ext>
              </a:extLst>
            </p:cNvPr>
            <p:cNvSpPr/>
            <p:nvPr/>
          </p:nvSpPr>
          <p:spPr>
            <a:xfrm rot="10800000">
              <a:off x="116523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6" name="Parallelogram 45">
              <a:extLst>
                <a:ext uri="{FF2B5EF4-FFF2-40B4-BE49-F238E27FC236}">
                  <a16:creationId xmlns:a16="http://schemas.microsoft.com/office/drawing/2014/main" id="{D036B0A8-6297-AD7E-D57D-5A051148A313}"/>
                </a:ext>
              </a:extLst>
            </p:cNvPr>
            <p:cNvSpPr/>
            <p:nvPr/>
          </p:nvSpPr>
          <p:spPr>
            <a:xfrm rot="10800000">
              <a:off x="111310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7" name="Parallelogram 46">
              <a:extLst>
                <a:ext uri="{FF2B5EF4-FFF2-40B4-BE49-F238E27FC236}">
                  <a16:creationId xmlns:a16="http://schemas.microsoft.com/office/drawing/2014/main" id="{D48E0E8B-65FF-C632-2635-7E5442B19077}"/>
                </a:ext>
              </a:extLst>
            </p:cNvPr>
            <p:cNvSpPr/>
            <p:nvPr/>
          </p:nvSpPr>
          <p:spPr>
            <a:xfrm rot="10800000">
              <a:off x="106096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8" name="Parallelogram 47">
              <a:extLst>
                <a:ext uri="{FF2B5EF4-FFF2-40B4-BE49-F238E27FC236}">
                  <a16:creationId xmlns:a16="http://schemas.microsoft.com/office/drawing/2014/main" id="{FD3EF2BA-6E64-76F6-6E09-EC4ABC8587C2}"/>
                </a:ext>
              </a:extLst>
            </p:cNvPr>
            <p:cNvSpPr/>
            <p:nvPr/>
          </p:nvSpPr>
          <p:spPr>
            <a:xfrm rot="10800000">
              <a:off x="100882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9" name="Parallelogram 48">
              <a:extLst>
                <a:ext uri="{FF2B5EF4-FFF2-40B4-BE49-F238E27FC236}">
                  <a16:creationId xmlns:a16="http://schemas.microsoft.com/office/drawing/2014/main" id="{245F54C5-B052-73D3-6C7D-278D01D434F2}"/>
                </a:ext>
              </a:extLst>
            </p:cNvPr>
            <p:cNvSpPr/>
            <p:nvPr/>
          </p:nvSpPr>
          <p:spPr>
            <a:xfrm rot="10800000">
              <a:off x="95668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0" name="Parallelogram 49">
              <a:extLst>
                <a:ext uri="{FF2B5EF4-FFF2-40B4-BE49-F238E27FC236}">
                  <a16:creationId xmlns:a16="http://schemas.microsoft.com/office/drawing/2014/main" id="{0E3D9EAE-51D2-7060-9A73-4D9A8C4A3CB0}"/>
                </a:ext>
              </a:extLst>
            </p:cNvPr>
            <p:cNvSpPr/>
            <p:nvPr/>
          </p:nvSpPr>
          <p:spPr>
            <a:xfrm rot="10800000">
              <a:off x="90455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1" name="Parallelogram 50">
              <a:extLst>
                <a:ext uri="{FF2B5EF4-FFF2-40B4-BE49-F238E27FC236}">
                  <a16:creationId xmlns:a16="http://schemas.microsoft.com/office/drawing/2014/main" id="{347D14FD-214D-601F-D5ED-7230C1D3465E}"/>
                </a:ext>
              </a:extLst>
            </p:cNvPr>
            <p:cNvSpPr/>
            <p:nvPr/>
          </p:nvSpPr>
          <p:spPr>
            <a:xfrm rot="10800000">
              <a:off x="85241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2" name="Parallelogram 51">
              <a:extLst>
                <a:ext uri="{FF2B5EF4-FFF2-40B4-BE49-F238E27FC236}">
                  <a16:creationId xmlns:a16="http://schemas.microsoft.com/office/drawing/2014/main" id="{1FC57748-74FF-5242-7915-3A6447896407}"/>
                </a:ext>
              </a:extLst>
            </p:cNvPr>
            <p:cNvSpPr/>
            <p:nvPr/>
          </p:nvSpPr>
          <p:spPr>
            <a:xfrm rot="10800000">
              <a:off x="800275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3" name="Parallelogram 52">
              <a:extLst>
                <a:ext uri="{FF2B5EF4-FFF2-40B4-BE49-F238E27FC236}">
                  <a16:creationId xmlns:a16="http://schemas.microsoft.com/office/drawing/2014/main" id="{5E393AA9-8A2D-77A9-4038-95A90A22659D}"/>
                </a:ext>
              </a:extLst>
            </p:cNvPr>
            <p:cNvSpPr/>
            <p:nvPr/>
          </p:nvSpPr>
          <p:spPr>
            <a:xfrm rot="10800000">
              <a:off x="74813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4" name="Parallelogram 53">
              <a:extLst>
                <a:ext uri="{FF2B5EF4-FFF2-40B4-BE49-F238E27FC236}">
                  <a16:creationId xmlns:a16="http://schemas.microsoft.com/office/drawing/2014/main" id="{707EF7D0-0551-B497-8CD6-118F8DA38BD5}"/>
                </a:ext>
              </a:extLst>
            </p:cNvPr>
            <p:cNvSpPr/>
            <p:nvPr/>
          </p:nvSpPr>
          <p:spPr>
            <a:xfrm rot="10800000">
              <a:off x="696000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5" name="Parallelogram 54">
              <a:extLst>
                <a:ext uri="{FF2B5EF4-FFF2-40B4-BE49-F238E27FC236}">
                  <a16:creationId xmlns:a16="http://schemas.microsoft.com/office/drawing/2014/main" id="{A1A9272C-2DB3-E3DE-C21E-800B17B2F85E}"/>
                </a:ext>
              </a:extLst>
            </p:cNvPr>
            <p:cNvSpPr/>
            <p:nvPr/>
          </p:nvSpPr>
          <p:spPr>
            <a:xfrm>
              <a:off x="126951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6" name="Parallelogram 55">
              <a:extLst>
                <a:ext uri="{FF2B5EF4-FFF2-40B4-BE49-F238E27FC236}">
                  <a16:creationId xmlns:a16="http://schemas.microsoft.com/office/drawing/2014/main" id="{D8156300-4934-B7AD-A755-96E9059EE4BA}"/>
                </a:ext>
              </a:extLst>
            </p:cNvPr>
            <p:cNvSpPr/>
            <p:nvPr/>
          </p:nvSpPr>
          <p:spPr>
            <a:xfrm>
              <a:off x="132165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A7DB2D5B-C826-89B4-6FCD-5C800E7EF61D}"/>
                </a:ext>
              </a:extLst>
            </p:cNvPr>
            <p:cNvSpPr/>
            <p:nvPr/>
          </p:nvSpPr>
          <p:spPr>
            <a:xfrm>
              <a:off x="137378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3297FB1E-C558-4CD7-3501-325F77FE4611}"/>
                </a:ext>
              </a:extLst>
            </p:cNvPr>
            <p:cNvSpPr/>
            <p:nvPr/>
          </p:nvSpPr>
          <p:spPr>
            <a:xfrm>
              <a:off x="1425927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9" name="Parallelogram 58">
              <a:extLst>
                <a:ext uri="{FF2B5EF4-FFF2-40B4-BE49-F238E27FC236}">
                  <a16:creationId xmlns:a16="http://schemas.microsoft.com/office/drawing/2014/main" id="{EFBD691F-CCD9-A819-04A8-F2A7BBBBC1EE}"/>
                </a:ext>
              </a:extLst>
            </p:cNvPr>
            <p:cNvSpPr/>
            <p:nvPr/>
          </p:nvSpPr>
          <p:spPr>
            <a:xfrm>
              <a:off x="153020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0" name="Parallelogram 59">
              <a:extLst>
                <a:ext uri="{FF2B5EF4-FFF2-40B4-BE49-F238E27FC236}">
                  <a16:creationId xmlns:a16="http://schemas.microsoft.com/office/drawing/2014/main" id="{55383BEA-7D38-3C54-9F1E-9173C2632C08}"/>
                </a:ext>
              </a:extLst>
            </p:cNvPr>
            <p:cNvSpPr/>
            <p:nvPr/>
          </p:nvSpPr>
          <p:spPr>
            <a:xfrm>
              <a:off x="147806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4092095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boxes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icture Placeholder 63">
            <a:extLst>
              <a:ext uri="{FF2B5EF4-FFF2-40B4-BE49-F238E27FC236}">
                <a16:creationId xmlns:a16="http://schemas.microsoft.com/office/drawing/2014/main" id="{30D17CB2-2739-C617-AD45-E3912CAD984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3358525"/>
            <a:ext cx="12192000" cy="2743473"/>
          </a:xfrm>
          <a:prstGeom prst="rect">
            <a:avLst/>
          </a:prstGeom>
          <a:solidFill>
            <a:srgbClr val="ECECEF"/>
          </a:solidFill>
        </p:spPr>
        <p:txBody>
          <a:bodyPr wrap="square" tIns="0" bIns="216000" anchor="b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Click on the icon to add a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A79775-88BC-3818-5D95-5B11998783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000" y="360000"/>
            <a:ext cx="11016000" cy="738664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add a title</a:t>
            </a:r>
            <a:br>
              <a:rPr lang="en-US" dirty="0"/>
            </a:br>
            <a:r>
              <a:rPr lang="en-US" dirty="0"/>
              <a:t>Up to two lines</a:t>
            </a:r>
            <a:endParaRPr lang="en-GB" dirty="0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ED3CD707-9A0B-2CF5-C079-BEF0CB78D227}"/>
              </a:ext>
            </a:extLst>
          </p:cNvPr>
          <p:cNvGrpSpPr/>
          <p:nvPr userDrawn="1"/>
        </p:nvGrpSpPr>
        <p:grpSpPr>
          <a:xfrm>
            <a:off x="588000" y="0"/>
            <a:ext cx="920602" cy="112014"/>
            <a:chOff x="696000" y="1460737"/>
            <a:chExt cx="920602" cy="112014"/>
          </a:xfrm>
        </p:grpSpPr>
        <p:sp>
          <p:nvSpPr>
            <p:cNvPr id="47" name="Parallelogram 46">
              <a:extLst>
                <a:ext uri="{FF2B5EF4-FFF2-40B4-BE49-F238E27FC236}">
                  <a16:creationId xmlns:a16="http://schemas.microsoft.com/office/drawing/2014/main" id="{35AD8C6E-20B1-A809-827C-0052C977D962}"/>
                </a:ext>
              </a:extLst>
            </p:cNvPr>
            <p:cNvSpPr/>
            <p:nvPr/>
          </p:nvSpPr>
          <p:spPr>
            <a:xfrm rot="10800000">
              <a:off x="121737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8" name="Parallelogram 47">
              <a:extLst>
                <a:ext uri="{FF2B5EF4-FFF2-40B4-BE49-F238E27FC236}">
                  <a16:creationId xmlns:a16="http://schemas.microsoft.com/office/drawing/2014/main" id="{9C392785-BA90-8D03-76C6-C306A60C5655}"/>
                </a:ext>
              </a:extLst>
            </p:cNvPr>
            <p:cNvSpPr/>
            <p:nvPr/>
          </p:nvSpPr>
          <p:spPr>
            <a:xfrm rot="10800000">
              <a:off x="116523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9" name="Parallelogram 48">
              <a:extLst>
                <a:ext uri="{FF2B5EF4-FFF2-40B4-BE49-F238E27FC236}">
                  <a16:creationId xmlns:a16="http://schemas.microsoft.com/office/drawing/2014/main" id="{6D69FAF0-B979-C60E-2402-6619E928DE5F}"/>
                </a:ext>
              </a:extLst>
            </p:cNvPr>
            <p:cNvSpPr/>
            <p:nvPr/>
          </p:nvSpPr>
          <p:spPr>
            <a:xfrm rot="10800000">
              <a:off x="111310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0" name="Parallelogram 49">
              <a:extLst>
                <a:ext uri="{FF2B5EF4-FFF2-40B4-BE49-F238E27FC236}">
                  <a16:creationId xmlns:a16="http://schemas.microsoft.com/office/drawing/2014/main" id="{E2FA8DB5-C570-5601-055A-CE5923EE1B76}"/>
                </a:ext>
              </a:extLst>
            </p:cNvPr>
            <p:cNvSpPr/>
            <p:nvPr/>
          </p:nvSpPr>
          <p:spPr>
            <a:xfrm rot="10800000">
              <a:off x="106096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1" name="Parallelogram 50">
              <a:extLst>
                <a:ext uri="{FF2B5EF4-FFF2-40B4-BE49-F238E27FC236}">
                  <a16:creationId xmlns:a16="http://schemas.microsoft.com/office/drawing/2014/main" id="{75D8C751-9F82-559A-00FF-2F677B9741F2}"/>
                </a:ext>
              </a:extLst>
            </p:cNvPr>
            <p:cNvSpPr/>
            <p:nvPr/>
          </p:nvSpPr>
          <p:spPr>
            <a:xfrm rot="10800000">
              <a:off x="100882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2" name="Parallelogram 51">
              <a:extLst>
                <a:ext uri="{FF2B5EF4-FFF2-40B4-BE49-F238E27FC236}">
                  <a16:creationId xmlns:a16="http://schemas.microsoft.com/office/drawing/2014/main" id="{C43C5A60-AAB5-3FD5-E004-4F5337420E02}"/>
                </a:ext>
              </a:extLst>
            </p:cNvPr>
            <p:cNvSpPr/>
            <p:nvPr/>
          </p:nvSpPr>
          <p:spPr>
            <a:xfrm rot="10800000">
              <a:off x="95668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3" name="Parallelogram 52">
              <a:extLst>
                <a:ext uri="{FF2B5EF4-FFF2-40B4-BE49-F238E27FC236}">
                  <a16:creationId xmlns:a16="http://schemas.microsoft.com/office/drawing/2014/main" id="{B32DCB3D-5B50-CAF5-F3BD-4B79CD083A8A}"/>
                </a:ext>
              </a:extLst>
            </p:cNvPr>
            <p:cNvSpPr/>
            <p:nvPr/>
          </p:nvSpPr>
          <p:spPr>
            <a:xfrm rot="10800000">
              <a:off x="90455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4" name="Parallelogram 53">
              <a:extLst>
                <a:ext uri="{FF2B5EF4-FFF2-40B4-BE49-F238E27FC236}">
                  <a16:creationId xmlns:a16="http://schemas.microsoft.com/office/drawing/2014/main" id="{B68BD000-25A7-ECEE-8432-8B667FD4E65C}"/>
                </a:ext>
              </a:extLst>
            </p:cNvPr>
            <p:cNvSpPr/>
            <p:nvPr/>
          </p:nvSpPr>
          <p:spPr>
            <a:xfrm rot="10800000">
              <a:off x="85241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5" name="Parallelogram 54">
              <a:extLst>
                <a:ext uri="{FF2B5EF4-FFF2-40B4-BE49-F238E27FC236}">
                  <a16:creationId xmlns:a16="http://schemas.microsoft.com/office/drawing/2014/main" id="{B4067A74-31AE-047C-7E9A-002711B48B67}"/>
                </a:ext>
              </a:extLst>
            </p:cNvPr>
            <p:cNvSpPr/>
            <p:nvPr/>
          </p:nvSpPr>
          <p:spPr>
            <a:xfrm rot="10800000">
              <a:off x="800275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6" name="Parallelogram 55">
              <a:extLst>
                <a:ext uri="{FF2B5EF4-FFF2-40B4-BE49-F238E27FC236}">
                  <a16:creationId xmlns:a16="http://schemas.microsoft.com/office/drawing/2014/main" id="{C92D3405-D6E0-C347-E57B-CF87855E50E9}"/>
                </a:ext>
              </a:extLst>
            </p:cNvPr>
            <p:cNvSpPr/>
            <p:nvPr/>
          </p:nvSpPr>
          <p:spPr>
            <a:xfrm rot="10800000">
              <a:off x="74813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D1006B9A-43C7-403C-8D13-B58EA5003088}"/>
                </a:ext>
              </a:extLst>
            </p:cNvPr>
            <p:cNvSpPr/>
            <p:nvPr/>
          </p:nvSpPr>
          <p:spPr>
            <a:xfrm rot="10800000">
              <a:off x="696000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9D424315-1566-8B9D-E981-7272C10DCFE9}"/>
                </a:ext>
              </a:extLst>
            </p:cNvPr>
            <p:cNvSpPr/>
            <p:nvPr/>
          </p:nvSpPr>
          <p:spPr>
            <a:xfrm>
              <a:off x="126951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9" name="Parallelogram 58">
              <a:extLst>
                <a:ext uri="{FF2B5EF4-FFF2-40B4-BE49-F238E27FC236}">
                  <a16:creationId xmlns:a16="http://schemas.microsoft.com/office/drawing/2014/main" id="{2D6ACB48-A7FB-9774-2D1D-E4BD43B14C82}"/>
                </a:ext>
              </a:extLst>
            </p:cNvPr>
            <p:cNvSpPr/>
            <p:nvPr/>
          </p:nvSpPr>
          <p:spPr>
            <a:xfrm>
              <a:off x="132165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0" name="Parallelogram 59">
              <a:extLst>
                <a:ext uri="{FF2B5EF4-FFF2-40B4-BE49-F238E27FC236}">
                  <a16:creationId xmlns:a16="http://schemas.microsoft.com/office/drawing/2014/main" id="{C2E6044E-3469-2289-9F67-E6C457ABD08F}"/>
                </a:ext>
              </a:extLst>
            </p:cNvPr>
            <p:cNvSpPr/>
            <p:nvPr/>
          </p:nvSpPr>
          <p:spPr>
            <a:xfrm>
              <a:off x="137378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1" name="Parallelogram 60">
              <a:extLst>
                <a:ext uri="{FF2B5EF4-FFF2-40B4-BE49-F238E27FC236}">
                  <a16:creationId xmlns:a16="http://schemas.microsoft.com/office/drawing/2014/main" id="{7B5BFBD3-79E0-00DE-73AE-3AD51B0B61B6}"/>
                </a:ext>
              </a:extLst>
            </p:cNvPr>
            <p:cNvSpPr/>
            <p:nvPr/>
          </p:nvSpPr>
          <p:spPr>
            <a:xfrm>
              <a:off x="1425927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2" name="Parallelogram 61">
              <a:extLst>
                <a:ext uri="{FF2B5EF4-FFF2-40B4-BE49-F238E27FC236}">
                  <a16:creationId xmlns:a16="http://schemas.microsoft.com/office/drawing/2014/main" id="{C85960EC-3773-930D-6703-BEBD7BA2A8DA}"/>
                </a:ext>
              </a:extLst>
            </p:cNvPr>
            <p:cNvSpPr/>
            <p:nvPr/>
          </p:nvSpPr>
          <p:spPr>
            <a:xfrm>
              <a:off x="153020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3" name="Parallelogram 62">
              <a:extLst>
                <a:ext uri="{FF2B5EF4-FFF2-40B4-BE49-F238E27FC236}">
                  <a16:creationId xmlns:a16="http://schemas.microsoft.com/office/drawing/2014/main" id="{385AA103-76C9-ACFF-10CB-CE85CA60797A}"/>
                </a:ext>
              </a:extLst>
            </p:cNvPr>
            <p:cNvSpPr/>
            <p:nvPr/>
          </p:nvSpPr>
          <p:spPr>
            <a:xfrm>
              <a:off x="147806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66" name="Text Placeholder 65">
            <a:extLst>
              <a:ext uri="{FF2B5EF4-FFF2-40B4-BE49-F238E27FC236}">
                <a16:creationId xmlns:a16="http://schemas.microsoft.com/office/drawing/2014/main" id="{C81E6365-421C-018C-B5CE-B1E8F1749C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7998" y="1578576"/>
            <a:ext cx="5328000" cy="1922040"/>
          </a:xfrm>
          <a:prstGeom prst="snip2DiagRect">
            <a:avLst>
              <a:gd name="adj1" fmla="val 6796"/>
              <a:gd name="adj2" fmla="val 0"/>
            </a:avLst>
          </a:prstGeom>
          <a:solidFill>
            <a:schemeClr val="bg1"/>
          </a:solidFill>
          <a:ln w="12700">
            <a:gradFill>
              <a:gsLst>
                <a:gs pos="0">
                  <a:schemeClr val="accent2">
                    <a:lumMod val="100000"/>
                    <a:alpha val="10000"/>
                  </a:schemeClr>
                </a:gs>
                <a:gs pos="100000">
                  <a:schemeClr val="accent2">
                    <a:alpha val="50000"/>
                  </a:schemeClr>
                </a:gs>
              </a:gsLst>
              <a:lin ang="5400000" scaled="1"/>
            </a:gradFill>
          </a:ln>
        </p:spPr>
        <p:txBody>
          <a:bodyPr lIns="360000" rIns="360000"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48A82B05-DCC3-7CBE-78A4-DB40ED3B1849}"/>
              </a:ext>
            </a:extLst>
          </p:cNvPr>
          <p:cNvSpPr/>
          <p:nvPr/>
        </p:nvSpPr>
        <p:spPr>
          <a:xfrm>
            <a:off x="1036388" y="1926876"/>
            <a:ext cx="667396" cy="36000"/>
          </a:xfrm>
          <a:prstGeom prst="parallelogram">
            <a:avLst>
              <a:gd name="adj" fmla="val 98714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F5919B8-E7D8-2E80-5011-3951A602996A}"/>
              </a:ext>
            </a:extLst>
          </p:cNvPr>
          <p:cNvGrpSpPr/>
          <p:nvPr/>
        </p:nvGrpSpPr>
        <p:grpSpPr>
          <a:xfrm>
            <a:off x="4873476" y="3284219"/>
            <a:ext cx="920602" cy="74305"/>
            <a:chOff x="696000" y="1460737"/>
            <a:chExt cx="920602" cy="112014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72527DA1-5756-4FE1-47A7-E71A3FEF4B71}"/>
                </a:ext>
              </a:extLst>
            </p:cNvPr>
            <p:cNvSpPr/>
            <p:nvPr/>
          </p:nvSpPr>
          <p:spPr>
            <a:xfrm rot="10800000">
              <a:off x="121737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D652E994-8427-AE9A-9503-CBD4C4AED017}"/>
                </a:ext>
              </a:extLst>
            </p:cNvPr>
            <p:cNvSpPr/>
            <p:nvPr/>
          </p:nvSpPr>
          <p:spPr>
            <a:xfrm rot="10800000">
              <a:off x="116523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B3588D7F-6CF6-0A97-142A-DD911F2FFDD7}"/>
                </a:ext>
              </a:extLst>
            </p:cNvPr>
            <p:cNvSpPr/>
            <p:nvPr/>
          </p:nvSpPr>
          <p:spPr>
            <a:xfrm rot="10800000">
              <a:off x="111310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D03E128F-D04E-988A-7041-EB5A3E74D341}"/>
                </a:ext>
              </a:extLst>
            </p:cNvPr>
            <p:cNvSpPr/>
            <p:nvPr/>
          </p:nvSpPr>
          <p:spPr>
            <a:xfrm rot="10800000">
              <a:off x="106096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096FCC49-B81B-62F6-17BD-4328F175F74F}"/>
                </a:ext>
              </a:extLst>
            </p:cNvPr>
            <p:cNvSpPr/>
            <p:nvPr/>
          </p:nvSpPr>
          <p:spPr>
            <a:xfrm rot="10800000">
              <a:off x="100882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7D68D970-84F5-33A9-A90D-4A5E18845120}"/>
                </a:ext>
              </a:extLst>
            </p:cNvPr>
            <p:cNvSpPr/>
            <p:nvPr/>
          </p:nvSpPr>
          <p:spPr>
            <a:xfrm rot="10800000">
              <a:off x="95668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8D99D4EA-232F-06E1-D854-2F7E32697CBA}"/>
                </a:ext>
              </a:extLst>
            </p:cNvPr>
            <p:cNvSpPr/>
            <p:nvPr/>
          </p:nvSpPr>
          <p:spPr>
            <a:xfrm rot="10800000">
              <a:off x="90455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3BE056EE-A89E-28F0-3980-601093F08B51}"/>
                </a:ext>
              </a:extLst>
            </p:cNvPr>
            <p:cNvSpPr/>
            <p:nvPr/>
          </p:nvSpPr>
          <p:spPr>
            <a:xfrm rot="10800000">
              <a:off x="85241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F7470B4B-0B40-6723-DA85-6EBCBAEB0481}"/>
                </a:ext>
              </a:extLst>
            </p:cNvPr>
            <p:cNvSpPr/>
            <p:nvPr/>
          </p:nvSpPr>
          <p:spPr>
            <a:xfrm rot="10800000">
              <a:off x="800275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DAE8BBCB-2669-4206-9E90-95D56AAD75E9}"/>
                </a:ext>
              </a:extLst>
            </p:cNvPr>
            <p:cNvSpPr/>
            <p:nvPr/>
          </p:nvSpPr>
          <p:spPr>
            <a:xfrm rot="10800000">
              <a:off x="74813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1ADA5B50-D55B-1327-704B-CC0FF740D0C2}"/>
                </a:ext>
              </a:extLst>
            </p:cNvPr>
            <p:cNvSpPr/>
            <p:nvPr/>
          </p:nvSpPr>
          <p:spPr>
            <a:xfrm rot="10800000">
              <a:off x="696000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3C16DD71-620C-8863-F329-35D3481DC0C9}"/>
                </a:ext>
              </a:extLst>
            </p:cNvPr>
            <p:cNvSpPr/>
            <p:nvPr/>
          </p:nvSpPr>
          <p:spPr>
            <a:xfrm>
              <a:off x="126951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8327EE15-AE9F-0FAD-CC8E-8D10970315A0}"/>
                </a:ext>
              </a:extLst>
            </p:cNvPr>
            <p:cNvSpPr/>
            <p:nvPr/>
          </p:nvSpPr>
          <p:spPr>
            <a:xfrm>
              <a:off x="132165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BAB9A9B0-ED0C-984C-D360-1BE663244808}"/>
                </a:ext>
              </a:extLst>
            </p:cNvPr>
            <p:cNvSpPr/>
            <p:nvPr/>
          </p:nvSpPr>
          <p:spPr>
            <a:xfrm>
              <a:off x="137378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2" name="Parallelogram 21">
              <a:extLst>
                <a:ext uri="{FF2B5EF4-FFF2-40B4-BE49-F238E27FC236}">
                  <a16:creationId xmlns:a16="http://schemas.microsoft.com/office/drawing/2014/main" id="{DE0CCEB7-EC83-AF6E-67C6-1CFF311B3245}"/>
                </a:ext>
              </a:extLst>
            </p:cNvPr>
            <p:cNvSpPr/>
            <p:nvPr/>
          </p:nvSpPr>
          <p:spPr>
            <a:xfrm>
              <a:off x="1425927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3" name="Parallelogram 22">
              <a:extLst>
                <a:ext uri="{FF2B5EF4-FFF2-40B4-BE49-F238E27FC236}">
                  <a16:creationId xmlns:a16="http://schemas.microsoft.com/office/drawing/2014/main" id="{E6FED54B-0F3B-95EF-8871-34E7A3873840}"/>
                </a:ext>
              </a:extLst>
            </p:cNvPr>
            <p:cNvSpPr/>
            <p:nvPr/>
          </p:nvSpPr>
          <p:spPr>
            <a:xfrm>
              <a:off x="153020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4" name="Parallelogram 23">
              <a:extLst>
                <a:ext uri="{FF2B5EF4-FFF2-40B4-BE49-F238E27FC236}">
                  <a16:creationId xmlns:a16="http://schemas.microsoft.com/office/drawing/2014/main" id="{1BD78EC9-C24D-36EF-14BF-D55DDE9307F9}"/>
                </a:ext>
              </a:extLst>
            </p:cNvPr>
            <p:cNvSpPr/>
            <p:nvPr/>
          </p:nvSpPr>
          <p:spPr>
            <a:xfrm>
              <a:off x="147806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67" name="Text Placeholder 65">
            <a:extLst>
              <a:ext uri="{FF2B5EF4-FFF2-40B4-BE49-F238E27FC236}">
                <a16:creationId xmlns:a16="http://schemas.microsoft.com/office/drawing/2014/main" id="{04990BCB-13B0-6825-976C-EF18813DF70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76000" y="1578576"/>
            <a:ext cx="5328000" cy="1922040"/>
          </a:xfrm>
          <a:prstGeom prst="snip2DiagRect">
            <a:avLst>
              <a:gd name="adj1" fmla="val 6796"/>
              <a:gd name="adj2" fmla="val 0"/>
            </a:avLst>
          </a:prstGeom>
          <a:solidFill>
            <a:schemeClr val="bg1"/>
          </a:solidFill>
          <a:ln w="12700">
            <a:gradFill>
              <a:gsLst>
                <a:gs pos="0">
                  <a:schemeClr val="accent2">
                    <a:lumMod val="100000"/>
                    <a:alpha val="10000"/>
                  </a:schemeClr>
                </a:gs>
                <a:gs pos="100000">
                  <a:schemeClr val="accent2">
                    <a:alpha val="50000"/>
                  </a:schemeClr>
                </a:gs>
              </a:gsLst>
              <a:lin ang="5400000" scaled="1"/>
            </a:gradFill>
          </a:ln>
        </p:spPr>
        <p:txBody>
          <a:bodyPr lIns="360000" rIns="360000"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8" name="Parallelogram 67">
            <a:extLst>
              <a:ext uri="{FF2B5EF4-FFF2-40B4-BE49-F238E27FC236}">
                <a16:creationId xmlns:a16="http://schemas.microsoft.com/office/drawing/2014/main" id="{BE59802F-051F-1D3D-233F-5F1B9556E21E}"/>
              </a:ext>
            </a:extLst>
          </p:cNvPr>
          <p:cNvSpPr/>
          <p:nvPr userDrawn="1"/>
        </p:nvSpPr>
        <p:spPr>
          <a:xfrm>
            <a:off x="6724390" y="1926876"/>
            <a:ext cx="667396" cy="36000"/>
          </a:xfrm>
          <a:prstGeom prst="parallelogram">
            <a:avLst>
              <a:gd name="adj" fmla="val 98714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873C1190-8A05-B6B1-9949-675A79A9CE59}"/>
              </a:ext>
            </a:extLst>
          </p:cNvPr>
          <p:cNvGrpSpPr/>
          <p:nvPr userDrawn="1"/>
        </p:nvGrpSpPr>
        <p:grpSpPr>
          <a:xfrm>
            <a:off x="10561478" y="3284219"/>
            <a:ext cx="920602" cy="74305"/>
            <a:chOff x="696000" y="1460737"/>
            <a:chExt cx="920602" cy="112014"/>
          </a:xfrm>
        </p:grpSpPr>
        <p:sp>
          <p:nvSpPr>
            <p:cNvPr id="70" name="Parallelogram 69">
              <a:extLst>
                <a:ext uri="{FF2B5EF4-FFF2-40B4-BE49-F238E27FC236}">
                  <a16:creationId xmlns:a16="http://schemas.microsoft.com/office/drawing/2014/main" id="{CB5FD786-6DDE-63D5-2AAE-91AFFF211B5A}"/>
                </a:ext>
              </a:extLst>
            </p:cNvPr>
            <p:cNvSpPr/>
            <p:nvPr/>
          </p:nvSpPr>
          <p:spPr>
            <a:xfrm rot="10800000">
              <a:off x="121737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1" name="Parallelogram 70">
              <a:extLst>
                <a:ext uri="{FF2B5EF4-FFF2-40B4-BE49-F238E27FC236}">
                  <a16:creationId xmlns:a16="http://schemas.microsoft.com/office/drawing/2014/main" id="{95026B7C-2B7A-1EA5-868D-75D288BE6F57}"/>
                </a:ext>
              </a:extLst>
            </p:cNvPr>
            <p:cNvSpPr/>
            <p:nvPr/>
          </p:nvSpPr>
          <p:spPr>
            <a:xfrm rot="10800000">
              <a:off x="116523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2" name="Parallelogram 71">
              <a:extLst>
                <a:ext uri="{FF2B5EF4-FFF2-40B4-BE49-F238E27FC236}">
                  <a16:creationId xmlns:a16="http://schemas.microsoft.com/office/drawing/2014/main" id="{697C3B1E-A60F-CD72-CCB3-6AB47AB86629}"/>
                </a:ext>
              </a:extLst>
            </p:cNvPr>
            <p:cNvSpPr/>
            <p:nvPr/>
          </p:nvSpPr>
          <p:spPr>
            <a:xfrm rot="10800000">
              <a:off x="111310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3" name="Parallelogram 72">
              <a:extLst>
                <a:ext uri="{FF2B5EF4-FFF2-40B4-BE49-F238E27FC236}">
                  <a16:creationId xmlns:a16="http://schemas.microsoft.com/office/drawing/2014/main" id="{10C16C27-6AF2-52C7-318A-634369D69103}"/>
                </a:ext>
              </a:extLst>
            </p:cNvPr>
            <p:cNvSpPr/>
            <p:nvPr/>
          </p:nvSpPr>
          <p:spPr>
            <a:xfrm rot="10800000">
              <a:off x="106096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4" name="Parallelogram 73">
              <a:extLst>
                <a:ext uri="{FF2B5EF4-FFF2-40B4-BE49-F238E27FC236}">
                  <a16:creationId xmlns:a16="http://schemas.microsoft.com/office/drawing/2014/main" id="{7AC61264-90A3-8854-8F48-7B4175004DC8}"/>
                </a:ext>
              </a:extLst>
            </p:cNvPr>
            <p:cNvSpPr/>
            <p:nvPr/>
          </p:nvSpPr>
          <p:spPr>
            <a:xfrm rot="10800000">
              <a:off x="100882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5" name="Parallelogram 74">
              <a:extLst>
                <a:ext uri="{FF2B5EF4-FFF2-40B4-BE49-F238E27FC236}">
                  <a16:creationId xmlns:a16="http://schemas.microsoft.com/office/drawing/2014/main" id="{EF81B55F-7E5E-0F0A-F071-B0221A42BCA2}"/>
                </a:ext>
              </a:extLst>
            </p:cNvPr>
            <p:cNvSpPr/>
            <p:nvPr/>
          </p:nvSpPr>
          <p:spPr>
            <a:xfrm rot="10800000">
              <a:off x="95668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6" name="Parallelogram 75">
              <a:extLst>
                <a:ext uri="{FF2B5EF4-FFF2-40B4-BE49-F238E27FC236}">
                  <a16:creationId xmlns:a16="http://schemas.microsoft.com/office/drawing/2014/main" id="{EC62F885-2803-8BB4-CF11-FE3EA9B0BACF}"/>
                </a:ext>
              </a:extLst>
            </p:cNvPr>
            <p:cNvSpPr/>
            <p:nvPr/>
          </p:nvSpPr>
          <p:spPr>
            <a:xfrm rot="10800000">
              <a:off x="90455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7" name="Parallelogram 76">
              <a:extLst>
                <a:ext uri="{FF2B5EF4-FFF2-40B4-BE49-F238E27FC236}">
                  <a16:creationId xmlns:a16="http://schemas.microsoft.com/office/drawing/2014/main" id="{A0428056-33BF-60EE-49CD-E3437C792116}"/>
                </a:ext>
              </a:extLst>
            </p:cNvPr>
            <p:cNvSpPr/>
            <p:nvPr/>
          </p:nvSpPr>
          <p:spPr>
            <a:xfrm rot="10800000">
              <a:off x="85241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8" name="Parallelogram 77">
              <a:extLst>
                <a:ext uri="{FF2B5EF4-FFF2-40B4-BE49-F238E27FC236}">
                  <a16:creationId xmlns:a16="http://schemas.microsoft.com/office/drawing/2014/main" id="{E04E4A3C-CF84-BA33-F794-7E85044D1EBA}"/>
                </a:ext>
              </a:extLst>
            </p:cNvPr>
            <p:cNvSpPr/>
            <p:nvPr/>
          </p:nvSpPr>
          <p:spPr>
            <a:xfrm rot="10800000">
              <a:off x="800275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9" name="Parallelogram 78">
              <a:extLst>
                <a:ext uri="{FF2B5EF4-FFF2-40B4-BE49-F238E27FC236}">
                  <a16:creationId xmlns:a16="http://schemas.microsoft.com/office/drawing/2014/main" id="{9D518E5D-6A4F-7C83-D2B0-B24149922C01}"/>
                </a:ext>
              </a:extLst>
            </p:cNvPr>
            <p:cNvSpPr/>
            <p:nvPr/>
          </p:nvSpPr>
          <p:spPr>
            <a:xfrm rot="10800000">
              <a:off x="74813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80" name="Parallelogram 79">
              <a:extLst>
                <a:ext uri="{FF2B5EF4-FFF2-40B4-BE49-F238E27FC236}">
                  <a16:creationId xmlns:a16="http://schemas.microsoft.com/office/drawing/2014/main" id="{44CBFB45-888B-9CE6-3666-1AA0EA024FAE}"/>
                </a:ext>
              </a:extLst>
            </p:cNvPr>
            <p:cNvSpPr/>
            <p:nvPr/>
          </p:nvSpPr>
          <p:spPr>
            <a:xfrm rot="10800000">
              <a:off x="696000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81" name="Parallelogram 80">
              <a:extLst>
                <a:ext uri="{FF2B5EF4-FFF2-40B4-BE49-F238E27FC236}">
                  <a16:creationId xmlns:a16="http://schemas.microsoft.com/office/drawing/2014/main" id="{8639E0E5-7A56-0E5E-63F6-9C4A1BDAE14A}"/>
                </a:ext>
              </a:extLst>
            </p:cNvPr>
            <p:cNvSpPr/>
            <p:nvPr/>
          </p:nvSpPr>
          <p:spPr>
            <a:xfrm>
              <a:off x="126951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82" name="Parallelogram 81">
              <a:extLst>
                <a:ext uri="{FF2B5EF4-FFF2-40B4-BE49-F238E27FC236}">
                  <a16:creationId xmlns:a16="http://schemas.microsoft.com/office/drawing/2014/main" id="{0B8D335A-95D8-96F9-9BEA-BC3103C6254B}"/>
                </a:ext>
              </a:extLst>
            </p:cNvPr>
            <p:cNvSpPr/>
            <p:nvPr/>
          </p:nvSpPr>
          <p:spPr>
            <a:xfrm>
              <a:off x="132165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83" name="Parallelogram 82">
              <a:extLst>
                <a:ext uri="{FF2B5EF4-FFF2-40B4-BE49-F238E27FC236}">
                  <a16:creationId xmlns:a16="http://schemas.microsoft.com/office/drawing/2014/main" id="{1AE99D33-083B-EE23-B589-3FF9D2C09505}"/>
                </a:ext>
              </a:extLst>
            </p:cNvPr>
            <p:cNvSpPr/>
            <p:nvPr/>
          </p:nvSpPr>
          <p:spPr>
            <a:xfrm>
              <a:off x="137378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84" name="Parallelogram 83">
              <a:extLst>
                <a:ext uri="{FF2B5EF4-FFF2-40B4-BE49-F238E27FC236}">
                  <a16:creationId xmlns:a16="http://schemas.microsoft.com/office/drawing/2014/main" id="{F6183C56-9551-683A-09EB-18262FD52406}"/>
                </a:ext>
              </a:extLst>
            </p:cNvPr>
            <p:cNvSpPr/>
            <p:nvPr/>
          </p:nvSpPr>
          <p:spPr>
            <a:xfrm>
              <a:off x="1425927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85" name="Parallelogram 84">
              <a:extLst>
                <a:ext uri="{FF2B5EF4-FFF2-40B4-BE49-F238E27FC236}">
                  <a16:creationId xmlns:a16="http://schemas.microsoft.com/office/drawing/2014/main" id="{48CE29AF-5DE7-0CD4-85E4-ECD3406109B1}"/>
                </a:ext>
              </a:extLst>
            </p:cNvPr>
            <p:cNvSpPr/>
            <p:nvPr/>
          </p:nvSpPr>
          <p:spPr>
            <a:xfrm>
              <a:off x="153020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86" name="Parallelogram 85">
              <a:extLst>
                <a:ext uri="{FF2B5EF4-FFF2-40B4-BE49-F238E27FC236}">
                  <a16:creationId xmlns:a16="http://schemas.microsoft.com/office/drawing/2014/main" id="{8C95D847-0DA5-AD49-C523-1C189FD62BD3}"/>
                </a:ext>
              </a:extLst>
            </p:cNvPr>
            <p:cNvSpPr/>
            <p:nvPr/>
          </p:nvSpPr>
          <p:spPr>
            <a:xfrm>
              <a:off x="147806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469086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2F200DF0-4F7F-C342-7F47-A55CFECDB887}"/>
              </a:ext>
            </a:extLst>
          </p:cNvPr>
          <p:cNvSpPr/>
          <p:nvPr userDrawn="1"/>
        </p:nvSpPr>
        <p:spPr>
          <a:xfrm>
            <a:off x="0" y="0"/>
            <a:ext cx="6096000" cy="6101998"/>
          </a:xfrm>
          <a:prstGeom prst="rect">
            <a:avLst/>
          </a:prstGeom>
          <a:gradFill flip="none" rotWithShape="1">
            <a:gsLst>
              <a:gs pos="85000">
                <a:schemeClr val="tx2"/>
              </a:gs>
              <a:gs pos="0">
                <a:schemeClr val="bg2"/>
              </a:gs>
              <a:gs pos="100000">
                <a:schemeClr val="tx2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fr-FR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4FED07F-1D90-4D46-8347-34173E4881EE}"/>
              </a:ext>
            </a:extLst>
          </p:cNvPr>
          <p:cNvGrpSpPr/>
          <p:nvPr userDrawn="1"/>
        </p:nvGrpSpPr>
        <p:grpSpPr>
          <a:xfrm>
            <a:off x="588000" y="0"/>
            <a:ext cx="920602" cy="112014"/>
            <a:chOff x="696000" y="1460737"/>
            <a:chExt cx="920602" cy="112014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61DF02C5-E274-4395-8EC3-892ECAA4DC80}"/>
                </a:ext>
              </a:extLst>
            </p:cNvPr>
            <p:cNvSpPr/>
            <p:nvPr/>
          </p:nvSpPr>
          <p:spPr>
            <a:xfrm rot="10800000">
              <a:off x="121737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9DD2ABF5-6049-4A2D-B63B-3CF66647FF48}"/>
                </a:ext>
              </a:extLst>
            </p:cNvPr>
            <p:cNvSpPr/>
            <p:nvPr/>
          </p:nvSpPr>
          <p:spPr>
            <a:xfrm rot="10800000">
              <a:off x="116523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B72ED01F-02E9-48A8-AD76-A34E6EDB0258}"/>
                </a:ext>
              </a:extLst>
            </p:cNvPr>
            <p:cNvSpPr/>
            <p:nvPr/>
          </p:nvSpPr>
          <p:spPr>
            <a:xfrm rot="10800000">
              <a:off x="111310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EF3C2233-911F-46D2-8906-1D30D1E70F9F}"/>
                </a:ext>
              </a:extLst>
            </p:cNvPr>
            <p:cNvSpPr/>
            <p:nvPr/>
          </p:nvSpPr>
          <p:spPr>
            <a:xfrm rot="10800000">
              <a:off x="106096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D11BA0D6-7C24-4442-B8A3-9FD1E72C832E}"/>
                </a:ext>
              </a:extLst>
            </p:cNvPr>
            <p:cNvSpPr/>
            <p:nvPr/>
          </p:nvSpPr>
          <p:spPr>
            <a:xfrm rot="10800000">
              <a:off x="100882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312EC510-CFEB-4652-8B0D-104810ECFD0D}"/>
                </a:ext>
              </a:extLst>
            </p:cNvPr>
            <p:cNvSpPr/>
            <p:nvPr/>
          </p:nvSpPr>
          <p:spPr>
            <a:xfrm rot="10800000">
              <a:off x="95668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0CD77D20-CA7D-4CD2-BE63-663DDC766999}"/>
                </a:ext>
              </a:extLst>
            </p:cNvPr>
            <p:cNvSpPr/>
            <p:nvPr/>
          </p:nvSpPr>
          <p:spPr>
            <a:xfrm rot="10800000">
              <a:off x="90455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68861543-82DB-4738-8712-9171B4811F1C}"/>
                </a:ext>
              </a:extLst>
            </p:cNvPr>
            <p:cNvSpPr/>
            <p:nvPr/>
          </p:nvSpPr>
          <p:spPr>
            <a:xfrm rot="10800000">
              <a:off x="85241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E0586346-2B28-42B0-A4A5-A5D57FB08E74}"/>
                </a:ext>
              </a:extLst>
            </p:cNvPr>
            <p:cNvSpPr/>
            <p:nvPr/>
          </p:nvSpPr>
          <p:spPr>
            <a:xfrm rot="10800000">
              <a:off x="800275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41E5C780-D949-47BE-9E6D-F3FE63A54567}"/>
                </a:ext>
              </a:extLst>
            </p:cNvPr>
            <p:cNvSpPr/>
            <p:nvPr/>
          </p:nvSpPr>
          <p:spPr>
            <a:xfrm rot="10800000">
              <a:off x="74813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13077E6D-80C6-4E1E-BD3B-2842C665B038}"/>
                </a:ext>
              </a:extLst>
            </p:cNvPr>
            <p:cNvSpPr/>
            <p:nvPr/>
          </p:nvSpPr>
          <p:spPr>
            <a:xfrm rot="10800000">
              <a:off x="696000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BF2BC5A8-7032-49EB-876F-2C0D46BCA2E8}"/>
                </a:ext>
              </a:extLst>
            </p:cNvPr>
            <p:cNvSpPr/>
            <p:nvPr/>
          </p:nvSpPr>
          <p:spPr>
            <a:xfrm>
              <a:off x="126951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26AF3080-0E7E-413C-A0F7-A511E36A677A}"/>
                </a:ext>
              </a:extLst>
            </p:cNvPr>
            <p:cNvSpPr/>
            <p:nvPr/>
          </p:nvSpPr>
          <p:spPr>
            <a:xfrm>
              <a:off x="132165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44CF598B-2A86-4A47-B916-D63C4AFA72AF}"/>
                </a:ext>
              </a:extLst>
            </p:cNvPr>
            <p:cNvSpPr/>
            <p:nvPr/>
          </p:nvSpPr>
          <p:spPr>
            <a:xfrm>
              <a:off x="137378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2" name="Parallelogram 21">
              <a:extLst>
                <a:ext uri="{FF2B5EF4-FFF2-40B4-BE49-F238E27FC236}">
                  <a16:creationId xmlns:a16="http://schemas.microsoft.com/office/drawing/2014/main" id="{10A2E7C3-B0C3-430E-8811-23B07D2C6D5C}"/>
                </a:ext>
              </a:extLst>
            </p:cNvPr>
            <p:cNvSpPr/>
            <p:nvPr/>
          </p:nvSpPr>
          <p:spPr>
            <a:xfrm>
              <a:off x="1425927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3" name="Parallelogram 22">
              <a:extLst>
                <a:ext uri="{FF2B5EF4-FFF2-40B4-BE49-F238E27FC236}">
                  <a16:creationId xmlns:a16="http://schemas.microsoft.com/office/drawing/2014/main" id="{8153071B-3263-4383-B08D-15CBD36D9AA0}"/>
                </a:ext>
              </a:extLst>
            </p:cNvPr>
            <p:cNvSpPr/>
            <p:nvPr/>
          </p:nvSpPr>
          <p:spPr>
            <a:xfrm>
              <a:off x="153020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4" name="Parallelogram 23">
              <a:extLst>
                <a:ext uri="{FF2B5EF4-FFF2-40B4-BE49-F238E27FC236}">
                  <a16:creationId xmlns:a16="http://schemas.microsoft.com/office/drawing/2014/main" id="{07D6BF60-B541-4D62-BA7A-7DC38F1ACA87}"/>
                </a:ext>
              </a:extLst>
            </p:cNvPr>
            <p:cNvSpPr/>
            <p:nvPr/>
          </p:nvSpPr>
          <p:spPr>
            <a:xfrm>
              <a:off x="147806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FD77F530-EA1D-7650-4E2C-FABF39338F0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8000" y="1145650"/>
            <a:ext cx="4968000" cy="4540025"/>
          </a:xfrm>
        </p:spPr>
        <p:txBody>
          <a:bodyPr/>
          <a:lstStyle>
            <a:lvl1pPr>
              <a:defRPr/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  <a:endParaRPr lang="fr-FR" dirty="0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7B13D357-30AB-D48C-0F86-A084C4FD017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83998" y="1145649"/>
            <a:ext cx="4968001" cy="45400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  <a:endParaRPr lang="fr-FR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4E2793-489B-8C33-B75F-CF4C9090E13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7376" y="360000"/>
            <a:ext cx="4968000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Click to add a title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C342B54C-873A-B0F6-AFBF-6A18BD2AAD5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683376" y="360000"/>
            <a:ext cx="4968000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 dirty="0"/>
              <a:t>Click to add a title</a:t>
            </a:r>
          </a:p>
        </p:txBody>
      </p:sp>
    </p:spTree>
    <p:extLst>
      <p:ext uri="{BB962C8B-B14F-4D97-AF65-F5344CB8AC3E}">
        <p14:creationId xmlns:p14="http://schemas.microsoft.com/office/powerpoint/2010/main" val="1790312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cial Networks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398F3710-4348-B002-9801-54B01B911A81}"/>
              </a:ext>
            </a:extLst>
          </p:cNvPr>
          <p:cNvSpPr/>
          <p:nvPr userDrawn="1"/>
        </p:nvSpPr>
        <p:spPr>
          <a:xfrm flipH="1">
            <a:off x="0" y="3429000"/>
            <a:ext cx="12192000" cy="2673000"/>
          </a:xfrm>
          <a:prstGeom prst="rect">
            <a:avLst/>
          </a:prstGeom>
          <a:gradFill>
            <a:gsLst>
              <a:gs pos="85000">
                <a:schemeClr val="tx2"/>
              </a:gs>
              <a:gs pos="0">
                <a:schemeClr val="bg2"/>
              </a:gs>
              <a:gs pos="100000">
                <a:schemeClr val="tx2"/>
              </a:gs>
            </a:gsLst>
            <a:lin ang="1800000" scaled="0"/>
          </a:gradFill>
          <a:ln>
            <a:gradFill>
              <a:gsLst>
                <a:gs pos="85000">
                  <a:schemeClr val="tx2"/>
                </a:gs>
                <a:gs pos="0">
                  <a:schemeClr val="bg2"/>
                </a:gs>
                <a:gs pos="100000">
                  <a:schemeClr val="tx2"/>
                </a:gs>
              </a:gsLst>
              <a:lin ang="18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D7CCA3-8D7C-3F99-EBC8-AE0184FEDB9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7486" b="16223"/>
          <a:stretch/>
        </p:blipFill>
        <p:spPr>
          <a:xfrm>
            <a:off x="4387850" y="322433"/>
            <a:ext cx="7581900" cy="5784329"/>
          </a:xfrm>
          <a:prstGeom prst="rect">
            <a:avLst/>
          </a:prstGeom>
        </p:spPr>
      </p:pic>
      <p:sp>
        <p:nvSpPr>
          <p:cNvPr id="26" name="Rectangle: Rounded Corners 25">
            <a:hlinkClick r:id="rId3"/>
            <a:extLst>
              <a:ext uri="{FF2B5EF4-FFF2-40B4-BE49-F238E27FC236}">
                <a16:creationId xmlns:a16="http://schemas.microsoft.com/office/drawing/2014/main" id="{A0A56E25-BACC-941A-07FF-B2924EEE0A4B}"/>
              </a:ext>
            </a:extLst>
          </p:cNvPr>
          <p:cNvSpPr/>
          <p:nvPr userDrawn="1"/>
        </p:nvSpPr>
        <p:spPr>
          <a:xfrm>
            <a:off x="588000" y="3141000"/>
            <a:ext cx="3456000" cy="576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317500" algn="ctr" rotWithShape="0">
              <a:schemeClr val="tx2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www.thalesgroup.com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3F73478-4B42-86E1-C5C1-D1452156DBA8}"/>
              </a:ext>
            </a:extLst>
          </p:cNvPr>
          <p:cNvGrpSpPr/>
          <p:nvPr userDrawn="1"/>
        </p:nvGrpSpPr>
        <p:grpSpPr>
          <a:xfrm>
            <a:off x="671550" y="4428000"/>
            <a:ext cx="675000" cy="675000"/>
            <a:chOff x="671550" y="4428000"/>
            <a:chExt cx="675000" cy="67500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8F9F3573-2E23-6B37-3C1D-06E6E2FB5440}"/>
                </a:ext>
              </a:extLst>
            </p:cNvPr>
            <p:cNvSpPr/>
            <p:nvPr/>
          </p:nvSpPr>
          <p:spPr>
            <a:xfrm>
              <a:off x="671550" y="4428000"/>
              <a:ext cx="675000" cy="675000"/>
            </a:xfrm>
            <a:prstGeom prst="ellipse">
              <a:avLst/>
            </a:pr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25000"/>
                  </a:schemeClr>
                </a:gs>
              </a:gsLst>
              <a:lin ang="3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0" name="Graphic 36">
              <a:extLst>
                <a:ext uri="{FF2B5EF4-FFF2-40B4-BE49-F238E27FC236}">
                  <a16:creationId xmlns:a16="http://schemas.microsoft.com/office/drawing/2014/main" id="{F2D16415-197B-E091-7A95-D7B79C5C9FFE}"/>
                </a:ext>
              </a:extLst>
            </p:cNvPr>
            <p:cNvGrpSpPr/>
            <p:nvPr/>
          </p:nvGrpSpPr>
          <p:grpSpPr>
            <a:xfrm>
              <a:off x="880295" y="4633340"/>
              <a:ext cx="257511" cy="257042"/>
              <a:chOff x="692960" y="4421656"/>
              <a:chExt cx="679218" cy="677982"/>
            </a:xfrm>
          </p:grpSpPr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5611B14F-1F29-C671-7DFE-638D31ADC8DA}"/>
                  </a:ext>
                </a:extLst>
              </p:cNvPr>
              <p:cNvSpPr/>
              <p:nvPr/>
            </p:nvSpPr>
            <p:spPr>
              <a:xfrm>
                <a:off x="692960" y="4421656"/>
                <a:ext cx="163232" cy="677982"/>
              </a:xfrm>
              <a:custGeom>
                <a:avLst/>
                <a:gdLst>
                  <a:gd name="connsiteX0" fmla="*/ 11172 w 163232"/>
                  <a:gd name="connsiteY0" fmla="*/ 225119 h 677982"/>
                  <a:gd name="connsiteX1" fmla="*/ 152061 w 163232"/>
                  <a:gd name="connsiteY1" fmla="*/ 225119 h 677982"/>
                  <a:gd name="connsiteX2" fmla="*/ 152061 w 163232"/>
                  <a:gd name="connsiteY2" fmla="*/ 677983 h 677982"/>
                  <a:gd name="connsiteX3" fmla="*/ 11172 w 163232"/>
                  <a:gd name="connsiteY3" fmla="*/ 677983 h 677982"/>
                  <a:gd name="connsiteX4" fmla="*/ 11172 w 163232"/>
                  <a:gd name="connsiteY4" fmla="*/ 225119 h 677982"/>
                  <a:gd name="connsiteX5" fmla="*/ 81655 w 163232"/>
                  <a:gd name="connsiteY5" fmla="*/ 0 h 677982"/>
                  <a:gd name="connsiteX6" fmla="*/ 163232 w 163232"/>
                  <a:gd name="connsiteY6" fmla="*/ 81617 h 677982"/>
                  <a:gd name="connsiteX7" fmla="*/ 81655 w 163232"/>
                  <a:gd name="connsiteY7" fmla="*/ 163246 h 677982"/>
                  <a:gd name="connsiteX8" fmla="*/ 0 w 163232"/>
                  <a:gd name="connsiteY8" fmla="*/ 81617 h 677982"/>
                  <a:gd name="connsiteX9" fmla="*/ 81655 w 163232"/>
                  <a:gd name="connsiteY9" fmla="*/ 0 h 6779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3232" h="677982">
                    <a:moveTo>
                      <a:pt x="11172" y="225119"/>
                    </a:moveTo>
                    <a:lnTo>
                      <a:pt x="152061" y="225119"/>
                    </a:lnTo>
                    <a:lnTo>
                      <a:pt x="152061" y="677983"/>
                    </a:lnTo>
                    <a:lnTo>
                      <a:pt x="11172" y="677983"/>
                    </a:lnTo>
                    <a:lnTo>
                      <a:pt x="11172" y="225119"/>
                    </a:lnTo>
                    <a:close/>
                    <a:moveTo>
                      <a:pt x="81655" y="0"/>
                    </a:moveTo>
                    <a:cubicBezTo>
                      <a:pt x="126679" y="0"/>
                      <a:pt x="163232" y="36567"/>
                      <a:pt x="163232" y="81617"/>
                    </a:cubicBezTo>
                    <a:cubicBezTo>
                      <a:pt x="163232" y="126679"/>
                      <a:pt x="126679" y="163246"/>
                      <a:pt x="81655" y="163246"/>
                    </a:cubicBezTo>
                    <a:cubicBezTo>
                      <a:pt x="36451" y="163246"/>
                      <a:pt x="0" y="126680"/>
                      <a:pt x="0" y="81617"/>
                    </a:cubicBezTo>
                    <a:cubicBezTo>
                      <a:pt x="0" y="36567"/>
                      <a:pt x="36451" y="0"/>
                      <a:pt x="81655" y="0"/>
                    </a:cubicBezTo>
                  </a:path>
                </a:pathLst>
              </a:custGeom>
              <a:solidFill>
                <a:srgbClr val="FFFFFF"/>
              </a:solidFill>
              <a:ln w="196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7D2A163E-3DEA-4B3A-6030-FF3145A634F5}"/>
                  </a:ext>
                </a:extLst>
              </p:cNvPr>
              <p:cNvSpPr/>
              <p:nvPr/>
            </p:nvSpPr>
            <p:spPr>
              <a:xfrm>
                <a:off x="933318" y="4635537"/>
                <a:ext cx="438860" cy="464101"/>
              </a:xfrm>
              <a:custGeom>
                <a:avLst/>
                <a:gdLst>
                  <a:gd name="connsiteX0" fmla="*/ 0 w 438860"/>
                  <a:gd name="connsiteY0" fmla="*/ 11237 h 464101"/>
                  <a:gd name="connsiteX1" fmla="*/ 134918 w 438860"/>
                  <a:gd name="connsiteY1" fmla="*/ 11237 h 464101"/>
                  <a:gd name="connsiteX2" fmla="*/ 134918 w 438860"/>
                  <a:gd name="connsiteY2" fmla="*/ 73148 h 464101"/>
                  <a:gd name="connsiteX3" fmla="*/ 136847 w 438860"/>
                  <a:gd name="connsiteY3" fmla="*/ 73148 h 464101"/>
                  <a:gd name="connsiteX4" fmla="*/ 270015 w 438860"/>
                  <a:gd name="connsiteY4" fmla="*/ 0 h 464101"/>
                  <a:gd name="connsiteX5" fmla="*/ 438861 w 438860"/>
                  <a:gd name="connsiteY5" fmla="*/ 215736 h 464101"/>
                  <a:gd name="connsiteX6" fmla="*/ 438861 w 438860"/>
                  <a:gd name="connsiteY6" fmla="*/ 464101 h 464101"/>
                  <a:gd name="connsiteX7" fmla="*/ 298125 w 438860"/>
                  <a:gd name="connsiteY7" fmla="*/ 464101 h 464101"/>
                  <a:gd name="connsiteX8" fmla="*/ 298125 w 438860"/>
                  <a:gd name="connsiteY8" fmla="*/ 243873 h 464101"/>
                  <a:gd name="connsiteX9" fmla="*/ 224991 w 438860"/>
                  <a:gd name="connsiteY9" fmla="*/ 123796 h 464101"/>
                  <a:gd name="connsiteX10" fmla="*/ 140580 w 438860"/>
                  <a:gd name="connsiteY10" fmla="*/ 240114 h 464101"/>
                  <a:gd name="connsiteX11" fmla="*/ 140580 w 438860"/>
                  <a:gd name="connsiteY11" fmla="*/ 464101 h 464101"/>
                  <a:gd name="connsiteX12" fmla="*/ 0 w 438860"/>
                  <a:gd name="connsiteY12" fmla="*/ 464101 h 464101"/>
                  <a:gd name="connsiteX13" fmla="*/ 0 w 438860"/>
                  <a:gd name="connsiteY13" fmla="*/ 11237 h 4641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38860" h="464101">
                    <a:moveTo>
                      <a:pt x="0" y="11237"/>
                    </a:moveTo>
                    <a:lnTo>
                      <a:pt x="134918" y="11237"/>
                    </a:lnTo>
                    <a:lnTo>
                      <a:pt x="134918" y="73148"/>
                    </a:lnTo>
                    <a:lnTo>
                      <a:pt x="136847" y="73148"/>
                    </a:lnTo>
                    <a:cubicBezTo>
                      <a:pt x="155613" y="37545"/>
                      <a:pt x="201538" y="0"/>
                      <a:pt x="270015" y="0"/>
                    </a:cubicBezTo>
                    <a:cubicBezTo>
                      <a:pt x="412524" y="0"/>
                      <a:pt x="438861" y="93769"/>
                      <a:pt x="438861" y="215736"/>
                    </a:cubicBezTo>
                    <a:lnTo>
                      <a:pt x="438861" y="464101"/>
                    </a:lnTo>
                    <a:lnTo>
                      <a:pt x="298125" y="464101"/>
                    </a:lnTo>
                    <a:lnTo>
                      <a:pt x="298125" y="243873"/>
                    </a:lnTo>
                    <a:cubicBezTo>
                      <a:pt x="298125" y="191358"/>
                      <a:pt x="297224" y="123796"/>
                      <a:pt x="224991" y="123796"/>
                    </a:cubicBezTo>
                    <a:cubicBezTo>
                      <a:pt x="151754" y="123796"/>
                      <a:pt x="140580" y="181035"/>
                      <a:pt x="140580" y="240114"/>
                    </a:cubicBezTo>
                    <a:lnTo>
                      <a:pt x="140580" y="464101"/>
                    </a:lnTo>
                    <a:lnTo>
                      <a:pt x="0" y="464101"/>
                    </a:lnTo>
                    <a:lnTo>
                      <a:pt x="0" y="11237"/>
                    </a:lnTo>
                    <a:close/>
                  </a:path>
                </a:pathLst>
              </a:custGeom>
              <a:solidFill>
                <a:srgbClr val="FFFFFF"/>
              </a:solidFill>
              <a:ln w="196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31" name="Oval 30">
              <a:hlinkClick r:id="rId4"/>
              <a:extLst>
                <a:ext uri="{FF2B5EF4-FFF2-40B4-BE49-F238E27FC236}">
                  <a16:creationId xmlns:a16="http://schemas.microsoft.com/office/drawing/2014/main" id="{EAB8E4C6-7BE3-51ED-ABFC-964F6AE3729B}"/>
                </a:ext>
              </a:extLst>
            </p:cNvPr>
            <p:cNvSpPr/>
            <p:nvPr/>
          </p:nvSpPr>
          <p:spPr>
            <a:xfrm>
              <a:off x="671550" y="4428000"/>
              <a:ext cx="675000" cy="675000"/>
            </a:xfrm>
            <a:prstGeom prst="ellipse">
              <a:avLst/>
            </a:prstGeom>
            <a:solidFill>
              <a:schemeClr val="bg2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0508168-1FBD-BCA0-1DED-C778795906F2}"/>
              </a:ext>
            </a:extLst>
          </p:cNvPr>
          <p:cNvGrpSpPr/>
          <p:nvPr userDrawn="1"/>
        </p:nvGrpSpPr>
        <p:grpSpPr>
          <a:xfrm>
            <a:off x="1542850" y="4428000"/>
            <a:ext cx="675000" cy="675000"/>
            <a:chOff x="1542850" y="4428000"/>
            <a:chExt cx="675000" cy="675000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14085314-3E35-DF8C-8E5B-1C7C3F36FB79}"/>
                </a:ext>
              </a:extLst>
            </p:cNvPr>
            <p:cNvSpPr/>
            <p:nvPr/>
          </p:nvSpPr>
          <p:spPr>
            <a:xfrm>
              <a:off x="1542850" y="4428000"/>
              <a:ext cx="675000" cy="675000"/>
            </a:xfrm>
            <a:prstGeom prst="ellipse">
              <a:avLst/>
            </a:pr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25000"/>
                  </a:schemeClr>
                </a:gs>
              </a:gsLst>
              <a:lin ang="3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Graphic 84">
              <a:extLst>
                <a:ext uri="{FF2B5EF4-FFF2-40B4-BE49-F238E27FC236}">
                  <a16:creationId xmlns:a16="http://schemas.microsoft.com/office/drawing/2014/main" id="{4871053C-AB8F-A852-D3EF-93A5716708BA}"/>
                </a:ext>
              </a:extLst>
            </p:cNvPr>
            <p:cNvSpPr/>
            <p:nvPr/>
          </p:nvSpPr>
          <p:spPr>
            <a:xfrm>
              <a:off x="1781995" y="4581085"/>
              <a:ext cx="196710" cy="368831"/>
            </a:xfrm>
            <a:custGeom>
              <a:avLst/>
              <a:gdLst>
                <a:gd name="connsiteX0" fmla="*/ 85005 w 304800"/>
                <a:gd name="connsiteY0" fmla="*/ 571500 h 571500"/>
                <a:gd name="connsiteX1" fmla="*/ 85005 w 304800"/>
                <a:gd name="connsiteY1" fmla="*/ 323850 h 571500"/>
                <a:gd name="connsiteX2" fmla="*/ 0 w 304800"/>
                <a:gd name="connsiteY2" fmla="*/ 323850 h 571500"/>
                <a:gd name="connsiteX3" fmla="*/ 0 w 304800"/>
                <a:gd name="connsiteY3" fmla="*/ 209550 h 571500"/>
                <a:gd name="connsiteX4" fmla="*/ 85005 w 304800"/>
                <a:gd name="connsiteY4" fmla="*/ 209550 h 571500"/>
                <a:gd name="connsiteX5" fmla="*/ 85005 w 304800"/>
                <a:gd name="connsiteY5" fmla="*/ 129730 h 571500"/>
                <a:gd name="connsiteX6" fmla="*/ 217613 w 304800"/>
                <a:gd name="connsiteY6" fmla="*/ 0 h 571500"/>
                <a:gd name="connsiteX7" fmla="*/ 296005 w 304800"/>
                <a:gd name="connsiteY7" fmla="*/ 4003 h 571500"/>
                <a:gd name="connsiteX8" fmla="*/ 296005 w 304800"/>
                <a:gd name="connsiteY8" fmla="*/ 94869 h 571500"/>
                <a:gd name="connsiteX9" fmla="*/ 242210 w 304800"/>
                <a:gd name="connsiteY9" fmla="*/ 94893 h 571500"/>
                <a:gd name="connsiteX10" fmla="*/ 190500 w 304800"/>
                <a:gd name="connsiteY10" fmla="*/ 144353 h 571500"/>
                <a:gd name="connsiteX11" fmla="*/ 190500 w 304800"/>
                <a:gd name="connsiteY11" fmla="*/ 209550 h 571500"/>
                <a:gd name="connsiteX12" fmla="*/ 304800 w 304800"/>
                <a:gd name="connsiteY12" fmla="*/ 209550 h 571500"/>
                <a:gd name="connsiteX13" fmla="*/ 266700 w 304800"/>
                <a:gd name="connsiteY13" fmla="*/ 323850 h 571500"/>
                <a:gd name="connsiteX14" fmla="*/ 190500 w 304800"/>
                <a:gd name="connsiteY14" fmla="*/ 323850 h 571500"/>
                <a:gd name="connsiteX15" fmla="*/ 190500 w 304800"/>
                <a:gd name="connsiteY15" fmla="*/ 571500 h 571500"/>
                <a:gd name="connsiteX16" fmla="*/ 85005 w 304800"/>
                <a:gd name="connsiteY16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4800" h="571500">
                  <a:moveTo>
                    <a:pt x="85005" y="571500"/>
                  </a:moveTo>
                  <a:lnTo>
                    <a:pt x="85005" y="323850"/>
                  </a:lnTo>
                  <a:lnTo>
                    <a:pt x="0" y="323850"/>
                  </a:lnTo>
                  <a:lnTo>
                    <a:pt x="0" y="209550"/>
                  </a:lnTo>
                  <a:lnTo>
                    <a:pt x="85005" y="209550"/>
                  </a:lnTo>
                  <a:lnTo>
                    <a:pt x="85005" y="129730"/>
                  </a:lnTo>
                  <a:cubicBezTo>
                    <a:pt x="85005" y="42782"/>
                    <a:pt x="140049" y="0"/>
                    <a:pt x="217613" y="0"/>
                  </a:cubicBezTo>
                  <a:cubicBezTo>
                    <a:pt x="254767" y="0"/>
                    <a:pt x="286699" y="2766"/>
                    <a:pt x="296005" y="4003"/>
                  </a:cubicBezTo>
                  <a:lnTo>
                    <a:pt x="296005" y="94869"/>
                  </a:lnTo>
                  <a:lnTo>
                    <a:pt x="242210" y="94893"/>
                  </a:lnTo>
                  <a:cubicBezTo>
                    <a:pt x="200026" y="94893"/>
                    <a:pt x="190500" y="114938"/>
                    <a:pt x="190500" y="144353"/>
                  </a:cubicBezTo>
                  <a:lnTo>
                    <a:pt x="190500" y="209550"/>
                  </a:lnTo>
                  <a:lnTo>
                    <a:pt x="304800" y="209550"/>
                  </a:lnTo>
                  <a:lnTo>
                    <a:pt x="266700" y="323850"/>
                  </a:lnTo>
                  <a:lnTo>
                    <a:pt x="190500" y="323850"/>
                  </a:lnTo>
                  <a:lnTo>
                    <a:pt x="190500" y="571500"/>
                  </a:lnTo>
                  <a:lnTo>
                    <a:pt x="85005" y="571500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Oval 36">
              <a:hlinkClick r:id="rId5"/>
              <a:extLst>
                <a:ext uri="{FF2B5EF4-FFF2-40B4-BE49-F238E27FC236}">
                  <a16:creationId xmlns:a16="http://schemas.microsoft.com/office/drawing/2014/main" id="{59DE552B-DD41-E6A5-FE2C-1B4E1B2BE8CB}"/>
                </a:ext>
              </a:extLst>
            </p:cNvPr>
            <p:cNvSpPr/>
            <p:nvPr/>
          </p:nvSpPr>
          <p:spPr>
            <a:xfrm>
              <a:off x="1542850" y="4428000"/>
              <a:ext cx="675000" cy="675000"/>
            </a:xfrm>
            <a:prstGeom prst="ellipse">
              <a:avLst/>
            </a:prstGeom>
            <a:solidFill>
              <a:schemeClr val="bg2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11B401F0-7B23-0E70-A987-C44C85E3F865}"/>
              </a:ext>
            </a:extLst>
          </p:cNvPr>
          <p:cNvGrpSpPr/>
          <p:nvPr userDrawn="1"/>
        </p:nvGrpSpPr>
        <p:grpSpPr>
          <a:xfrm>
            <a:off x="3285450" y="4428000"/>
            <a:ext cx="675000" cy="675000"/>
            <a:chOff x="3285450" y="4428000"/>
            <a:chExt cx="675000" cy="675000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B8E769EA-0469-B4D5-0733-CA1925393D9E}"/>
                </a:ext>
              </a:extLst>
            </p:cNvPr>
            <p:cNvSpPr/>
            <p:nvPr/>
          </p:nvSpPr>
          <p:spPr>
            <a:xfrm>
              <a:off x="3285450" y="4428000"/>
              <a:ext cx="675000" cy="675000"/>
            </a:xfrm>
            <a:prstGeom prst="ellipse">
              <a:avLst/>
            </a:pr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25000"/>
                  </a:schemeClr>
                </a:gs>
              </a:gsLst>
              <a:lin ang="3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5DC4604B-DFB2-69D1-0C48-0E7E980498AC}"/>
                </a:ext>
              </a:extLst>
            </p:cNvPr>
            <p:cNvSpPr/>
            <p:nvPr/>
          </p:nvSpPr>
          <p:spPr>
            <a:xfrm>
              <a:off x="3454191" y="4646806"/>
              <a:ext cx="337518" cy="237389"/>
            </a:xfrm>
            <a:custGeom>
              <a:avLst/>
              <a:gdLst>
                <a:gd name="connsiteX0" fmla="*/ 376473 w 948974"/>
                <a:gd name="connsiteY0" fmla="*/ 190180 h 667449"/>
                <a:gd name="connsiteX1" fmla="*/ 376517 w 948974"/>
                <a:gd name="connsiteY1" fmla="*/ 456817 h 667449"/>
                <a:gd name="connsiteX2" fmla="*/ 632890 w 948974"/>
                <a:gd name="connsiteY2" fmla="*/ 323963 h 667449"/>
                <a:gd name="connsiteX3" fmla="*/ 474281 w 948974"/>
                <a:gd name="connsiteY3" fmla="*/ 0 h 667449"/>
                <a:gd name="connsiteX4" fmla="*/ 474693 w 948974"/>
                <a:gd name="connsiteY4" fmla="*/ 0 h 667449"/>
                <a:gd name="connsiteX5" fmla="*/ 806688 w 948974"/>
                <a:gd name="connsiteY5" fmla="*/ 9599 h 667449"/>
                <a:gd name="connsiteX6" fmla="*/ 901772 w 948974"/>
                <a:gd name="connsiteY6" fmla="*/ 49796 h 667449"/>
                <a:gd name="connsiteX7" fmla="*/ 939498 w 948974"/>
                <a:gd name="connsiteY7" fmla="*/ 143989 h 667449"/>
                <a:gd name="connsiteX8" fmla="*/ 948974 w 948974"/>
                <a:gd name="connsiteY8" fmla="*/ 297577 h 667449"/>
                <a:gd name="connsiteX9" fmla="*/ 948974 w 948974"/>
                <a:gd name="connsiteY9" fmla="*/ 369572 h 667449"/>
                <a:gd name="connsiteX10" fmla="*/ 939498 w 948974"/>
                <a:gd name="connsiteY10" fmla="*/ 523160 h 667449"/>
                <a:gd name="connsiteX11" fmla="*/ 901772 w 948974"/>
                <a:gd name="connsiteY11" fmla="*/ 617353 h 667449"/>
                <a:gd name="connsiteX12" fmla="*/ 806688 w 948974"/>
                <a:gd name="connsiteY12" fmla="*/ 657550 h 667449"/>
                <a:gd name="connsiteX13" fmla="*/ 474488 w 948974"/>
                <a:gd name="connsiteY13" fmla="*/ 667449 h 667449"/>
                <a:gd name="connsiteX14" fmla="*/ 151839 w 948974"/>
                <a:gd name="connsiteY14" fmla="*/ 657916 h 667449"/>
                <a:gd name="connsiteX15" fmla="*/ 47202 w 948974"/>
                <a:gd name="connsiteY15" fmla="*/ 617353 h 667449"/>
                <a:gd name="connsiteX16" fmla="*/ 9491 w 948974"/>
                <a:gd name="connsiteY16" fmla="*/ 523160 h 667449"/>
                <a:gd name="connsiteX17" fmla="*/ 0 w 948974"/>
                <a:gd name="connsiteY17" fmla="*/ 369572 h 667449"/>
                <a:gd name="connsiteX18" fmla="*/ 0 w 948974"/>
                <a:gd name="connsiteY18" fmla="*/ 297577 h 667449"/>
                <a:gd name="connsiteX19" fmla="*/ 9490 w 948974"/>
                <a:gd name="connsiteY19" fmla="*/ 143989 h 667449"/>
                <a:gd name="connsiteX20" fmla="*/ 47202 w 948974"/>
                <a:gd name="connsiteY20" fmla="*/ 49796 h 667449"/>
                <a:gd name="connsiteX21" fmla="*/ 142286 w 948974"/>
                <a:gd name="connsiteY21" fmla="*/ 9599 h 667449"/>
                <a:gd name="connsiteX22" fmla="*/ 474281 w 948974"/>
                <a:gd name="connsiteY22" fmla="*/ 0 h 667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48974" h="667449">
                  <a:moveTo>
                    <a:pt x="376473" y="190180"/>
                  </a:moveTo>
                  <a:lnTo>
                    <a:pt x="376517" y="456817"/>
                  </a:lnTo>
                  <a:lnTo>
                    <a:pt x="632890" y="323963"/>
                  </a:lnTo>
                  <a:close/>
                  <a:moveTo>
                    <a:pt x="474281" y="0"/>
                  </a:moveTo>
                  <a:lnTo>
                    <a:pt x="474693" y="0"/>
                  </a:lnTo>
                  <a:cubicBezTo>
                    <a:pt x="474693" y="0"/>
                    <a:pt x="673893" y="0"/>
                    <a:pt x="806688" y="9599"/>
                  </a:cubicBezTo>
                  <a:cubicBezTo>
                    <a:pt x="825238" y="11812"/>
                    <a:pt x="865686" y="11999"/>
                    <a:pt x="901772" y="49796"/>
                  </a:cubicBezTo>
                  <a:cubicBezTo>
                    <a:pt x="930224" y="78594"/>
                    <a:pt x="939498" y="143989"/>
                    <a:pt x="939498" y="143989"/>
                  </a:cubicBezTo>
                  <a:cubicBezTo>
                    <a:pt x="939498" y="143989"/>
                    <a:pt x="948974" y="220783"/>
                    <a:pt x="948974" y="297577"/>
                  </a:cubicBezTo>
                  <a:lnTo>
                    <a:pt x="948974" y="369572"/>
                  </a:lnTo>
                  <a:cubicBezTo>
                    <a:pt x="948974" y="446366"/>
                    <a:pt x="939498" y="523160"/>
                    <a:pt x="939498" y="523160"/>
                  </a:cubicBezTo>
                  <a:cubicBezTo>
                    <a:pt x="939498" y="523160"/>
                    <a:pt x="930224" y="588555"/>
                    <a:pt x="901772" y="617353"/>
                  </a:cubicBezTo>
                  <a:cubicBezTo>
                    <a:pt x="865687" y="655150"/>
                    <a:pt x="825238" y="655337"/>
                    <a:pt x="806688" y="657550"/>
                  </a:cubicBezTo>
                  <a:cubicBezTo>
                    <a:pt x="673893" y="667149"/>
                    <a:pt x="474488" y="667449"/>
                    <a:pt x="474488" y="667449"/>
                  </a:cubicBezTo>
                  <a:cubicBezTo>
                    <a:pt x="474488" y="667449"/>
                    <a:pt x="227759" y="665196"/>
                    <a:pt x="151839" y="657916"/>
                  </a:cubicBezTo>
                  <a:cubicBezTo>
                    <a:pt x="130719" y="653955"/>
                    <a:pt x="83301" y="655150"/>
                    <a:pt x="47202" y="617353"/>
                  </a:cubicBezTo>
                  <a:cubicBezTo>
                    <a:pt x="18749" y="588555"/>
                    <a:pt x="9491" y="523160"/>
                    <a:pt x="9491" y="523160"/>
                  </a:cubicBezTo>
                  <a:cubicBezTo>
                    <a:pt x="9491" y="523160"/>
                    <a:pt x="0" y="446366"/>
                    <a:pt x="0" y="369572"/>
                  </a:cubicBezTo>
                  <a:lnTo>
                    <a:pt x="0" y="297577"/>
                  </a:lnTo>
                  <a:cubicBezTo>
                    <a:pt x="0" y="220783"/>
                    <a:pt x="9490" y="143989"/>
                    <a:pt x="9490" y="143989"/>
                  </a:cubicBezTo>
                  <a:cubicBezTo>
                    <a:pt x="9490" y="143989"/>
                    <a:pt x="18749" y="78594"/>
                    <a:pt x="47202" y="49796"/>
                  </a:cubicBezTo>
                  <a:cubicBezTo>
                    <a:pt x="83301" y="11999"/>
                    <a:pt x="123735" y="11812"/>
                    <a:pt x="142286" y="9599"/>
                  </a:cubicBezTo>
                  <a:cubicBezTo>
                    <a:pt x="275085" y="0"/>
                    <a:pt x="474281" y="0"/>
                    <a:pt x="474281" y="0"/>
                  </a:cubicBezTo>
                  <a:close/>
                </a:path>
              </a:pathLst>
            </a:custGeom>
            <a:solidFill>
              <a:schemeClr val="bg1"/>
            </a:solidFill>
            <a:ln w="196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Oval 44">
              <a:hlinkClick r:id="rId6"/>
              <a:extLst>
                <a:ext uri="{FF2B5EF4-FFF2-40B4-BE49-F238E27FC236}">
                  <a16:creationId xmlns:a16="http://schemas.microsoft.com/office/drawing/2014/main" id="{A08C08EA-BEDD-D50E-04EB-BB6C89AC4CD6}"/>
                </a:ext>
              </a:extLst>
            </p:cNvPr>
            <p:cNvSpPr/>
            <p:nvPr/>
          </p:nvSpPr>
          <p:spPr>
            <a:xfrm>
              <a:off x="3285450" y="4428000"/>
              <a:ext cx="675000" cy="675000"/>
            </a:xfrm>
            <a:prstGeom prst="ellipse">
              <a:avLst/>
            </a:prstGeom>
            <a:solidFill>
              <a:schemeClr val="bg2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89FFFCA-17A4-4600-A0CB-E384DB307AAD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88000" y="360000"/>
            <a:ext cx="11016000" cy="369332"/>
          </a:xfrm>
        </p:spPr>
        <p:txBody>
          <a:bodyPr wrap="square" lIns="0" tIns="0" rIns="0" bIns="0" anchor="t">
            <a:spAutoFit/>
          </a:bodyPr>
          <a:lstStyle>
            <a:lvl1pPr>
              <a:lnSpc>
                <a:spcPct val="100000"/>
              </a:lnSpc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a title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4FED07F-1D90-4D46-8347-34173E4881EE}"/>
              </a:ext>
            </a:extLst>
          </p:cNvPr>
          <p:cNvGrpSpPr/>
          <p:nvPr userDrawn="1"/>
        </p:nvGrpSpPr>
        <p:grpSpPr>
          <a:xfrm>
            <a:off x="588000" y="0"/>
            <a:ext cx="920602" cy="112014"/>
            <a:chOff x="696000" y="1460737"/>
            <a:chExt cx="920602" cy="112014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61DF02C5-E274-4395-8EC3-892ECAA4DC80}"/>
                </a:ext>
              </a:extLst>
            </p:cNvPr>
            <p:cNvSpPr/>
            <p:nvPr/>
          </p:nvSpPr>
          <p:spPr>
            <a:xfrm rot="10800000">
              <a:off x="121737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9DD2ABF5-6049-4A2D-B63B-3CF66647FF48}"/>
                </a:ext>
              </a:extLst>
            </p:cNvPr>
            <p:cNvSpPr/>
            <p:nvPr/>
          </p:nvSpPr>
          <p:spPr>
            <a:xfrm rot="10800000">
              <a:off x="116523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B72ED01F-02E9-48A8-AD76-A34E6EDB0258}"/>
                </a:ext>
              </a:extLst>
            </p:cNvPr>
            <p:cNvSpPr/>
            <p:nvPr/>
          </p:nvSpPr>
          <p:spPr>
            <a:xfrm rot="10800000">
              <a:off x="111310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EF3C2233-911F-46D2-8906-1D30D1E70F9F}"/>
                </a:ext>
              </a:extLst>
            </p:cNvPr>
            <p:cNvSpPr/>
            <p:nvPr/>
          </p:nvSpPr>
          <p:spPr>
            <a:xfrm rot="10800000">
              <a:off x="106096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D11BA0D6-7C24-4442-B8A3-9FD1E72C832E}"/>
                </a:ext>
              </a:extLst>
            </p:cNvPr>
            <p:cNvSpPr/>
            <p:nvPr/>
          </p:nvSpPr>
          <p:spPr>
            <a:xfrm rot="10800000">
              <a:off x="100882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312EC510-CFEB-4652-8B0D-104810ECFD0D}"/>
                </a:ext>
              </a:extLst>
            </p:cNvPr>
            <p:cNvSpPr/>
            <p:nvPr/>
          </p:nvSpPr>
          <p:spPr>
            <a:xfrm rot="10800000">
              <a:off x="95668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0CD77D20-CA7D-4CD2-BE63-663DDC766999}"/>
                </a:ext>
              </a:extLst>
            </p:cNvPr>
            <p:cNvSpPr/>
            <p:nvPr/>
          </p:nvSpPr>
          <p:spPr>
            <a:xfrm rot="10800000">
              <a:off x="90455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68861543-82DB-4738-8712-9171B4811F1C}"/>
                </a:ext>
              </a:extLst>
            </p:cNvPr>
            <p:cNvSpPr/>
            <p:nvPr/>
          </p:nvSpPr>
          <p:spPr>
            <a:xfrm rot="10800000">
              <a:off x="85241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E0586346-2B28-42B0-A4A5-A5D57FB08E74}"/>
                </a:ext>
              </a:extLst>
            </p:cNvPr>
            <p:cNvSpPr/>
            <p:nvPr/>
          </p:nvSpPr>
          <p:spPr>
            <a:xfrm rot="10800000">
              <a:off x="800275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41E5C780-D949-47BE-9E6D-F3FE63A54567}"/>
                </a:ext>
              </a:extLst>
            </p:cNvPr>
            <p:cNvSpPr/>
            <p:nvPr/>
          </p:nvSpPr>
          <p:spPr>
            <a:xfrm rot="10800000">
              <a:off x="74813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13077E6D-80C6-4E1E-BD3B-2842C665B038}"/>
                </a:ext>
              </a:extLst>
            </p:cNvPr>
            <p:cNvSpPr/>
            <p:nvPr/>
          </p:nvSpPr>
          <p:spPr>
            <a:xfrm rot="10800000">
              <a:off x="696000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BF2BC5A8-7032-49EB-876F-2C0D46BCA2E8}"/>
                </a:ext>
              </a:extLst>
            </p:cNvPr>
            <p:cNvSpPr/>
            <p:nvPr/>
          </p:nvSpPr>
          <p:spPr>
            <a:xfrm>
              <a:off x="126951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26AF3080-0E7E-413C-A0F7-A511E36A677A}"/>
                </a:ext>
              </a:extLst>
            </p:cNvPr>
            <p:cNvSpPr/>
            <p:nvPr/>
          </p:nvSpPr>
          <p:spPr>
            <a:xfrm>
              <a:off x="132165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44CF598B-2A86-4A47-B916-D63C4AFA72AF}"/>
                </a:ext>
              </a:extLst>
            </p:cNvPr>
            <p:cNvSpPr/>
            <p:nvPr/>
          </p:nvSpPr>
          <p:spPr>
            <a:xfrm>
              <a:off x="137378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2" name="Parallelogram 21">
              <a:extLst>
                <a:ext uri="{FF2B5EF4-FFF2-40B4-BE49-F238E27FC236}">
                  <a16:creationId xmlns:a16="http://schemas.microsoft.com/office/drawing/2014/main" id="{10A2E7C3-B0C3-430E-8811-23B07D2C6D5C}"/>
                </a:ext>
              </a:extLst>
            </p:cNvPr>
            <p:cNvSpPr/>
            <p:nvPr/>
          </p:nvSpPr>
          <p:spPr>
            <a:xfrm>
              <a:off x="1425927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3" name="Parallelogram 22">
              <a:extLst>
                <a:ext uri="{FF2B5EF4-FFF2-40B4-BE49-F238E27FC236}">
                  <a16:creationId xmlns:a16="http://schemas.microsoft.com/office/drawing/2014/main" id="{8153071B-3263-4383-B08D-15CBD36D9AA0}"/>
                </a:ext>
              </a:extLst>
            </p:cNvPr>
            <p:cNvSpPr/>
            <p:nvPr/>
          </p:nvSpPr>
          <p:spPr>
            <a:xfrm>
              <a:off x="153020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4" name="Parallelogram 23">
              <a:extLst>
                <a:ext uri="{FF2B5EF4-FFF2-40B4-BE49-F238E27FC236}">
                  <a16:creationId xmlns:a16="http://schemas.microsoft.com/office/drawing/2014/main" id="{07D6BF60-B541-4D62-BA7A-7DC38F1ACA87}"/>
                </a:ext>
              </a:extLst>
            </p:cNvPr>
            <p:cNvSpPr/>
            <p:nvPr/>
          </p:nvSpPr>
          <p:spPr>
            <a:xfrm>
              <a:off x="147806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45FB0E-905F-A9EF-8748-B0C96DC09455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588000" y="1502651"/>
            <a:ext cx="3456000" cy="1107996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3600" b="0" baseline="0"/>
            </a:lvl1pPr>
            <a:lvl2pPr marL="0" indent="0">
              <a:buNone/>
              <a:defRPr/>
            </a:lvl2pPr>
            <a:lvl3pPr marL="360000" indent="0">
              <a:buNone/>
              <a:defRPr/>
            </a:lvl3pPr>
            <a:lvl4pPr marL="576000" indent="0">
              <a:buNone/>
              <a:defRPr/>
            </a:lvl4pPr>
            <a:lvl5pPr marL="8280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grpSp>
        <p:nvGrpSpPr>
          <p:cNvPr id="27" name="Groupe 26"/>
          <p:cNvGrpSpPr/>
          <p:nvPr userDrawn="1"/>
        </p:nvGrpSpPr>
        <p:grpSpPr>
          <a:xfrm>
            <a:off x="2414150" y="4428000"/>
            <a:ext cx="675000" cy="675000"/>
            <a:chOff x="2414150" y="4428000"/>
            <a:chExt cx="675000" cy="675000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A749DE65-19B7-81BD-D406-55281469FA3E}"/>
                </a:ext>
              </a:extLst>
            </p:cNvPr>
            <p:cNvSpPr/>
            <p:nvPr/>
          </p:nvSpPr>
          <p:spPr>
            <a:xfrm>
              <a:off x="2414150" y="4428000"/>
              <a:ext cx="675000" cy="675000"/>
            </a:xfrm>
            <a:prstGeom prst="ellipse">
              <a:avLst/>
            </a:pr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25000"/>
                  </a:schemeClr>
                </a:gs>
              </a:gsLst>
              <a:lin ang="3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Image 4"/>
            <p:cNvPicPr>
              <a:picLocks noChangeAspect="1"/>
            </p:cNvPicPr>
            <p:nvPr userDrawn="1"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86567" y="4599119"/>
              <a:ext cx="330166" cy="3374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9278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A35CA0C-32FF-6FFD-8511-3713F4A7BA89}"/>
              </a:ext>
            </a:extLst>
          </p:cNvPr>
          <p:cNvSpPr/>
          <p:nvPr userDrawn="1"/>
        </p:nvSpPr>
        <p:spPr>
          <a:xfrm>
            <a:off x="0" y="5869556"/>
            <a:ext cx="12192000" cy="988444"/>
          </a:xfrm>
          <a:prstGeom prst="rect">
            <a:avLst/>
          </a:prstGeom>
          <a:gradFill>
            <a:gsLst>
              <a:gs pos="85000">
                <a:schemeClr val="tx2"/>
              </a:gs>
              <a:gs pos="0">
                <a:schemeClr val="bg2"/>
              </a:gs>
              <a:gs pos="100000">
                <a:schemeClr val="tx2"/>
              </a:gs>
            </a:gsLst>
            <a:lin ang="1800000" scaled="0"/>
          </a:gradFill>
          <a:ln>
            <a:gradFill>
              <a:gsLst>
                <a:gs pos="85000">
                  <a:schemeClr val="tx2"/>
                </a:gs>
                <a:gs pos="0">
                  <a:schemeClr val="bg2"/>
                </a:gs>
                <a:gs pos="100000">
                  <a:schemeClr val="tx2"/>
                </a:gs>
              </a:gsLst>
              <a:lin ang="18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51726DB-1EEC-EB10-19D3-7CE5393C86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16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5676179"/>
            <a:ext cx="12192000" cy="104984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58883B4D-A69F-1D2B-18F5-6006B1FDDE7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14319" y="988444"/>
            <a:ext cx="1363362" cy="304220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6DBE90FC-FBC1-006F-1E0C-7311172565A6}"/>
              </a:ext>
            </a:extLst>
          </p:cNvPr>
          <p:cNvGrpSpPr/>
          <p:nvPr userDrawn="1"/>
        </p:nvGrpSpPr>
        <p:grpSpPr>
          <a:xfrm>
            <a:off x="5635699" y="-10208"/>
            <a:ext cx="920602" cy="74305"/>
            <a:chOff x="5635699" y="5931141"/>
            <a:chExt cx="920602" cy="74305"/>
          </a:xfrm>
          <a:solidFill>
            <a:schemeClr val="tx2"/>
          </a:solidFill>
        </p:grpSpPr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5C06112D-C2DC-599B-E79E-275B1E436517}"/>
                </a:ext>
              </a:extLst>
            </p:cNvPr>
            <p:cNvSpPr/>
            <p:nvPr/>
          </p:nvSpPr>
          <p:spPr>
            <a:xfrm rot="10800000">
              <a:off x="6157075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CD6AAEC3-27D1-FA8F-18E6-970C69FE39E0}"/>
                </a:ext>
              </a:extLst>
            </p:cNvPr>
            <p:cNvSpPr/>
            <p:nvPr/>
          </p:nvSpPr>
          <p:spPr>
            <a:xfrm rot="10800000">
              <a:off x="6104938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CF169514-1412-FC60-4F91-B979BFFF1AE2}"/>
                </a:ext>
              </a:extLst>
            </p:cNvPr>
            <p:cNvSpPr/>
            <p:nvPr/>
          </p:nvSpPr>
          <p:spPr>
            <a:xfrm rot="10800000">
              <a:off x="6052800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5D263860-367F-AE68-520D-0C4142E47FC0}"/>
                </a:ext>
              </a:extLst>
            </p:cNvPr>
            <p:cNvSpPr/>
            <p:nvPr/>
          </p:nvSpPr>
          <p:spPr>
            <a:xfrm rot="10800000">
              <a:off x="6000662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D7CD06CD-4C09-4D31-0EE5-A4EBF0C1ABA5}"/>
                </a:ext>
              </a:extLst>
            </p:cNvPr>
            <p:cNvSpPr/>
            <p:nvPr/>
          </p:nvSpPr>
          <p:spPr>
            <a:xfrm rot="10800000">
              <a:off x="5948525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69B91FD8-78AC-C7EE-AEC9-CC178AF727A2}"/>
                </a:ext>
              </a:extLst>
            </p:cNvPr>
            <p:cNvSpPr/>
            <p:nvPr/>
          </p:nvSpPr>
          <p:spPr>
            <a:xfrm rot="10800000">
              <a:off x="5896387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C50C8285-BE24-2317-6DD7-3A1EB6996B13}"/>
                </a:ext>
              </a:extLst>
            </p:cNvPr>
            <p:cNvSpPr/>
            <p:nvPr/>
          </p:nvSpPr>
          <p:spPr>
            <a:xfrm rot="10800000">
              <a:off x="5844250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47D26DBC-64FB-E33B-D28A-3CE5FC0F9B55}"/>
                </a:ext>
              </a:extLst>
            </p:cNvPr>
            <p:cNvSpPr/>
            <p:nvPr/>
          </p:nvSpPr>
          <p:spPr>
            <a:xfrm rot="10800000">
              <a:off x="5792112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9A7F0486-0BF5-B895-E6AC-59BDCEC97213}"/>
                </a:ext>
              </a:extLst>
            </p:cNvPr>
            <p:cNvSpPr/>
            <p:nvPr/>
          </p:nvSpPr>
          <p:spPr>
            <a:xfrm rot="10800000">
              <a:off x="5739974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F05990F3-7556-08AE-E5A9-48FCEEBC02A5}"/>
                </a:ext>
              </a:extLst>
            </p:cNvPr>
            <p:cNvSpPr/>
            <p:nvPr/>
          </p:nvSpPr>
          <p:spPr>
            <a:xfrm rot="10800000">
              <a:off x="5687837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BECAA1A5-8715-24A7-4D4A-ECA531AAB64A}"/>
                </a:ext>
              </a:extLst>
            </p:cNvPr>
            <p:cNvSpPr/>
            <p:nvPr/>
          </p:nvSpPr>
          <p:spPr>
            <a:xfrm rot="10800000">
              <a:off x="5635699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2BB96BC8-4E66-0FA2-CC2B-BE7026003590}"/>
                </a:ext>
              </a:extLst>
            </p:cNvPr>
            <p:cNvSpPr/>
            <p:nvPr/>
          </p:nvSpPr>
          <p:spPr>
            <a:xfrm>
              <a:off x="6209213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A29BE453-38EE-4BEE-834C-91F3C44128DD}"/>
                </a:ext>
              </a:extLst>
            </p:cNvPr>
            <p:cNvSpPr/>
            <p:nvPr/>
          </p:nvSpPr>
          <p:spPr>
            <a:xfrm>
              <a:off x="6261351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2" name="Parallelogram 21">
              <a:extLst>
                <a:ext uri="{FF2B5EF4-FFF2-40B4-BE49-F238E27FC236}">
                  <a16:creationId xmlns:a16="http://schemas.microsoft.com/office/drawing/2014/main" id="{5E7CB30D-AD66-083E-6B7A-D48EA39EC604}"/>
                </a:ext>
              </a:extLst>
            </p:cNvPr>
            <p:cNvSpPr/>
            <p:nvPr/>
          </p:nvSpPr>
          <p:spPr>
            <a:xfrm>
              <a:off x="6313488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3" name="Parallelogram 22">
              <a:extLst>
                <a:ext uri="{FF2B5EF4-FFF2-40B4-BE49-F238E27FC236}">
                  <a16:creationId xmlns:a16="http://schemas.microsoft.com/office/drawing/2014/main" id="{F27CF3FD-4677-2F50-3EBE-BCC11238E685}"/>
                </a:ext>
              </a:extLst>
            </p:cNvPr>
            <p:cNvSpPr/>
            <p:nvPr/>
          </p:nvSpPr>
          <p:spPr>
            <a:xfrm>
              <a:off x="6365626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4" name="Parallelogram 23">
              <a:extLst>
                <a:ext uri="{FF2B5EF4-FFF2-40B4-BE49-F238E27FC236}">
                  <a16:creationId xmlns:a16="http://schemas.microsoft.com/office/drawing/2014/main" id="{AE4CF8D6-DE6F-AFEE-C379-CD2444E608EA}"/>
                </a:ext>
              </a:extLst>
            </p:cNvPr>
            <p:cNvSpPr/>
            <p:nvPr/>
          </p:nvSpPr>
          <p:spPr>
            <a:xfrm>
              <a:off x="6469901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5" name="Parallelogram 24">
              <a:extLst>
                <a:ext uri="{FF2B5EF4-FFF2-40B4-BE49-F238E27FC236}">
                  <a16:creationId xmlns:a16="http://schemas.microsoft.com/office/drawing/2014/main" id="{42F01BBD-144F-CECF-1EB0-6302F9EAC956}"/>
                </a:ext>
              </a:extLst>
            </p:cNvPr>
            <p:cNvSpPr/>
            <p:nvPr/>
          </p:nvSpPr>
          <p:spPr>
            <a:xfrm>
              <a:off x="6417763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26" name="Title 146">
            <a:extLst>
              <a:ext uri="{FF2B5EF4-FFF2-40B4-BE49-F238E27FC236}">
                <a16:creationId xmlns:a16="http://schemas.microsoft.com/office/drawing/2014/main" id="{10528203-8EE3-708B-ED31-A7CC570721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78760" y="1988913"/>
            <a:ext cx="5040000" cy="615553"/>
          </a:xfrm>
        </p:spPr>
        <p:txBody>
          <a:bodyPr wrap="square" lIns="0" tIns="0" rIns="0" bIns="0">
            <a:spAutoFit/>
          </a:bodyPr>
          <a:lstStyle>
            <a:lvl1pPr algn="ctr">
              <a:lnSpc>
                <a:spcPct val="100000"/>
              </a:lnSpc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en-GB" noProof="0" dirty="0"/>
              <a:t>Contact</a:t>
            </a:r>
          </a:p>
        </p:txBody>
      </p:sp>
      <p:sp>
        <p:nvSpPr>
          <p:cNvPr id="27" name="Text Placeholder 148">
            <a:extLst>
              <a:ext uri="{FF2B5EF4-FFF2-40B4-BE49-F238E27FC236}">
                <a16:creationId xmlns:a16="http://schemas.microsoft.com/office/drawing/2014/main" id="{6E1A2553-F13A-8F46-CDED-9C784D2328D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78760" y="3184018"/>
            <a:ext cx="5040000" cy="307777"/>
          </a:xfrm>
        </p:spPr>
        <p:txBody>
          <a:bodyPr lIns="0" tIns="0" rIns="0" bIns="0" anchor="t"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 cap="none" spc="0" baseline="0">
                <a:solidFill>
                  <a:schemeClr val="bg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noProof="0" dirty="0"/>
              <a:t>Name</a:t>
            </a:r>
          </a:p>
        </p:txBody>
      </p:sp>
      <p:sp>
        <p:nvSpPr>
          <p:cNvPr id="28" name="Parallelogram 27">
            <a:extLst>
              <a:ext uri="{FF2B5EF4-FFF2-40B4-BE49-F238E27FC236}">
                <a16:creationId xmlns:a16="http://schemas.microsoft.com/office/drawing/2014/main" id="{2C9DCC1E-3969-BF52-60F0-FB782ADEAEC8}"/>
              </a:ext>
            </a:extLst>
          </p:cNvPr>
          <p:cNvSpPr/>
          <p:nvPr userDrawn="1"/>
        </p:nvSpPr>
        <p:spPr>
          <a:xfrm>
            <a:off x="5765062" y="2876242"/>
            <a:ext cx="667396" cy="36000"/>
          </a:xfrm>
          <a:prstGeom prst="parallelogram">
            <a:avLst>
              <a:gd name="adj" fmla="val 98714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9" name="Text Placeholder 148">
            <a:extLst>
              <a:ext uri="{FF2B5EF4-FFF2-40B4-BE49-F238E27FC236}">
                <a16:creationId xmlns:a16="http://schemas.microsoft.com/office/drawing/2014/main" id="{E7540DDA-149F-CFEA-11CC-5EB2649F70A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78760" y="3603118"/>
            <a:ext cx="5040000" cy="246221"/>
          </a:xfrm>
        </p:spPr>
        <p:txBody>
          <a:bodyPr lIns="0" tIns="0" rIns="0" bIns="0" anchor="t">
            <a:spAutoFit/>
          </a:bodyPr>
          <a:lstStyle>
            <a:lvl1pPr marL="0" indent="0" algn="ctr">
              <a:lnSpc>
                <a:spcPct val="100000"/>
              </a:lnSpc>
              <a:buNone/>
              <a:defRPr sz="1600" b="0" cap="none" spc="0" baseline="0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noProof="0" dirty="0"/>
              <a:t>Job title</a:t>
            </a:r>
          </a:p>
        </p:txBody>
      </p:sp>
      <p:sp>
        <p:nvSpPr>
          <p:cNvPr id="30" name="Text Placeholder 148">
            <a:extLst>
              <a:ext uri="{FF2B5EF4-FFF2-40B4-BE49-F238E27FC236}">
                <a16:creationId xmlns:a16="http://schemas.microsoft.com/office/drawing/2014/main" id="{0D48FC20-0DCC-D3DD-2CA2-61AAE00BA6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87837" y="4226051"/>
            <a:ext cx="1883175" cy="184666"/>
          </a:xfr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00000"/>
              </a:lnSpc>
              <a:buNone/>
              <a:defRPr sz="1200" b="1" cap="none" spc="0" baseline="0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noProof="0" dirty="0"/>
              <a:t>Phone number</a:t>
            </a:r>
          </a:p>
        </p:txBody>
      </p:sp>
      <p:sp>
        <p:nvSpPr>
          <p:cNvPr id="31" name="Text Placeholder 148">
            <a:extLst>
              <a:ext uri="{FF2B5EF4-FFF2-40B4-BE49-F238E27FC236}">
                <a16:creationId xmlns:a16="http://schemas.microsoft.com/office/drawing/2014/main" id="{7FDBC2F3-C488-04EC-C370-E76A0E77A5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87837" y="4516563"/>
            <a:ext cx="1883175" cy="184666"/>
          </a:xfr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00000"/>
              </a:lnSpc>
              <a:buNone/>
              <a:defRPr sz="1200" b="1" cap="none" spc="0" baseline="0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noProof="0" dirty="0"/>
              <a:t>email</a:t>
            </a:r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00315634-22C9-A037-76D7-70E754E23A3E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363837" y="4226051"/>
            <a:ext cx="180000" cy="180000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37C9F517-36DB-E103-A97E-0CB7396E49D6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5363837" y="4516563"/>
            <a:ext cx="180000" cy="1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405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58883B4D-A69F-1D2B-18F5-6006B1FDDE7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14319" y="988444"/>
            <a:ext cx="1363362" cy="304220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6DBE90FC-FBC1-006F-1E0C-7311172565A6}"/>
              </a:ext>
            </a:extLst>
          </p:cNvPr>
          <p:cNvGrpSpPr/>
          <p:nvPr userDrawn="1"/>
        </p:nvGrpSpPr>
        <p:grpSpPr>
          <a:xfrm>
            <a:off x="5635699" y="-10208"/>
            <a:ext cx="920602" cy="74305"/>
            <a:chOff x="5635699" y="5931141"/>
            <a:chExt cx="920602" cy="74305"/>
          </a:xfrm>
          <a:solidFill>
            <a:schemeClr val="tx2"/>
          </a:solidFill>
        </p:grpSpPr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5C06112D-C2DC-599B-E79E-275B1E436517}"/>
                </a:ext>
              </a:extLst>
            </p:cNvPr>
            <p:cNvSpPr/>
            <p:nvPr/>
          </p:nvSpPr>
          <p:spPr>
            <a:xfrm rot="10800000">
              <a:off x="6157075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CD6AAEC3-27D1-FA8F-18E6-970C69FE39E0}"/>
                </a:ext>
              </a:extLst>
            </p:cNvPr>
            <p:cNvSpPr/>
            <p:nvPr/>
          </p:nvSpPr>
          <p:spPr>
            <a:xfrm rot="10800000">
              <a:off x="6104938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CF169514-1412-FC60-4F91-B979BFFF1AE2}"/>
                </a:ext>
              </a:extLst>
            </p:cNvPr>
            <p:cNvSpPr/>
            <p:nvPr/>
          </p:nvSpPr>
          <p:spPr>
            <a:xfrm rot="10800000">
              <a:off x="6052800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5D263860-367F-AE68-520D-0C4142E47FC0}"/>
                </a:ext>
              </a:extLst>
            </p:cNvPr>
            <p:cNvSpPr/>
            <p:nvPr/>
          </p:nvSpPr>
          <p:spPr>
            <a:xfrm rot="10800000">
              <a:off x="6000662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D7CD06CD-4C09-4D31-0EE5-A4EBF0C1ABA5}"/>
                </a:ext>
              </a:extLst>
            </p:cNvPr>
            <p:cNvSpPr/>
            <p:nvPr/>
          </p:nvSpPr>
          <p:spPr>
            <a:xfrm rot="10800000">
              <a:off x="5948525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69B91FD8-78AC-C7EE-AEC9-CC178AF727A2}"/>
                </a:ext>
              </a:extLst>
            </p:cNvPr>
            <p:cNvSpPr/>
            <p:nvPr/>
          </p:nvSpPr>
          <p:spPr>
            <a:xfrm rot="10800000">
              <a:off x="5896387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C50C8285-BE24-2317-6DD7-3A1EB6996B13}"/>
                </a:ext>
              </a:extLst>
            </p:cNvPr>
            <p:cNvSpPr/>
            <p:nvPr/>
          </p:nvSpPr>
          <p:spPr>
            <a:xfrm rot="10800000">
              <a:off x="5844250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47D26DBC-64FB-E33B-D28A-3CE5FC0F9B55}"/>
                </a:ext>
              </a:extLst>
            </p:cNvPr>
            <p:cNvSpPr/>
            <p:nvPr/>
          </p:nvSpPr>
          <p:spPr>
            <a:xfrm rot="10800000">
              <a:off x="5792112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9A7F0486-0BF5-B895-E6AC-59BDCEC97213}"/>
                </a:ext>
              </a:extLst>
            </p:cNvPr>
            <p:cNvSpPr/>
            <p:nvPr/>
          </p:nvSpPr>
          <p:spPr>
            <a:xfrm rot="10800000">
              <a:off x="5739974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F05990F3-7556-08AE-E5A9-48FCEEBC02A5}"/>
                </a:ext>
              </a:extLst>
            </p:cNvPr>
            <p:cNvSpPr/>
            <p:nvPr/>
          </p:nvSpPr>
          <p:spPr>
            <a:xfrm rot="10800000">
              <a:off x="5687837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BECAA1A5-8715-24A7-4D4A-ECA531AAB64A}"/>
                </a:ext>
              </a:extLst>
            </p:cNvPr>
            <p:cNvSpPr/>
            <p:nvPr/>
          </p:nvSpPr>
          <p:spPr>
            <a:xfrm rot="10800000">
              <a:off x="5635699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2BB96BC8-4E66-0FA2-CC2B-BE7026003590}"/>
                </a:ext>
              </a:extLst>
            </p:cNvPr>
            <p:cNvSpPr/>
            <p:nvPr/>
          </p:nvSpPr>
          <p:spPr>
            <a:xfrm>
              <a:off x="6209213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A29BE453-38EE-4BEE-834C-91F3C44128DD}"/>
                </a:ext>
              </a:extLst>
            </p:cNvPr>
            <p:cNvSpPr/>
            <p:nvPr/>
          </p:nvSpPr>
          <p:spPr>
            <a:xfrm>
              <a:off x="6261351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2" name="Parallelogram 21">
              <a:extLst>
                <a:ext uri="{FF2B5EF4-FFF2-40B4-BE49-F238E27FC236}">
                  <a16:creationId xmlns:a16="http://schemas.microsoft.com/office/drawing/2014/main" id="{5E7CB30D-AD66-083E-6B7A-D48EA39EC604}"/>
                </a:ext>
              </a:extLst>
            </p:cNvPr>
            <p:cNvSpPr/>
            <p:nvPr/>
          </p:nvSpPr>
          <p:spPr>
            <a:xfrm>
              <a:off x="6313488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3" name="Parallelogram 22">
              <a:extLst>
                <a:ext uri="{FF2B5EF4-FFF2-40B4-BE49-F238E27FC236}">
                  <a16:creationId xmlns:a16="http://schemas.microsoft.com/office/drawing/2014/main" id="{F27CF3FD-4677-2F50-3EBE-BCC11238E685}"/>
                </a:ext>
              </a:extLst>
            </p:cNvPr>
            <p:cNvSpPr/>
            <p:nvPr/>
          </p:nvSpPr>
          <p:spPr>
            <a:xfrm>
              <a:off x="6365626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4" name="Parallelogram 23">
              <a:extLst>
                <a:ext uri="{FF2B5EF4-FFF2-40B4-BE49-F238E27FC236}">
                  <a16:creationId xmlns:a16="http://schemas.microsoft.com/office/drawing/2014/main" id="{AE4CF8D6-DE6F-AFEE-C379-CD2444E608EA}"/>
                </a:ext>
              </a:extLst>
            </p:cNvPr>
            <p:cNvSpPr/>
            <p:nvPr/>
          </p:nvSpPr>
          <p:spPr>
            <a:xfrm>
              <a:off x="6469901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5" name="Parallelogram 24">
              <a:extLst>
                <a:ext uri="{FF2B5EF4-FFF2-40B4-BE49-F238E27FC236}">
                  <a16:creationId xmlns:a16="http://schemas.microsoft.com/office/drawing/2014/main" id="{42F01BBD-144F-CECF-1EB0-6302F9EAC956}"/>
                </a:ext>
              </a:extLst>
            </p:cNvPr>
            <p:cNvSpPr/>
            <p:nvPr/>
          </p:nvSpPr>
          <p:spPr>
            <a:xfrm>
              <a:off x="6417763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26" name="Title 146">
            <a:extLst>
              <a:ext uri="{FF2B5EF4-FFF2-40B4-BE49-F238E27FC236}">
                <a16:creationId xmlns:a16="http://schemas.microsoft.com/office/drawing/2014/main" id="{10528203-8EE3-708B-ED31-A7CC570721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78760" y="1763325"/>
            <a:ext cx="5040000" cy="615553"/>
          </a:xfrm>
        </p:spPr>
        <p:txBody>
          <a:bodyPr wrap="square" lIns="0" tIns="0" rIns="0" bIns="0">
            <a:spAutoFit/>
          </a:bodyPr>
          <a:lstStyle>
            <a:lvl1pPr algn="ctr">
              <a:lnSpc>
                <a:spcPct val="100000"/>
              </a:lnSpc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en-GB" noProof="0" dirty="0"/>
              <a:t>Contact</a:t>
            </a:r>
          </a:p>
        </p:txBody>
      </p:sp>
      <p:sp>
        <p:nvSpPr>
          <p:cNvPr id="28" name="Parallelogram 27">
            <a:extLst>
              <a:ext uri="{FF2B5EF4-FFF2-40B4-BE49-F238E27FC236}">
                <a16:creationId xmlns:a16="http://schemas.microsoft.com/office/drawing/2014/main" id="{2C9DCC1E-3969-BF52-60F0-FB782ADEAEC8}"/>
              </a:ext>
            </a:extLst>
          </p:cNvPr>
          <p:cNvSpPr/>
          <p:nvPr userDrawn="1"/>
        </p:nvSpPr>
        <p:spPr>
          <a:xfrm>
            <a:off x="5765062" y="2650654"/>
            <a:ext cx="667396" cy="36000"/>
          </a:xfrm>
          <a:prstGeom prst="parallelogram">
            <a:avLst>
              <a:gd name="adj" fmla="val 98714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5CCF6E-B3A8-9DDE-7E91-DE15CB1B9070}"/>
              </a:ext>
            </a:extLst>
          </p:cNvPr>
          <p:cNvSpPr/>
          <p:nvPr userDrawn="1"/>
        </p:nvSpPr>
        <p:spPr>
          <a:xfrm>
            <a:off x="0" y="5869556"/>
            <a:ext cx="12192000" cy="988444"/>
          </a:xfrm>
          <a:prstGeom prst="rect">
            <a:avLst/>
          </a:prstGeom>
          <a:gradFill>
            <a:gsLst>
              <a:gs pos="85000">
                <a:schemeClr val="tx2"/>
              </a:gs>
              <a:gs pos="0">
                <a:schemeClr val="bg2"/>
              </a:gs>
              <a:gs pos="100000">
                <a:schemeClr val="tx2"/>
              </a:gs>
            </a:gsLst>
            <a:lin ang="1800000" scaled="0"/>
          </a:gradFill>
          <a:ln>
            <a:gradFill>
              <a:gsLst>
                <a:gs pos="85000">
                  <a:schemeClr val="tx2"/>
                </a:gs>
                <a:gs pos="0">
                  <a:schemeClr val="bg2"/>
                </a:gs>
                <a:gs pos="100000">
                  <a:schemeClr val="tx2"/>
                </a:gs>
              </a:gsLst>
              <a:lin ang="18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EED7C8-D978-6740-5F4A-BB317C93AD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alphaModFix amt="16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5676179"/>
            <a:ext cx="12192000" cy="1049842"/>
          </a:xfrm>
          <a:prstGeom prst="rect">
            <a:avLst/>
          </a:prstGeom>
        </p:spPr>
      </p:pic>
      <p:sp>
        <p:nvSpPr>
          <p:cNvPr id="61" name="Rectangle: Diagonal Corners Snipped 60">
            <a:extLst>
              <a:ext uri="{FF2B5EF4-FFF2-40B4-BE49-F238E27FC236}">
                <a16:creationId xmlns:a16="http://schemas.microsoft.com/office/drawing/2014/main" id="{DC6D96CC-1089-E06B-46FA-D8E3AB2EFB5C}"/>
              </a:ext>
            </a:extLst>
          </p:cNvPr>
          <p:cNvSpPr/>
          <p:nvPr userDrawn="1"/>
        </p:nvSpPr>
        <p:spPr>
          <a:xfrm>
            <a:off x="1802802" y="3604740"/>
            <a:ext cx="4101977" cy="2426890"/>
          </a:xfrm>
          <a:prstGeom prst="snip2DiagRect">
            <a:avLst>
              <a:gd name="adj1" fmla="val 3975"/>
              <a:gd name="adj2" fmla="val 0"/>
            </a:avLst>
          </a:prstGeom>
          <a:solidFill>
            <a:schemeClr val="bg1"/>
          </a:solidFill>
          <a:ln>
            <a:gradFill>
              <a:gsLst>
                <a:gs pos="0">
                  <a:srgbClr val="65699E">
                    <a:alpha val="10000"/>
                  </a:srgbClr>
                </a:gs>
                <a:gs pos="100000">
                  <a:srgbClr val="65699E">
                    <a:alpha val="50000"/>
                  </a:srgb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360000" rIns="360000" bIns="360000" rtlCol="0" anchor="ctr"/>
          <a:lstStyle/>
          <a:p>
            <a:endParaRPr lang="en-US" sz="1600" dirty="0">
              <a:solidFill>
                <a:schemeClr val="tx2"/>
              </a:solidFill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1992E954-8E6E-B41C-B9C6-A5BEC2744EB6}"/>
              </a:ext>
            </a:extLst>
          </p:cNvPr>
          <p:cNvGrpSpPr/>
          <p:nvPr userDrawn="1"/>
        </p:nvGrpSpPr>
        <p:grpSpPr>
          <a:xfrm>
            <a:off x="2241885" y="3605998"/>
            <a:ext cx="920602" cy="74305"/>
            <a:chOff x="696000" y="1460737"/>
            <a:chExt cx="920602" cy="112014"/>
          </a:xfrm>
        </p:grpSpPr>
        <p:sp>
          <p:nvSpPr>
            <p:cNvPr id="44" name="Parallelogram 43">
              <a:extLst>
                <a:ext uri="{FF2B5EF4-FFF2-40B4-BE49-F238E27FC236}">
                  <a16:creationId xmlns:a16="http://schemas.microsoft.com/office/drawing/2014/main" id="{BFD980B2-A6E4-8222-CAC0-56F2F0672F13}"/>
                </a:ext>
              </a:extLst>
            </p:cNvPr>
            <p:cNvSpPr/>
            <p:nvPr/>
          </p:nvSpPr>
          <p:spPr>
            <a:xfrm rot="10800000">
              <a:off x="121737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5" name="Parallelogram 44">
              <a:extLst>
                <a:ext uri="{FF2B5EF4-FFF2-40B4-BE49-F238E27FC236}">
                  <a16:creationId xmlns:a16="http://schemas.microsoft.com/office/drawing/2014/main" id="{7BE791A2-483B-2AA0-7280-686D3B106583}"/>
                </a:ext>
              </a:extLst>
            </p:cNvPr>
            <p:cNvSpPr/>
            <p:nvPr/>
          </p:nvSpPr>
          <p:spPr>
            <a:xfrm rot="10800000">
              <a:off x="116523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6" name="Parallelogram 45">
              <a:extLst>
                <a:ext uri="{FF2B5EF4-FFF2-40B4-BE49-F238E27FC236}">
                  <a16:creationId xmlns:a16="http://schemas.microsoft.com/office/drawing/2014/main" id="{5AD1ABCE-79FF-EEA0-133C-D64877B37BA1}"/>
                </a:ext>
              </a:extLst>
            </p:cNvPr>
            <p:cNvSpPr/>
            <p:nvPr/>
          </p:nvSpPr>
          <p:spPr>
            <a:xfrm rot="10800000">
              <a:off x="111310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7" name="Parallelogram 46">
              <a:extLst>
                <a:ext uri="{FF2B5EF4-FFF2-40B4-BE49-F238E27FC236}">
                  <a16:creationId xmlns:a16="http://schemas.microsoft.com/office/drawing/2014/main" id="{703A49B3-7D99-2290-BF37-143FED8F2CC3}"/>
                </a:ext>
              </a:extLst>
            </p:cNvPr>
            <p:cNvSpPr/>
            <p:nvPr/>
          </p:nvSpPr>
          <p:spPr>
            <a:xfrm rot="10800000">
              <a:off x="106096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8" name="Parallelogram 47">
              <a:extLst>
                <a:ext uri="{FF2B5EF4-FFF2-40B4-BE49-F238E27FC236}">
                  <a16:creationId xmlns:a16="http://schemas.microsoft.com/office/drawing/2014/main" id="{D537B85A-9C2B-3034-BF3C-CF10797EC3B4}"/>
                </a:ext>
              </a:extLst>
            </p:cNvPr>
            <p:cNvSpPr/>
            <p:nvPr/>
          </p:nvSpPr>
          <p:spPr>
            <a:xfrm rot="10800000">
              <a:off x="100882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9" name="Parallelogram 48">
              <a:extLst>
                <a:ext uri="{FF2B5EF4-FFF2-40B4-BE49-F238E27FC236}">
                  <a16:creationId xmlns:a16="http://schemas.microsoft.com/office/drawing/2014/main" id="{CBBAC2EB-3CB2-B1C5-73A7-8AE9AEBC8F24}"/>
                </a:ext>
              </a:extLst>
            </p:cNvPr>
            <p:cNvSpPr/>
            <p:nvPr/>
          </p:nvSpPr>
          <p:spPr>
            <a:xfrm rot="10800000">
              <a:off x="95668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0" name="Parallelogram 49">
              <a:extLst>
                <a:ext uri="{FF2B5EF4-FFF2-40B4-BE49-F238E27FC236}">
                  <a16:creationId xmlns:a16="http://schemas.microsoft.com/office/drawing/2014/main" id="{6892D4C8-D139-0300-9912-5060485C72FF}"/>
                </a:ext>
              </a:extLst>
            </p:cNvPr>
            <p:cNvSpPr/>
            <p:nvPr/>
          </p:nvSpPr>
          <p:spPr>
            <a:xfrm rot="10800000">
              <a:off x="90455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1" name="Parallelogram 50">
              <a:extLst>
                <a:ext uri="{FF2B5EF4-FFF2-40B4-BE49-F238E27FC236}">
                  <a16:creationId xmlns:a16="http://schemas.microsoft.com/office/drawing/2014/main" id="{9E8FC4DF-166B-FDBD-9306-F5FDC83F0B7F}"/>
                </a:ext>
              </a:extLst>
            </p:cNvPr>
            <p:cNvSpPr/>
            <p:nvPr/>
          </p:nvSpPr>
          <p:spPr>
            <a:xfrm rot="10800000">
              <a:off x="85241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2" name="Parallelogram 51">
              <a:extLst>
                <a:ext uri="{FF2B5EF4-FFF2-40B4-BE49-F238E27FC236}">
                  <a16:creationId xmlns:a16="http://schemas.microsoft.com/office/drawing/2014/main" id="{5EC49D20-F6A5-97A5-E4F8-7E8C601C8572}"/>
                </a:ext>
              </a:extLst>
            </p:cNvPr>
            <p:cNvSpPr/>
            <p:nvPr/>
          </p:nvSpPr>
          <p:spPr>
            <a:xfrm rot="10800000">
              <a:off x="800275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3" name="Parallelogram 52">
              <a:extLst>
                <a:ext uri="{FF2B5EF4-FFF2-40B4-BE49-F238E27FC236}">
                  <a16:creationId xmlns:a16="http://schemas.microsoft.com/office/drawing/2014/main" id="{E07FFE63-0D4C-EFCA-3170-CF0277D89833}"/>
                </a:ext>
              </a:extLst>
            </p:cNvPr>
            <p:cNvSpPr/>
            <p:nvPr/>
          </p:nvSpPr>
          <p:spPr>
            <a:xfrm rot="10800000">
              <a:off x="74813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4" name="Parallelogram 53">
              <a:extLst>
                <a:ext uri="{FF2B5EF4-FFF2-40B4-BE49-F238E27FC236}">
                  <a16:creationId xmlns:a16="http://schemas.microsoft.com/office/drawing/2014/main" id="{F01E1545-AE5C-2174-5126-BCCFF87F8BD9}"/>
                </a:ext>
              </a:extLst>
            </p:cNvPr>
            <p:cNvSpPr/>
            <p:nvPr/>
          </p:nvSpPr>
          <p:spPr>
            <a:xfrm rot="10800000">
              <a:off x="696000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5" name="Parallelogram 54">
              <a:extLst>
                <a:ext uri="{FF2B5EF4-FFF2-40B4-BE49-F238E27FC236}">
                  <a16:creationId xmlns:a16="http://schemas.microsoft.com/office/drawing/2014/main" id="{46EC0EA0-032D-71F5-F99C-FFFCDB442006}"/>
                </a:ext>
              </a:extLst>
            </p:cNvPr>
            <p:cNvSpPr/>
            <p:nvPr/>
          </p:nvSpPr>
          <p:spPr>
            <a:xfrm>
              <a:off x="126951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6" name="Parallelogram 55">
              <a:extLst>
                <a:ext uri="{FF2B5EF4-FFF2-40B4-BE49-F238E27FC236}">
                  <a16:creationId xmlns:a16="http://schemas.microsoft.com/office/drawing/2014/main" id="{25BD62FB-CD88-182A-19F9-5949D9A9E1CC}"/>
                </a:ext>
              </a:extLst>
            </p:cNvPr>
            <p:cNvSpPr/>
            <p:nvPr/>
          </p:nvSpPr>
          <p:spPr>
            <a:xfrm>
              <a:off x="132165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D90DE440-43B7-94E8-DBB6-D196503F3935}"/>
                </a:ext>
              </a:extLst>
            </p:cNvPr>
            <p:cNvSpPr/>
            <p:nvPr/>
          </p:nvSpPr>
          <p:spPr>
            <a:xfrm>
              <a:off x="137378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6EE3FB26-883B-34E4-4F76-9B75A8AE93DC}"/>
                </a:ext>
              </a:extLst>
            </p:cNvPr>
            <p:cNvSpPr/>
            <p:nvPr/>
          </p:nvSpPr>
          <p:spPr>
            <a:xfrm>
              <a:off x="1425927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9" name="Parallelogram 58">
              <a:extLst>
                <a:ext uri="{FF2B5EF4-FFF2-40B4-BE49-F238E27FC236}">
                  <a16:creationId xmlns:a16="http://schemas.microsoft.com/office/drawing/2014/main" id="{9E7669E2-21C6-730C-92D6-9B364B9BD49A}"/>
                </a:ext>
              </a:extLst>
            </p:cNvPr>
            <p:cNvSpPr/>
            <p:nvPr/>
          </p:nvSpPr>
          <p:spPr>
            <a:xfrm>
              <a:off x="153020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0" name="Parallelogram 59">
              <a:extLst>
                <a:ext uri="{FF2B5EF4-FFF2-40B4-BE49-F238E27FC236}">
                  <a16:creationId xmlns:a16="http://schemas.microsoft.com/office/drawing/2014/main" id="{7523A9F3-8502-A03F-59CB-F13B0CF0C8AD}"/>
                </a:ext>
              </a:extLst>
            </p:cNvPr>
            <p:cNvSpPr/>
            <p:nvPr/>
          </p:nvSpPr>
          <p:spPr>
            <a:xfrm>
              <a:off x="147806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27" name="Text Placeholder 148">
            <a:extLst>
              <a:ext uri="{FF2B5EF4-FFF2-40B4-BE49-F238E27FC236}">
                <a16:creationId xmlns:a16="http://schemas.microsoft.com/office/drawing/2014/main" id="{6E1A2553-F13A-8F46-CDED-9C784D2328D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41885" y="4118900"/>
            <a:ext cx="3193655" cy="307777"/>
          </a:xfrm>
        </p:spPr>
        <p:txBody>
          <a:bodyPr wrap="square" lIns="0" tIns="0" rIns="0" bIns="0" anchor="t">
            <a:spAutoFit/>
          </a:bodyPr>
          <a:lstStyle>
            <a:lvl1pPr marL="0" indent="0" algn="l">
              <a:lnSpc>
                <a:spcPct val="100000"/>
              </a:lnSpc>
              <a:buNone/>
              <a:defRPr sz="2000" b="1" cap="none" spc="0" baseline="0">
                <a:solidFill>
                  <a:schemeClr val="bg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noProof="0" dirty="0"/>
              <a:t>Name</a:t>
            </a:r>
          </a:p>
        </p:txBody>
      </p:sp>
      <p:sp>
        <p:nvSpPr>
          <p:cNvPr id="29" name="Text Placeholder 148">
            <a:extLst>
              <a:ext uri="{FF2B5EF4-FFF2-40B4-BE49-F238E27FC236}">
                <a16:creationId xmlns:a16="http://schemas.microsoft.com/office/drawing/2014/main" id="{E7540DDA-149F-CFEA-11CC-5EB2649F70A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241885" y="4513288"/>
            <a:ext cx="3193655" cy="246221"/>
          </a:xfrm>
        </p:spPr>
        <p:txBody>
          <a:bodyPr wrap="square" lIns="0" tIns="0" rIns="0" bIns="0" anchor="t">
            <a:spAutoFit/>
          </a:bodyPr>
          <a:lstStyle>
            <a:lvl1pPr marL="0" indent="0" algn="l">
              <a:lnSpc>
                <a:spcPct val="100000"/>
              </a:lnSpc>
              <a:buNone/>
              <a:defRPr sz="1600" b="0" cap="none" spc="0" baseline="0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noProof="0" dirty="0"/>
              <a:t>Job title</a:t>
            </a:r>
          </a:p>
        </p:txBody>
      </p:sp>
      <p:sp>
        <p:nvSpPr>
          <p:cNvPr id="30" name="Text Placeholder 148">
            <a:extLst>
              <a:ext uri="{FF2B5EF4-FFF2-40B4-BE49-F238E27FC236}">
                <a16:creationId xmlns:a16="http://schemas.microsoft.com/office/drawing/2014/main" id="{0D48FC20-0DCC-D3DD-2CA2-61AAE00BA6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65886" y="5034150"/>
            <a:ext cx="1883175" cy="184666"/>
          </a:xfr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00000"/>
              </a:lnSpc>
              <a:buNone/>
              <a:defRPr sz="1200" b="1" cap="none" spc="0" baseline="0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noProof="0" dirty="0"/>
              <a:t>Phone number</a:t>
            </a:r>
          </a:p>
        </p:txBody>
      </p:sp>
      <p:sp>
        <p:nvSpPr>
          <p:cNvPr id="31" name="Text Placeholder 148">
            <a:extLst>
              <a:ext uri="{FF2B5EF4-FFF2-40B4-BE49-F238E27FC236}">
                <a16:creationId xmlns:a16="http://schemas.microsoft.com/office/drawing/2014/main" id="{7FDBC2F3-C488-04EC-C370-E76A0E77A5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65886" y="5324662"/>
            <a:ext cx="1883175" cy="184666"/>
          </a:xfr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00000"/>
              </a:lnSpc>
              <a:buNone/>
              <a:defRPr sz="1200" b="1" cap="none" spc="0" baseline="0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noProof="0" dirty="0"/>
              <a:t>email</a:t>
            </a:r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00315634-22C9-A037-76D7-70E754E23A3E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241886" y="5034150"/>
            <a:ext cx="180000" cy="180000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37C9F517-36DB-E103-A97E-0CB7396E49D6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2241886" y="5324662"/>
            <a:ext cx="180000" cy="180000"/>
          </a:xfrm>
          <a:prstGeom prst="rect">
            <a:avLst/>
          </a:prstGeom>
        </p:spPr>
      </p:pic>
      <p:sp>
        <p:nvSpPr>
          <p:cNvPr id="63" name="Rectangle: Diagonal Corners Snipped 62">
            <a:extLst>
              <a:ext uri="{FF2B5EF4-FFF2-40B4-BE49-F238E27FC236}">
                <a16:creationId xmlns:a16="http://schemas.microsoft.com/office/drawing/2014/main" id="{7E1B0414-7770-2283-9DB5-24C5B05AF424}"/>
              </a:ext>
            </a:extLst>
          </p:cNvPr>
          <p:cNvSpPr/>
          <p:nvPr userDrawn="1"/>
        </p:nvSpPr>
        <p:spPr>
          <a:xfrm>
            <a:off x="6299293" y="3604740"/>
            <a:ext cx="4101977" cy="2426890"/>
          </a:xfrm>
          <a:prstGeom prst="snip2DiagRect">
            <a:avLst>
              <a:gd name="adj1" fmla="val 3975"/>
              <a:gd name="adj2" fmla="val 0"/>
            </a:avLst>
          </a:prstGeom>
          <a:solidFill>
            <a:schemeClr val="bg1"/>
          </a:solidFill>
          <a:ln>
            <a:gradFill>
              <a:gsLst>
                <a:gs pos="0">
                  <a:srgbClr val="65699E">
                    <a:alpha val="10000"/>
                  </a:srgbClr>
                </a:gs>
                <a:gs pos="100000">
                  <a:srgbClr val="65699E">
                    <a:alpha val="50000"/>
                  </a:srgb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360000" rIns="360000" bIns="360000" rtlCol="0" anchor="ctr"/>
          <a:lstStyle/>
          <a:p>
            <a:endParaRPr lang="en-US" sz="1600" dirty="0">
              <a:solidFill>
                <a:schemeClr val="tx2"/>
              </a:solidFill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16AF36EF-3AE6-8334-CDED-EE6EE7760FB0}"/>
              </a:ext>
            </a:extLst>
          </p:cNvPr>
          <p:cNvGrpSpPr/>
          <p:nvPr userDrawn="1"/>
        </p:nvGrpSpPr>
        <p:grpSpPr>
          <a:xfrm>
            <a:off x="6738376" y="3605998"/>
            <a:ext cx="920602" cy="74305"/>
            <a:chOff x="696000" y="1460737"/>
            <a:chExt cx="920602" cy="112014"/>
          </a:xfrm>
        </p:grpSpPr>
        <p:sp>
          <p:nvSpPr>
            <p:cNvPr id="65" name="Parallelogram 64">
              <a:extLst>
                <a:ext uri="{FF2B5EF4-FFF2-40B4-BE49-F238E27FC236}">
                  <a16:creationId xmlns:a16="http://schemas.microsoft.com/office/drawing/2014/main" id="{DF394163-9977-873C-FFE8-7741931E6D07}"/>
                </a:ext>
              </a:extLst>
            </p:cNvPr>
            <p:cNvSpPr/>
            <p:nvPr/>
          </p:nvSpPr>
          <p:spPr>
            <a:xfrm rot="10800000">
              <a:off x="121737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6" name="Parallelogram 65">
              <a:extLst>
                <a:ext uri="{FF2B5EF4-FFF2-40B4-BE49-F238E27FC236}">
                  <a16:creationId xmlns:a16="http://schemas.microsoft.com/office/drawing/2014/main" id="{C1E1DDFE-45AE-F8A6-381B-B36837F17B61}"/>
                </a:ext>
              </a:extLst>
            </p:cNvPr>
            <p:cNvSpPr/>
            <p:nvPr/>
          </p:nvSpPr>
          <p:spPr>
            <a:xfrm rot="10800000">
              <a:off x="116523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7" name="Parallelogram 66">
              <a:extLst>
                <a:ext uri="{FF2B5EF4-FFF2-40B4-BE49-F238E27FC236}">
                  <a16:creationId xmlns:a16="http://schemas.microsoft.com/office/drawing/2014/main" id="{05D0223B-C321-A0DB-54E4-97163FF6CB21}"/>
                </a:ext>
              </a:extLst>
            </p:cNvPr>
            <p:cNvSpPr/>
            <p:nvPr/>
          </p:nvSpPr>
          <p:spPr>
            <a:xfrm rot="10800000">
              <a:off x="111310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8" name="Parallelogram 67">
              <a:extLst>
                <a:ext uri="{FF2B5EF4-FFF2-40B4-BE49-F238E27FC236}">
                  <a16:creationId xmlns:a16="http://schemas.microsoft.com/office/drawing/2014/main" id="{3F5C21E2-3827-A642-A025-2FC1157943AA}"/>
                </a:ext>
              </a:extLst>
            </p:cNvPr>
            <p:cNvSpPr/>
            <p:nvPr/>
          </p:nvSpPr>
          <p:spPr>
            <a:xfrm rot="10800000">
              <a:off x="106096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9" name="Parallelogram 68">
              <a:extLst>
                <a:ext uri="{FF2B5EF4-FFF2-40B4-BE49-F238E27FC236}">
                  <a16:creationId xmlns:a16="http://schemas.microsoft.com/office/drawing/2014/main" id="{BD5A1671-FB01-879A-BF61-7D2716B511C3}"/>
                </a:ext>
              </a:extLst>
            </p:cNvPr>
            <p:cNvSpPr/>
            <p:nvPr/>
          </p:nvSpPr>
          <p:spPr>
            <a:xfrm rot="10800000">
              <a:off x="100882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0" name="Parallelogram 69">
              <a:extLst>
                <a:ext uri="{FF2B5EF4-FFF2-40B4-BE49-F238E27FC236}">
                  <a16:creationId xmlns:a16="http://schemas.microsoft.com/office/drawing/2014/main" id="{B42A2FF9-C2C9-8999-B228-424E9DE08836}"/>
                </a:ext>
              </a:extLst>
            </p:cNvPr>
            <p:cNvSpPr/>
            <p:nvPr/>
          </p:nvSpPr>
          <p:spPr>
            <a:xfrm rot="10800000">
              <a:off x="95668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1" name="Parallelogram 70">
              <a:extLst>
                <a:ext uri="{FF2B5EF4-FFF2-40B4-BE49-F238E27FC236}">
                  <a16:creationId xmlns:a16="http://schemas.microsoft.com/office/drawing/2014/main" id="{1FC6EC5D-DC88-2CFD-89A3-698A75619EA3}"/>
                </a:ext>
              </a:extLst>
            </p:cNvPr>
            <p:cNvSpPr/>
            <p:nvPr/>
          </p:nvSpPr>
          <p:spPr>
            <a:xfrm rot="10800000">
              <a:off x="90455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2" name="Parallelogram 71">
              <a:extLst>
                <a:ext uri="{FF2B5EF4-FFF2-40B4-BE49-F238E27FC236}">
                  <a16:creationId xmlns:a16="http://schemas.microsoft.com/office/drawing/2014/main" id="{3F4C8936-2AAE-9573-031C-870E11840F30}"/>
                </a:ext>
              </a:extLst>
            </p:cNvPr>
            <p:cNvSpPr/>
            <p:nvPr/>
          </p:nvSpPr>
          <p:spPr>
            <a:xfrm rot="10800000">
              <a:off x="85241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3" name="Parallelogram 72">
              <a:extLst>
                <a:ext uri="{FF2B5EF4-FFF2-40B4-BE49-F238E27FC236}">
                  <a16:creationId xmlns:a16="http://schemas.microsoft.com/office/drawing/2014/main" id="{7A596D35-9B09-7EB6-BB56-F0A526D45FF1}"/>
                </a:ext>
              </a:extLst>
            </p:cNvPr>
            <p:cNvSpPr/>
            <p:nvPr/>
          </p:nvSpPr>
          <p:spPr>
            <a:xfrm rot="10800000">
              <a:off x="800275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4" name="Parallelogram 73">
              <a:extLst>
                <a:ext uri="{FF2B5EF4-FFF2-40B4-BE49-F238E27FC236}">
                  <a16:creationId xmlns:a16="http://schemas.microsoft.com/office/drawing/2014/main" id="{E7D9CE85-F1BC-5EDE-CA89-3BF5F825F8A2}"/>
                </a:ext>
              </a:extLst>
            </p:cNvPr>
            <p:cNvSpPr/>
            <p:nvPr/>
          </p:nvSpPr>
          <p:spPr>
            <a:xfrm rot="10800000">
              <a:off x="74813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5" name="Parallelogram 74">
              <a:extLst>
                <a:ext uri="{FF2B5EF4-FFF2-40B4-BE49-F238E27FC236}">
                  <a16:creationId xmlns:a16="http://schemas.microsoft.com/office/drawing/2014/main" id="{E4EAA8AA-6BDC-FDE6-2F3A-14EEBE8576DE}"/>
                </a:ext>
              </a:extLst>
            </p:cNvPr>
            <p:cNvSpPr/>
            <p:nvPr/>
          </p:nvSpPr>
          <p:spPr>
            <a:xfrm rot="10800000">
              <a:off x="696000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6" name="Parallelogram 75">
              <a:extLst>
                <a:ext uri="{FF2B5EF4-FFF2-40B4-BE49-F238E27FC236}">
                  <a16:creationId xmlns:a16="http://schemas.microsoft.com/office/drawing/2014/main" id="{58C9DC03-626F-30E2-F70D-C0419D8970C8}"/>
                </a:ext>
              </a:extLst>
            </p:cNvPr>
            <p:cNvSpPr/>
            <p:nvPr/>
          </p:nvSpPr>
          <p:spPr>
            <a:xfrm>
              <a:off x="126951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7" name="Parallelogram 76">
              <a:extLst>
                <a:ext uri="{FF2B5EF4-FFF2-40B4-BE49-F238E27FC236}">
                  <a16:creationId xmlns:a16="http://schemas.microsoft.com/office/drawing/2014/main" id="{31ED7392-E818-5ECA-A906-5DA413565E93}"/>
                </a:ext>
              </a:extLst>
            </p:cNvPr>
            <p:cNvSpPr/>
            <p:nvPr/>
          </p:nvSpPr>
          <p:spPr>
            <a:xfrm>
              <a:off x="132165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8" name="Parallelogram 77">
              <a:extLst>
                <a:ext uri="{FF2B5EF4-FFF2-40B4-BE49-F238E27FC236}">
                  <a16:creationId xmlns:a16="http://schemas.microsoft.com/office/drawing/2014/main" id="{5179ADAF-D748-71D4-06DF-EB28FFB7B446}"/>
                </a:ext>
              </a:extLst>
            </p:cNvPr>
            <p:cNvSpPr/>
            <p:nvPr/>
          </p:nvSpPr>
          <p:spPr>
            <a:xfrm>
              <a:off x="137378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9" name="Parallelogram 78">
              <a:extLst>
                <a:ext uri="{FF2B5EF4-FFF2-40B4-BE49-F238E27FC236}">
                  <a16:creationId xmlns:a16="http://schemas.microsoft.com/office/drawing/2014/main" id="{8A70151B-BFFE-77EC-A6B8-2D26EE6CB708}"/>
                </a:ext>
              </a:extLst>
            </p:cNvPr>
            <p:cNvSpPr/>
            <p:nvPr/>
          </p:nvSpPr>
          <p:spPr>
            <a:xfrm>
              <a:off x="1425927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80" name="Parallelogram 79">
              <a:extLst>
                <a:ext uri="{FF2B5EF4-FFF2-40B4-BE49-F238E27FC236}">
                  <a16:creationId xmlns:a16="http://schemas.microsoft.com/office/drawing/2014/main" id="{4B5C99F2-F2B2-D961-B8AA-34C34E615BB2}"/>
                </a:ext>
              </a:extLst>
            </p:cNvPr>
            <p:cNvSpPr/>
            <p:nvPr/>
          </p:nvSpPr>
          <p:spPr>
            <a:xfrm>
              <a:off x="153020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81" name="Parallelogram 80">
              <a:extLst>
                <a:ext uri="{FF2B5EF4-FFF2-40B4-BE49-F238E27FC236}">
                  <a16:creationId xmlns:a16="http://schemas.microsoft.com/office/drawing/2014/main" id="{C81D6F11-F7EC-C9E6-70BB-F838DDFE273C}"/>
                </a:ext>
              </a:extLst>
            </p:cNvPr>
            <p:cNvSpPr/>
            <p:nvPr/>
          </p:nvSpPr>
          <p:spPr>
            <a:xfrm>
              <a:off x="147806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82" name="Text Placeholder 148">
            <a:extLst>
              <a:ext uri="{FF2B5EF4-FFF2-40B4-BE49-F238E27FC236}">
                <a16:creationId xmlns:a16="http://schemas.microsoft.com/office/drawing/2014/main" id="{2CBFB104-57E2-7955-9345-A2F3DC48DF4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38376" y="4118900"/>
            <a:ext cx="3193655" cy="307777"/>
          </a:xfrm>
        </p:spPr>
        <p:txBody>
          <a:bodyPr wrap="square" lIns="0" tIns="0" rIns="0" bIns="0" anchor="t">
            <a:spAutoFit/>
          </a:bodyPr>
          <a:lstStyle>
            <a:lvl1pPr marL="0" indent="0" algn="l">
              <a:lnSpc>
                <a:spcPct val="100000"/>
              </a:lnSpc>
              <a:buNone/>
              <a:defRPr sz="2000" b="1" cap="none" spc="0" baseline="0">
                <a:solidFill>
                  <a:schemeClr val="bg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noProof="0" dirty="0"/>
              <a:t>Name</a:t>
            </a:r>
          </a:p>
        </p:txBody>
      </p:sp>
      <p:sp>
        <p:nvSpPr>
          <p:cNvPr id="83" name="Text Placeholder 148">
            <a:extLst>
              <a:ext uri="{FF2B5EF4-FFF2-40B4-BE49-F238E27FC236}">
                <a16:creationId xmlns:a16="http://schemas.microsoft.com/office/drawing/2014/main" id="{FAF2BA5F-D0F1-3970-1EAF-4F685F8D25D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38376" y="4513288"/>
            <a:ext cx="3193655" cy="246221"/>
          </a:xfrm>
        </p:spPr>
        <p:txBody>
          <a:bodyPr wrap="square" lIns="0" tIns="0" rIns="0" bIns="0" anchor="t">
            <a:spAutoFit/>
          </a:bodyPr>
          <a:lstStyle>
            <a:lvl1pPr marL="0" indent="0" algn="l">
              <a:lnSpc>
                <a:spcPct val="100000"/>
              </a:lnSpc>
              <a:buNone/>
              <a:defRPr sz="1600" b="0" cap="none" spc="0" baseline="0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noProof="0" dirty="0"/>
              <a:t>Job title</a:t>
            </a:r>
          </a:p>
        </p:txBody>
      </p:sp>
      <p:sp>
        <p:nvSpPr>
          <p:cNvPr id="84" name="Text Placeholder 148">
            <a:extLst>
              <a:ext uri="{FF2B5EF4-FFF2-40B4-BE49-F238E27FC236}">
                <a16:creationId xmlns:a16="http://schemas.microsoft.com/office/drawing/2014/main" id="{74C07AD3-B16B-CD99-CBC3-8F9F846CB52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062377" y="5034150"/>
            <a:ext cx="1883175" cy="184666"/>
          </a:xfr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00000"/>
              </a:lnSpc>
              <a:buNone/>
              <a:defRPr sz="1200" b="1" cap="none" spc="0" baseline="0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noProof="0" dirty="0"/>
              <a:t>Phone number</a:t>
            </a:r>
          </a:p>
        </p:txBody>
      </p:sp>
      <p:sp>
        <p:nvSpPr>
          <p:cNvPr id="85" name="Text Placeholder 148">
            <a:extLst>
              <a:ext uri="{FF2B5EF4-FFF2-40B4-BE49-F238E27FC236}">
                <a16:creationId xmlns:a16="http://schemas.microsoft.com/office/drawing/2014/main" id="{B9A8E74A-CEC9-3A4E-D1F1-3116526DE26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062377" y="5324662"/>
            <a:ext cx="1883175" cy="184666"/>
          </a:xfr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00000"/>
              </a:lnSpc>
              <a:buNone/>
              <a:defRPr sz="1200" b="1" cap="none" spc="0" baseline="0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noProof="0" dirty="0"/>
              <a:t>email</a:t>
            </a:r>
          </a:p>
        </p:txBody>
      </p:sp>
      <p:pic>
        <p:nvPicPr>
          <p:cNvPr id="86" name="Graphic 85">
            <a:extLst>
              <a:ext uri="{FF2B5EF4-FFF2-40B4-BE49-F238E27FC236}">
                <a16:creationId xmlns:a16="http://schemas.microsoft.com/office/drawing/2014/main" id="{7F94B3EA-AC65-E721-29D5-18E5E2AB86C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738377" y="5034150"/>
            <a:ext cx="180000" cy="180000"/>
          </a:xfrm>
          <a:prstGeom prst="rect">
            <a:avLst/>
          </a:prstGeom>
        </p:spPr>
      </p:pic>
      <p:pic>
        <p:nvPicPr>
          <p:cNvPr id="87" name="Graphic 86">
            <a:extLst>
              <a:ext uri="{FF2B5EF4-FFF2-40B4-BE49-F238E27FC236}">
                <a16:creationId xmlns:a16="http://schemas.microsoft.com/office/drawing/2014/main" id="{C047A593-96D7-9330-A35D-FEA4A5E66844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6738377" y="5324662"/>
            <a:ext cx="180000" cy="1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777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Diagonal Corners Snipped 2">
            <a:extLst>
              <a:ext uri="{FF2B5EF4-FFF2-40B4-BE49-F238E27FC236}">
                <a16:creationId xmlns:a16="http://schemas.microsoft.com/office/drawing/2014/main" id="{69127C2F-5369-4A96-BADC-4D348F6A51AC}"/>
              </a:ext>
            </a:extLst>
          </p:cNvPr>
          <p:cNvSpPr/>
          <p:nvPr userDrawn="1"/>
        </p:nvSpPr>
        <p:spPr>
          <a:xfrm>
            <a:off x="3263900" y="1036069"/>
            <a:ext cx="5664200" cy="5055812"/>
          </a:xfrm>
          <a:prstGeom prst="snip2DiagRect">
            <a:avLst>
              <a:gd name="adj1" fmla="val 2894"/>
              <a:gd name="adj2" fmla="val 0"/>
            </a:avLst>
          </a:prstGeom>
          <a:solidFill>
            <a:schemeClr val="bg1"/>
          </a:solidFill>
          <a:ln>
            <a:gradFill>
              <a:gsLst>
                <a:gs pos="0">
                  <a:srgbClr val="65699E">
                    <a:alpha val="10000"/>
                  </a:srgbClr>
                </a:gs>
                <a:gs pos="100000">
                  <a:srgbClr val="65699E">
                    <a:alpha val="50000"/>
                  </a:srgb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Ins="360000" rtlCol="0" anchor="ctr"/>
          <a:lstStyle/>
          <a:p>
            <a:endParaRPr lang="en-US" sz="1600" b="1" dirty="0">
              <a:solidFill>
                <a:schemeClr val="tx2"/>
              </a:solidFill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8883B4D-A69F-1D2B-18F5-6006B1FDDE7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45100" y="1428554"/>
            <a:ext cx="1701800" cy="3797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65BB811-09AE-D63B-5860-1E80D477493D}"/>
              </a:ext>
            </a:extLst>
          </p:cNvPr>
          <p:cNvSpPr txBox="1"/>
          <p:nvPr userDrawn="1"/>
        </p:nvSpPr>
        <p:spPr>
          <a:xfrm>
            <a:off x="4188427" y="3307146"/>
            <a:ext cx="3815147" cy="923330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6000" b="1" dirty="0">
                <a:solidFill>
                  <a:schemeClr val="tx2"/>
                </a:solidFill>
              </a:rPr>
              <a:t>Thank you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DBE90FC-FBC1-006F-1E0C-7311172565A6}"/>
              </a:ext>
            </a:extLst>
          </p:cNvPr>
          <p:cNvGrpSpPr/>
          <p:nvPr userDrawn="1"/>
        </p:nvGrpSpPr>
        <p:grpSpPr>
          <a:xfrm>
            <a:off x="5635699" y="5893751"/>
            <a:ext cx="920602" cy="74305"/>
            <a:chOff x="5635699" y="5931141"/>
            <a:chExt cx="920602" cy="74305"/>
          </a:xfrm>
        </p:grpSpPr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5C06112D-C2DC-599B-E79E-275B1E436517}"/>
                </a:ext>
              </a:extLst>
            </p:cNvPr>
            <p:cNvSpPr/>
            <p:nvPr/>
          </p:nvSpPr>
          <p:spPr>
            <a:xfrm rot="10800000">
              <a:off x="6157075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CD6AAEC3-27D1-FA8F-18E6-970C69FE39E0}"/>
                </a:ext>
              </a:extLst>
            </p:cNvPr>
            <p:cNvSpPr/>
            <p:nvPr/>
          </p:nvSpPr>
          <p:spPr>
            <a:xfrm rot="10800000">
              <a:off x="6104938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CF169514-1412-FC60-4F91-B979BFFF1AE2}"/>
                </a:ext>
              </a:extLst>
            </p:cNvPr>
            <p:cNvSpPr/>
            <p:nvPr/>
          </p:nvSpPr>
          <p:spPr>
            <a:xfrm rot="10800000">
              <a:off x="6052800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5D263860-367F-AE68-520D-0C4142E47FC0}"/>
                </a:ext>
              </a:extLst>
            </p:cNvPr>
            <p:cNvSpPr/>
            <p:nvPr/>
          </p:nvSpPr>
          <p:spPr>
            <a:xfrm rot="10800000">
              <a:off x="6000662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D7CD06CD-4C09-4D31-0EE5-A4EBF0C1ABA5}"/>
                </a:ext>
              </a:extLst>
            </p:cNvPr>
            <p:cNvSpPr/>
            <p:nvPr/>
          </p:nvSpPr>
          <p:spPr>
            <a:xfrm rot="10800000">
              <a:off x="5948525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69B91FD8-78AC-C7EE-AEC9-CC178AF727A2}"/>
                </a:ext>
              </a:extLst>
            </p:cNvPr>
            <p:cNvSpPr/>
            <p:nvPr/>
          </p:nvSpPr>
          <p:spPr>
            <a:xfrm rot="10800000">
              <a:off x="5896387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C50C8285-BE24-2317-6DD7-3A1EB6996B13}"/>
                </a:ext>
              </a:extLst>
            </p:cNvPr>
            <p:cNvSpPr/>
            <p:nvPr/>
          </p:nvSpPr>
          <p:spPr>
            <a:xfrm rot="10800000">
              <a:off x="5844250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47D26DBC-64FB-E33B-D28A-3CE5FC0F9B55}"/>
                </a:ext>
              </a:extLst>
            </p:cNvPr>
            <p:cNvSpPr/>
            <p:nvPr/>
          </p:nvSpPr>
          <p:spPr>
            <a:xfrm rot="10800000">
              <a:off x="5792112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9A7F0486-0BF5-B895-E6AC-59BDCEC97213}"/>
                </a:ext>
              </a:extLst>
            </p:cNvPr>
            <p:cNvSpPr/>
            <p:nvPr/>
          </p:nvSpPr>
          <p:spPr>
            <a:xfrm rot="10800000">
              <a:off x="5739974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F05990F3-7556-08AE-E5A9-48FCEEBC02A5}"/>
                </a:ext>
              </a:extLst>
            </p:cNvPr>
            <p:cNvSpPr/>
            <p:nvPr/>
          </p:nvSpPr>
          <p:spPr>
            <a:xfrm rot="10800000">
              <a:off x="5687837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BECAA1A5-8715-24A7-4D4A-ECA531AAB64A}"/>
                </a:ext>
              </a:extLst>
            </p:cNvPr>
            <p:cNvSpPr/>
            <p:nvPr/>
          </p:nvSpPr>
          <p:spPr>
            <a:xfrm rot="10800000">
              <a:off x="5635699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2BB96BC8-4E66-0FA2-CC2B-BE7026003590}"/>
                </a:ext>
              </a:extLst>
            </p:cNvPr>
            <p:cNvSpPr/>
            <p:nvPr/>
          </p:nvSpPr>
          <p:spPr>
            <a:xfrm>
              <a:off x="6209213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A29BE453-38EE-4BEE-834C-91F3C44128DD}"/>
                </a:ext>
              </a:extLst>
            </p:cNvPr>
            <p:cNvSpPr/>
            <p:nvPr/>
          </p:nvSpPr>
          <p:spPr>
            <a:xfrm>
              <a:off x="6261351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2" name="Parallelogram 21">
              <a:extLst>
                <a:ext uri="{FF2B5EF4-FFF2-40B4-BE49-F238E27FC236}">
                  <a16:creationId xmlns:a16="http://schemas.microsoft.com/office/drawing/2014/main" id="{5E7CB30D-AD66-083E-6B7A-D48EA39EC604}"/>
                </a:ext>
              </a:extLst>
            </p:cNvPr>
            <p:cNvSpPr/>
            <p:nvPr/>
          </p:nvSpPr>
          <p:spPr>
            <a:xfrm>
              <a:off x="6313488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3" name="Parallelogram 22">
              <a:extLst>
                <a:ext uri="{FF2B5EF4-FFF2-40B4-BE49-F238E27FC236}">
                  <a16:creationId xmlns:a16="http://schemas.microsoft.com/office/drawing/2014/main" id="{F27CF3FD-4677-2F50-3EBE-BCC11238E685}"/>
                </a:ext>
              </a:extLst>
            </p:cNvPr>
            <p:cNvSpPr/>
            <p:nvPr/>
          </p:nvSpPr>
          <p:spPr>
            <a:xfrm>
              <a:off x="6365626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4" name="Parallelogram 23">
              <a:extLst>
                <a:ext uri="{FF2B5EF4-FFF2-40B4-BE49-F238E27FC236}">
                  <a16:creationId xmlns:a16="http://schemas.microsoft.com/office/drawing/2014/main" id="{AE4CF8D6-DE6F-AFEE-C379-CD2444E608EA}"/>
                </a:ext>
              </a:extLst>
            </p:cNvPr>
            <p:cNvSpPr/>
            <p:nvPr/>
          </p:nvSpPr>
          <p:spPr>
            <a:xfrm>
              <a:off x="6469901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5" name="Parallelogram 24">
              <a:extLst>
                <a:ext uri="{FF2B5EF4-FFF2-40B4-BE49-F238E27FC236}">
                  <a16:creationId xmlns:a16="http://schemas.microsoft.com/office/drawing/2014/main" id="{42F01BBD-144F-CECF-1EB0-6302F9EAC956}"/>
                </a:ext>
              </a:extLst>
            </p:cNvPr>
            <p:cNvSpPr/>
            <p:nvPr/>
          </p:nvSpPr>
          <p:spPr>
            <a:xfrm>
              <a:off x="6417763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4B62BD2B-3327-8166-9570-43943810B1F1}"/>
              </a:ext>
            </a:extLst>
          </p:cNvPr>
          <p:cNvSpPr/>
          <p:nvPr userDrawn="1"/>
        </p:nvSpPr>
        <p:spPr>
          <a:xfrm>
            <a:off x="0" y="5869556"/>
            <a:ext cx="12192000" cy="988444"/>
          </a:xfrm>
          <a:prstGeom prst="rect">
            <a:avLst/>
          </a:prstGeom>
          <a:gradFill>
            <a:gsLst>
              <a:gs pos="85000">
                <a:schemeClr val="tx2"/>
              </a:gs>
              <a:gs pos="0">
                <a:schemeClr val="bg2"/>
              </a:gs>
              <a:gs pos="100000">
                <a:schemeClr val="tx2"/>
              </a:gs>
            </a:gsLst>
            <a:lin ang="1800000" scaled="0"/>
          </a:gradFill>
          <a:ln>
            <a:gradFill>
              <a:gsLst>
                <a:gs pos="85000">
                  <a:schemeClr val="tx2"/>
                </a:gs>
                <a:gs pos="0">
                  <a:schemeClr val="bg2"/>
                </a:gs>
                <a:gs pos="100000">
                  <a:schemeClr val="tx2"/>
                </a:gs>
              </a:gsLst>
              <a:lin ang="18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252613AB-A8E0-71B5-3B88-4DF49B90E7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alphaModFix amt="16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5676179"/>
            <a:ext cx="12192000" cy="1049842"/>
          </a:xfrm>
          <a:prstGeom prst="rect">
            <a:avLst/>
          </a:prstGeom>
        </p:spPr>
      </p:pic>
      <p:sp>
        <p:nvSpPr>
          <p:cNvPr id="7" name="Rectangle: Rounded Corners 6">
            <a:hlinkClick r:id="rId5"/>
            <a:extLst>
              <a:ext uri="{FF2B5EF4-FFF2-40B4-BE49-F238E27FC236}">
                <a16:creationId xmlns:a16="http://schemas.microsoft.com/office/drawing/2014/main" id="{B563A139-4A6D-394B-7BA5-454CEB56E049}"/>
              </a:ext>
            </a:extLst>
          </p:cNvPr>
          <p:cNvSpPr/>
          <p:nvPr userDrawn="1"/>
        </p:nvSpPr>
        <p:spPr>
          <a:xfrm>
            <a:off x="4368000" y="5544951"/>
            <a:ext cx="3456000" cy="576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317500" algn="ctr" rotWithShape="0">
              <a:schemeClr val="tx2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www.thalesgroup.com</a:t>
            </a:r>
          </a:p>
        </p:txBody>
      </p:sp>
    </p:spTree>
    <p:extLst>
      <p:ext uri="{BB962C8B-B14F-4D97-AF65-F5344CB8AC3E}">
        <p14:creationId xmlns:p14="http://schemas.microsoft.com/office/powerpoint/2010/main" val="2571433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4279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78E7FB-E7AF-41AD-8E1D-E564C38CE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000" y="360000"/>
            <a:ext cx="11016000" cy="369332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noProof="0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48240A-ACF9-41DF-8044-EFE58948F2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8000" y="1064645"/>
            <a:ext cx="11016000" cy="454002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718182-DBA0-4294-B9A7-5592074F8DF4}"/>
              </a:ext>
            </a:extLst>
          </p:cNvPr>
          <p:cNvSpPr/>
          <p:nvPr userDrawn="1"/>
        </p:nvSpPr>
        <p:spPr>
          <a:xfrm>
            <a:off x="0" y="6102000"/>
            <a:ext cx="12192000" cy="75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6E298DD-28E2-4F1F-A4F0-407D8199D6F6}"/>
              </a:ext>
            </a:extLst>
          </p:cNvPr>
          <p:cNvSpPr/>
          <p:nvPr userDrawn="1"/>
        </p:nvSpPr>
        <p:spPr>
          <a:xfrm>
            <a:off x="11328000" y="6102000"/>
            <a:ext cx="864000" cy="756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9113D8-C34F-41E7-96C1-C52F3FA807A7}"/>
              </a:ext>
            </a:extLst>
          </p:cNvPr>
          <p:cNvSpPr/>
          <p:nvPr userDrawn="1"/>
        </p:nvSpPr>
        <p:spPr>
          <a:xfrm>
            <a:off x="11328000" y="6822000"/>
            <a:ext cx="864000" cy="36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CFF1D181-9371-4409-B9F4-B17B0E367DA5}"/>
              </a:ext>
            </a:extLst>
          </p:cNvPr>
          <p:cNvPicPr>
            <a:picLocks noChangeAspect="1"/>
          </p:cNvPicPr>
          <p:nvPr userDrawn="1"/>
        </p:nvPicPr>
        <p:blipFill>
          <a:blip r:embed="rId2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9118" y="6359505"/>
            <a:ext cx="1080000" cy="240991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012AA835-16DB-4E38-A108-8114A18BB2A4}"/>
              </a:ext>
            </a:extLst>
          </p:cNvPr>
          <p:cNvSpPr/>
          <p:nvPr userDrawn="1"/>
        </p:nvSpPr>
        <p:spPr>
          <a:xfrm>
            <a:off x="0" y="6102000"/>
            <a:ext cx="12192000" cy="10800"/>
          </a:xfrm>
          <a:prstGeom prst="rect">
            <a:avLst/>
          </a:prstGeom>
          <a:solidFill>
            <a:srgbClr val="0000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ClassificationBox">
            <a:extLst>
              <a:ext uri="{FF2B5EF4-FFF2-40B4-BE49-F238E27FC236}">
                <a16:creationId xmlns:a16="http://schemas.microsoft.com/office/drawing/2014/main" id="{ED83292F-AC8A-143B-9890-6915DA5A9A3C}"/>
              </a:ext>
            </a:extLst>
          </p:cNvPr>
          <p:cNvSpPr/>
          <p:nvPr userDrawn="1"/>
        </p:nvSpPr>
        <p:spPr>
          <a:xfrm>
            <a:off x="11550499" y="6413742"/>
            <a:ext cx="419002" cy="180425"/>
          </a:xfrm>
          <a:prstGeom prst="rect">
            <a:avLst/>
          </a:prstGeom>
          <a:noFill/>
          <a:ln w="9525">
            <a:solidFill>
              <a:srgbClr val="E5E5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36000" rIns="90000" bIns="3600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700" b="1" dirty="0">
                <a:solidFill>
                  <a:schemeClr val="bg1"/>
                </a:solidFill>
              </a:rPr>
              <a:t>OPEN</a:t>
            </a:r>
          </a:p>
        </p:txBody>
      </p:sp>
    </p:spTree>
    <p:extLst>
      <p:ext uri="{BB962C8B-B14F-4D97-AF65-F5344CB8AC3E}">
        <p14:creationId xmlns:p14="http://schemas.microsoft.com/office/powerpoint/2010/main" val="1793245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16000" indent="-216000" algn="l" defTabSz="914400" rtl="0" eaLnBrk="1" latinLnBrk="0" hangingPunct="1">
        <a:lnSpc>
          <a:spcPct val="114000"/>
        </a:lnSpc>
        <a:spcBef>
          <a:spcPts val="1600"/>
        </a:spcBef>
        <a:buClrTx/>
        <a:buFontTx/>
        <a:buBlip>
          <a:blip r:embed="rId22"/>
        </a:buBlip>
        <a:defRPr sz="1800" b="1" kern="1200">
          <a:solidFill>
            <a:schemeClr val="bg2"/>
          </a:solidFill>
          <a:latin typeface="+mn-lt"/>
          <a:ea typeface="+mn-ea"/>
          <a:cs typeface="+mn-cs"/>
        </a:defRPr>
      </a:lvl1pPr>
      <a:lvl2pPr marL="216000" indent="-216000" algn="l" defTabSz="914400" rtl="0" eaLnBrk="1" latinLnBrk="0" hangingPunct="1">
        <a:lnSpc>
          <a:spcPct val="114000"/>
        </a:lnSpc>
        <a:spcBef>
          <a:spcPts val="600"/>
        </a:spcBef>
        <a:buClr>
          <a:schemeClr val="accent3"/>
        </a:buClr>
        <a:buFont typeface="Wingdings 3" panose="05040102010807070707" pitchFamily="18" charset="2"/>
        <a:buChar char="ê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540000" indent="-180000" algn="l" defTabSz="914400" rtl="0" eaLnBrk="1" latinLnBrk="0" hangingPunct="1">
        <a:lnSpc>
          <a:spcPct val="114000"/>
        </a:lnSpc>
        <a:spcBef>
          <a:spcPts val="600"/>
        </a:spcBef>
        <a:buFont typeface="Century Gothic" panose="020B050202020202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720000" indent="-144000" algn="l" defTabSz="914400" rtl="0" eaLnBrk="1" latinLnBrk="0" hangingPunct="1">
        <a:lnSpc>
          <a:spcPct val="114000"/>
        </a:lnSpc>
        <a:spcBef>
          <a:spcPts val="300"/>
        </a:spcBef>
        <a:buClr>
          <a:schemeClr val="accent3"/>
        </a:buClr>
        <a:buFont typeface="Arial" panose="020B0604020202020204" pitchFamily="34" charset="0"/>
        <a:buChar char="›"/>
        <a:defRPr sz="1100" kern="1200">
          <a:solidFill>
            <a:schemeClr val="accent3"/>
          </a:solidFill>
          <a:latin typeface="+mn-lt"/>
          <a:ea typeface="+mn-ea"/>
          <a:cs typeface="+mn-cs"/>
        </a:defRPr>
      </a:lvl4pPr>
      <a:lvl5pPr marL="936000" indent="-108000" algn="l" defTabSz="914400" rtl="0" eaLnBrk="1" latinLnBrk="0" hangingPunct="1">
        <a:lnSpc>
          <a:spcPct val="114000"/>
        </a:lnSpc>
        <a:spcBef>
          <a:spcPts val="300"/>
        </a:spcBef>
        <a:buFont typeface="Wingdings 3" panose="05040102010807070707" pitchFamily="18" charset="2"/>
        <a:buChar char=""/>
        <a:defRPr sz="1000" kern="1200">
          <a:solidFill>
            <a:schemeClr val="accent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righettod.eu/about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nvd.nist.gov/vuln/search#/nvd/home?resultType=records" TargetMode="External"/><Relationship Id="rId2" Type="http://schemas.openxmlformats.org/officeDocument/2006/relationships/hyperlink" Target="https://owasp.org/Top10/2025/A05_2025-Injection/" TargetMode="Externa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mperva.com/learn/application-security/xxe-xml-external-entity/" TargetMode="External"/><Relationship Id="rId2" Type="http://schemas.openxmlformats.org/officeDocument/2006/relationships/hyperlink" Target="https://en.wikipedia.org/wiki/XFA" TargetMode="Externa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portswigger.net/web-security/ssrf" TargetMode="External"/><Relationship Id="rId2" Type="http://schemas.openxmlformats.org/officeDocument/2006/relationships/hyperlink" Target="https://portswigger.net/web-security/xxe" TargetMode="Externa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ighettod/code-snippets-security-utils" TargetMode="External"/><Relationship Id="rId2" Type="http://schemas.openxmlformats.org/officeDocument/2006/relationships/hyperlink" Target="https://github.com/righettod/voxxeddays-lux-2026" TargetMode="Externa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github.com/corkami/pics" TargetMode="External"/><Relationship Id="rId4" Type="http://schemas.openxmlformats.org/officeDocument/2006/relationships/hyperlink" Target="https://github.com/corkami/mitra" TargetMode="Externa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248EE-9276-F13B-C146-B824E7405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0000" y="2939253"/>
            <a:ext cx="3815273" cy="1107996"/>
          </a:xfrm>
        </p:spPr>
        <p:txBody>
          <a:bodyPr/>
          <a:lstStyle/>
          <a:p>
            <a:r>
              <a:rPr lang="en-US" dirty="0"/>
              <a:t>Devil is in the Payloads.</a:t>
            </a:r>
            <a:endParaRPr lang="fr-F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93C62D-952C-3866-AA5A-CA17B8DBDB1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79500" y="4628182"/>
            <a:ext cx="3815273" cy="918778"/>
          </a:xfrm>
        </p:spPr>
        <p:txBody>
          <a:bodyPr/>
          <a:lstStyle/>
          <a:p>
            <a:r>
              <a:rPr lang="en-US" dirty="0"/>
              <a:t>The grueling journey of implementing a file upload feature.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66B005-FAEF-EACE-8082-427A0F560E9F}"/>
              </a:ext>
            </a:extLst>
          </p:cNvPr>
          <p:cNvSpPr txBox="1"/>
          <p:nvPr/>
        </p:nvSpPr>
        <p:spPr>
          <a:xfrm>
            <a:off x="0" y="6127893"/>
            <a:ext cx="441251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600" dirty="0">
                <a:solidFill>
                  <a:schemeClr val="bg1"/>
                </a:solidFill>
              </a:rPr>
              <a:t>🌍 </a:t>
            </a:r>
            <a:r>
              <a:rPr lang="fr-FR" sz="1600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Dominique Righetto</a:t>
            </a:r>
            <a:endParaRPr lang="fr-FR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4628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ℹ️ Introduction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5"/>
          </p:nvPr>
        </p:nvSpPr>
        <p:spPr>
          <a:xfrm>
            <a:off x="588000" y="977317"/>
            <a:ext cx="11419970" cy="4540025"/>
          </a:xfrm>
        </p:spPr>
        <p:txBody>
          <a:bodyPr/>
          <a:lstStyle/>
          <a:p>
            <a:r>
              <a:rPr lang="en-US" sz="2800" b="0" dirty="0">
                <a:solidFill>
                  <a:schemeClr val="tx2"/>
                </a:solidFill>
              </a:rPr>
              <a:t> Most of the modern web-based application provide a feature to allow a user to send a file.</a:t>
            </a:r>
          </a:p>
          <a:p>
            <a:pPr marL="0" indent="0">
              <a:buNone/>
            </a:pPr>
            <a:r>
              <a:rPr lang="en-US" sz="2800" b="0" dirty="0">
                <a:solidFill>
                  <a:schemeClr val="tx2"/>
                </a:solidFill>
              </a:rPr>
              <a:t> </a:t>
            </a:r>
          </a:p>
          <a:p>
            <a:r>
              <a:rPr lang="en-US" sz="2800" b="0" dirty="0">
                <a:solidFill>
                  <a:schemeClr val="tx2"/>
                </a:solidFill>
              </a:rPr>
              <a:t> Such feature is called "</a:t>
            </a:r>
            <a:r>
              <a:rPr lang="en-US" sz="2800" b="0" dirty="0">
                <a:solidFill>
                  <a:schemeClr val="accent1"/>
                </a:solidFill>
                <a:latin typeface="Consolas" panose="020B0609020204030204" pitchFamily="49" charset="0"/>
              </a:rPr>
              <a:t>file upload</a:t>
            </a:r>
            <a:r>
              <a:rPr lang="en-US" sz="2800" b="0" dirty="0">
                <a:solidFill>
                  <a:schemeClr val="tx2"/>
                </a:solidFill>
              </a:rPr>
              <a:t>".</a:t>
            </a:r>
          </a:p>
          <a:p>
            <a:pPr marL="0" indent="0">
              <a:buNone/>
            </a:pPr>
            <a:r>
              <a:rPr lang="en-US" sz="2800" b="0" dirty="0">
                <a:solidFill>
                  <a:schemeClr val="tx2"/>
                </a:solidFill>
              </a:rPr>
              <a:t> </a:t>
            </a:r>
          </a:p>
          <a:p>
            <a:r>
              <a:rPr lang="en-US" sz="2800" b="0" dirty="0">
                <a:solidFill>
                  <a:schemeClr val="tx2"/>
                </a:solidFill>
              </a:rPr>
              <a:t> It is very common that </a:t>
            </a:r>
            <a:r>
              <a:rPr lang="en-US" sz="2800" b="0" dirty="0">
                <a:solidFill>
                  <a:schemeClr val="accent1"/>
                </a:solidFill>
              </a:rPr>
              <a:t>PDF format</a:t>
            </a:r>
            <a:r>
              <a:rPr lang="en-US" sz="2800" b="0" dirty="0">
                <a:solidFill>
                  <a:schemeClr val="tx2"/>
                </a:solidFill>
              </a:rPr>
              <a:t> was accepted for the file.</a:t>
            </a:r>
          </a:p>
        </p:txBody>
      </p:sp>
    </p:spTree>
    <p:extLst>
      <p:ext uri="{BB962C8B-B14F-4D97-AF65-F5344CB8AC3E}">
        <p14:creationId xmlns:p14="http://schemas.microsoft.com/office/powerpoint/2010/main" val="2121745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6E9E5-B1FA-1BAA-A72E-867E69E0C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C41D0F-4E65-EE8F-6EC1-60C60CADE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ℹ️ Introduction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D39683C-541A-B4BA-B911-E5EC3EABE4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8000" y="977317"/>
            <a:ext cx="11419970" cy="4949030"/>
          </a:xfrm>
        </p:spPr>
        <p:txBody>
          <a:bodyPr/>
          <a:lstStyle/>
          <a:p>
            <a:r>
              <a:rPr lang="en-US" sz="2800" b="0" dirty="0">
                <a:solidFill>
                  <a:schemeClr val="tx2"/>
                </a:solidFill>
              </a:rPr>
              <a:t> Been able to provide malicious information to an application is an important source of security vulnerabilities (</a:t>
            </a:r>
            <a:r>
              <a:rPr lang="en-US" sz="2800" b="0" dirty="0">
                <a:solidFill>
                  <a:schemeClr val="tx2"/>
                </a:solidFill>
                <a:hlinkClick r:id="rId2"/>
              </a:rPr>
              <a:t>source</a:t>
            </a:r>
            <a:r>
              <a:rPr lang="en-US" sz="2800" b="0" dirty="0">
                <a:solidFill>
                  <a:schemeClr val="tx2"/>
                </a:solidFill>
              </a:rPr>
              <a:t>).</a:t>
            </a:r>
          </a:p>
          <a:p>
            <a:endParaRPr lang="en-US" sz="2800" b="0" dirty="0">
              <a:solidFill>
                <a:schemeClr val="tx2"/>
              </a:solidFill>
            </a:endParaRPr>
          </a:p>
          <a:p>
            <a:r>
              <a:rPr lang="en-US" sz="2800" b="0" dirty="0">
                <a:solidFill>
                  <a:schemeClr val="tx2"/>
                </a:solidFill>
              </a:rPr>
              <a:t> In 2025, 50 security vulnerabilities affecting a "file upload" feature were identified (</a:t>
            </a:r>
            <a:r>
              <a:rPr lang="en-US" sz="2800" b="0" dirty="0">
                <a:solidFill>
                  <a:schemeClr val="tx2"/>
                </a:solidFill>
                <a:hlinkClick r:id="rId3"/>
              </a:rPr>
              <a:t>source</a:t>
            </a:r>
            <a:r>
              <a:rPr lang="en-US" sz="2800" b="0" dirty="0">
                <a:solidFill>
                  <a:schemeClr val="tx2"/>
                </a:solidFill>
              </a:rPr>
              <a:t>).</a:t>
            </a:r>
          </a:p>
          <a:p>
            <a:endParaRPr lang="en-US" sz="2800" b="0" dirty="0">
              <a:solidFill>
                <a:schemeClr val="tx2"/>
              </a:solidFill>
            </a:endParaRPr>
          </a:p>
          <a:p>
            <a:r>
              <a:rPr lang="en-US" sz="2800" b="0" dirty="0">
                <a:solidFill>
                  <a:schemeClr val="tx2"/>
                </a:solidFill>
              </a:rPr>
              <a:t> Across all security assessment I performed in 2025, almost all of “file upload” feature evaluated were accepting malicious files.</a:t>
            </a:r>
          </a:p>
          <a:p>
            <a:endParaRPr lang="en-US" sz="2800" b="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0977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71A1E-95EE-973E-B522-F5AA5AEFF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0CAB36-7800-3785-6EB6-597BA8E3E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ℹ️ Introduction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9B0CA82-1172-E064-A39F-91CE0E6141A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8000" y="977317"/>
            <a:ext cx="11419970" cy="4949030"/>
          </a:xfrm>
        </p:spPr>
        <p:txBody>
          <a:bodyPr/>
          <a:lstStyle/>
          <a:p>
            <a:r>
              <a:rPr lang="en-US" sz="2800" b="0" dirty="0">
                <a:solidFill>
                  <a:schemeClr val="tx2"/>
                </a:solidFill>
              </a:rPr>
              <a:t> Some popular statement I often hear:</a:t>
            </a:r>
          </a:p>
          <a:p>
            <a:pPr lvl="1"/>
            <a:r>
              <a:rPr lang="en-US" sz="2400" b="0" dirty="0">
                <a:solidFill>
                  <a:schemeClr val="tx2"/>
                </a:solidFill>
              </a:rPr>
              <a:t>PDF is a safe format!</a:t>
            </a:r>
          </a:p>
          <a:p>
            <a:pPr lvl="1"/>
            <a:r>
              <a:rPr lang="en-US" sz="2400" dirty="0"/>
              <a:t>A</a:t>
            </a:r>
            <a:r>
              <a:rPr lang="en-US" sz="2400" b="0" dirty="0">
                <a:solidFill>
                  <a:schemeClr val="tx2"/>
                </a:solidFill>
              </a:rPr>
              <a:t> "file upload" is simple to implement!</a:t>
            </a:r>
          </a:p>
          <a:p>
            <a:pPr lvl="1"/>
            <a:endParaRPr lang="en-US" sz="2400" dirty="0"/>
          </a:p>
          <a:p>
            <a:r>
              <a:rPr lang="en-US" sz="2800" b="0" dirty="0">
                <a:solidFill>
                  <a:schemeClr val="tx2"/>
                </a:solidFill>
              </a:rPr>
              <a:t> Let's deep dive and explore together “</a:t>
            </a:r>
            <a:r>
              <a:rPr lang="en-US" sz="2800" b="0" dirty="0">
                <a:solidFill>
                  <a:schemeClr val="accent1"/>
                </a:solidFill>
              </a:rPr>
              <a:t>The Devil is in the Payloads</a:t>
            </a:r>
            <a:r>
              <a:rPr lang="en-US" sz="2800" b="0" dirty="0">
                <a:solidFill>
                  <a:schemeClr val="tx2"/>
                </a:solidFill>
              </a:rPr>
              <a:t>” concept through a little story inspired by real events that I experienced...</a:t>
            </a:r>
          </a:p>
        </p:txBody>
      </p:sp>
    </p:spTree>
    <p:extLst>
      <p:ext uri="{BB962C8B-B14F-4D97-AF65-F5344CB8AC3E}">
        <p14:creationId xmlns:p14="http://schemas.microsoft.com/office/powerpoint/2010/main" val="2617813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D203A-3A6E-607B-5539-1AC36ACA9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A5A9F8-D7B1-CFB1-B8C0-57440D5A1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📜 Context of our story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7541EE2-30B3-B306-B7D8-3F0B5DDEBCB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8000" y="977317"/>
            <a:ext cx="11419970" cy="4949030"/>
          </a:xfrm>
        </p:spPr>
        <p:txBody>
          <a:bodyPr/>
          <a:lstStyle/>
          <a:p>
            <a:r>
              <a:rPr lang="en-US" sz="2800" b="0" dirty="0">
                <a:solidFill>
                  <a:schemeClr val="tx2"/>
                </a:solidFill>
              </a:rPr>
              <a:t> Our story take place in a company, precisely in the development team (called </a:t>
            </a:r>
            <a:r>
              <a:rPr lang="en-US" sz="2800" dirty="0">
                <a:solidFill>
                  <a:schemeClr val="tx2"/>
                </a:solidFill>
              </a:rPr>
              <a:t>team</a:t>
            </a:r>
            <a:r>
              <a:rPr lang="en-US" sz="2800" b="0" dirty="0">
                <a:solidFill>
                  <a:schemeClr val="tx2"/>
                </a:solidFill>
              </a:rPr>
              <a:t> from here) in charge of the complete management of the client portal.</a:t>
            </a:r>
          </a:p>
          <a:p>
            <a:pPr marL="0" indent="0">
              <a:buNone/>
            </a:pPr>
            <a:endParaRPr lang="en-US" sz="2800" b="0" dirty="0">
              <a:solidFill>
                <a:schemeClr val="tx2"/>
              </a:solidFill>
            </a:endParaRPr>
          </a:p>
          <a:p>
            <a:r>
              <a:rPr lang="en-US" sz="2800" b="0" dirty="0">
                <a:solidFill>
                  <a:schemeClr val="tx2"/>
                </a:solidFill>
              </a:rPr>
              <a:t> The company wanted to offer the possibility to their </a:t>
            </a:r>
            <a:r>
              <a:rPr lang="en-US" sz="2800" b="0" dirty="0">
                <a:solidFill>
                  <a:schemeClr val="accent1"/>
                </a:solidFill>
              </a:rPr>
              <a:t>client to attach files alongside their private chat</a:t>
            </a:r>
            <a:r>
              <a:rPr lang="en-US" sz="2800" b="0" dirty="0">
                <a:solidFill>
                  <a:schemeClr val="tx2"/>
                </a:solidFill>
              </a:rPr>
              <a:t> with their advisors.</a:t>
            </a:r>
          </a:p>
          <a:p>
            <a:endParaRPr lang="en-US" sz="2800" b="0" dirty="0">
              <a:solidFill>
                <a:schemeClr val="tx2"/>
              </a:solidFill>
            </a:endParaRPr>
          </a:p>
          <a:p>
            <a:r>
              <a:rPr lang="en-US" sz="2800" b="0" dirty="0">
                <a:solidFill>
                  <a:schemeClr val="tx2"/>
                </a:solidFill>
              </a:rPr>
              <a:t> The team was using an agile methodology for the implementation of features.</a:t>
            </a:r>
          </a:p>
        </p:txBody>
      </p:sp>
    </p:spTree>
    <p:extLst>
      <p:ext uri="{BB962C8B-B14F-4D97-AF65-F5344CB8AC3E}">
        <p14:creationId xmlns:p14="http://schemas.microsoft.com/office/powerpoint/2010/main" val="3084432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0EAFC-0AEA-19F4-20A7-1336616ED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74592FB-20DA-7B7E-2963-1F994212B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📜 Context of our story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FA3B382-E549-6472-3A22-5EDE38691E6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8000" y="977317"/>
            <a:ext cx="11419970" cy="4949030"/>
          </a:xfrm>
        </p:spPr>
        <p:txBody>
          <a:bodyPr/>
          <a:lstStyle/>
          <a:p>
            <a:r>
              <a:rPr lang="en-US" sz="2800" b="0" dirty="0">
                <a:solidFill>
                  <a:schemeClr val="tx2"/>
                </a:solidFill>
              </a:rPr>
              <a:t> The team received the following minimal User Story to implement the file upload feature:</a:t>
            </a:r>
          </a:p>
          <a:p>
            <a:pPr marL="0" indent="0">
              <a:buNone/>
            </a:pPr>
            <a:endParaRPr lang="en-US" sz="2800" b="0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 sz="2800" b="0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 sz="2800" b="0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 sz="2800" b="0" dirty="0">
              <a:solidFill>
                <a:schemeClr val="tx2"/>
              </a:solidFill>
            </a:endParaRPr>
          </a:p>
          <a:p>
            <a:r>
              <a:rPr lang="en-US" sz="2800" b="0" dirty="0">
                <a:solidFill>
                  <a:schemeClr val="tx2"/>
                </a:solidFill>
              </a:rPr>
              <a:t> The team decided to implement a REST web service that the front end (</a:t>
            </a:r>
            <a:r>
              <a:rPr lang="en-US" sz="2800" b="0" i="1" dirty="0">
                <a:solidFill>
                  <a:schemeClr val="tx2"/>
                </a:solidFill>
              </a:rPr>
              <a:t>single page application</a:t>
            </a:r>
            <a:r>
              <a:rPr lang="en-US" sz="2800" b="0" dirty="0">
                <a:solidFill>
                  <a:schemeClr val="tx2"/>
                </a:solidFill>
              </a:rPr>
              <a:t>) will use to upload a file.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1CBD58-90D4-73F6-8ADC-0CFA2AA3E41A}"/>
              </a:ext>
            </a:extLst>
          </p:cNvPr>
          <p:cNvSpPr txBox="1"/>
          <p:nvPr/>
        </p:nvSpPr>
        <p:spPr>
          <a:xfrm>
            <a:off x="588000" y="2321004"/>
            <a:ext cx="11511852" cy="22159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b="1" dirty="0">
                <a:latin typeface="Consolas" panose="020B0609020204030204" pitchFamily="49" charset="0"/>
              </a:rPr>
              <a:t>User Story:</a:t>
            </a:r>
          </a:p>
          <a:p>
            <a:pPr algn="l"/>
            <a:r>
              <a:rPr lang="en-US" dirty="0">
                <a:latin typeface="Consolas" panose="020B0609020204030204" pitchFamily="49" charset="0"/>
              </a:rPr>
              <a:t>As a user, I want to upload a PDF file in the chat so that I can share documents with my advisors.</a:t>
            </a:r>
          </a:p>
          <a:p>
            <a:pPr algn="l"/>
            <a:endParaRPr lang="en-US" dirty="0">
              <a:latin typeface="Consolas" panose="020B0609020204030204" pitchFamily="49" charset="0"/>
            </a:endParaRPr>
          </a:p>
          <a:p>
            <a:pPr algn="l"/>
            <a:r>
              <a:rPr lang="en-US" b="1" dirty="0">
                <a:latin typeface="Consolas" panose="020B0609020204030204" pitchFamily="49" charset="0"/>
              </a:rPr>
              <a:t>Acceptance Criteria:</a:t>
            </a:r>
          </a:p>
          <a:p>
            <a:pPr marL="342900" indent="-342900" algn="l">
              <a:buFont typeface="+mj-lt"/>
              <a:buAutoNum type="arabicParenR"/>
            </a:pPr>
            <a:r>
              <a:rPr lang="en-US" dirty="0">
                <a:latin typeface="Consolas" panose="020B0609020204030204" pitchFamily="49" charset="0"/>
              </a:rPr>
              <a:t>The system successfully transfers the file from the user interface to the storage server.</a:t>
            </a:r>
          </a:p>
          <a:p>
            <a:pPr marL="342900" indent="-342900" algn="l">
              <a:buFont typeface="+mj-lt"/>
              <a:buAutoNum type="arabicParenR"/>
            </a:pPr>
            <a:r>
              <a:rPr lang="en-US" dirty="0">
                <a:latin typeface="Consolas" panose="020B0609020204030204" pitchFamily="49" charset="0"/>
              </a:rPr>
              <a:t>Only PDF files are allowed.</a:t>
            </a:r>
          </a:p>
          <a:p>
            <a:pPr marL="342900" indent="-342900" algn="l">
              <a:buFont typeface="+mj-lt"/>
              <a:buAutoNum type="arabicParenR"/>
            </a:pPr>
            <a:r>
              <a:rPr lang="en-US" dirty="0">
                <a:latin typeface="Consolas" panose="020B0609020204030204" pitchFamily="49" charset="0"/>
              </a:rPr>
              <a:t>File size is limited to 10 MB.</a:t>
            </a:r>
            <a:endParaRPr lang="fr-FR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1573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889B9-E9DF-4D69-EAA5-1E643CAB8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348616-5B74-14DC-9C90-4B9F75074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📜 Context of our story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854D427-D7FC-33E3-A100-64B6FC01393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8000" y="977317"/>
            <a:ext cx="11419970" cy="4949030"/>
          </a:xfrm>
        </p:spPr>
        <p:txBody>
          <a:bodyPr/>
          <a:lstStyle/>
          <a:p>
            <a:r>
              <a:rPr lang="en-US" sz="2800" b="0" dirty="0">
                <a:solidFill>
                  <a:schemeClr val="tx2"/>
                </a:solidFill>
              </a:rPr>
              <a:t> Your servitor was integrated to the team to validate the security posture of the REST web service (called “upload service” from here).</a:t>
            </a:r>
          </a:p>
          <a:p>
            <a:endParaRPr lang="en-US" sz="2800" b="0" dirty="0">
              <a:solidFill>
                <a:schemeClr val="tx2"/>
              </a:solidFill>
            </a:endParaRPr>
          </a:p>
          <a:p>
            <a:r>
              <a:rPr lang="en-US" sz="2800" b="0" dirty="0">
                <a:solidFill>
                  <a:schemeClr val="tx2"/>
                </a:solidFill>
              </a:rPr>
              <a:t> The working process defined with the team was the following:</a:t>
            </a:r>
          </a:p>
        </p:txBody>
      </p:sp>
      <p:pic>
        <p:nvPicPr>
          <p:cNvPr id="6" name="Picture 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832050DC-4707-B6F1-973D-2016AFF7BF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1667" y="3994030"/>
            <a:ext cx="1250510" cy="1777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804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8C3AC-3B2C-D8C8-6CBF-AE17BD2FA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1112956B-2F40-599E-049A-D4A8C3513D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050"/>
          <a:stretch>
            <a:fillRect/>
          </a:stretch>
        </p:blipFill>
        <p:spPr>
          <a:xfrm>
            <a:off x="3540643" y="52190"/>
            <a:ext cx="4657060" cy="601900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175905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3547A-2FE8-E5B8-D39A-21EB5D80D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101858E-4AE4-5455-A79C-229865D15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🥵 My challenge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A7A6585-062B-EC32-2F44-7A3C47246A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8000" y="977317"/>
            <a:ext cx="7450214" cy="4949030"/>
          </a:xfrm>
        </p:spPr>
        <p:txBody>
          <a:bodyPr/>
          <a:lstStyle/>
          <a:p>
            <a:r>
              <a:rPr lang="en-US" sz="2800" b="0" dirty="0">
                <a:solidFill>
                  <a:schemeClr val="tx2"/>
                </a:solidFill>
              </a:rPr>
              <a:t> Your servitor has a lifespan represented by </a:t>
            </a:r>
            <a:r>
              <a:rPr lang="en-US" sz="2800" b="0" dirty="0">
                <a:solidFill>
                  <a:schemeClr val="accent1"/>
                </a:solidFill>
              </a:rPr>
              <a:t>the level of exasperation of the team</a:t>
            </a:r>
            <a:r>
              <a:rPr lang="en-US" sz="2800" b="0" dirty="0">
                <a:solidFill>
                  <a:schemeClr val="tx2"/>
                </a:solidFill>
              </a:rPr>
              <a:t> caused by my feedback.</a:t>
            </a:r>
          </a:p>
          <a:p>
            <a:endParaRPr lang="en-US" sz="2800" b="0" dirty="0">
              <a:solidFill>
                <a:schemeClr val="tx2"/>
              </a:solidFill>
            </a:endParaRPr>
          </a:p>
          <a:p>
            <a:r>
              <a:rPr lang="en-US" sz="2800" b="0" dirty="0">
                <a:solidFill>
                  <a:schemeClr val="tx2"/>
                </a:solidFill>
              </a:rPr>
              <a:t> If it reach </a:t>
            </a:r>
            <a:r>
              <a:rPr lang="en-US" sz="2800" b="0" dirty="0">
                <a:solidFill>
                  <a:srgbClr val="C00000"/>
                </a:solidFill>
              </a:rPr>
              <a:t>100%</a:t>
            </a:r>
            <a:r>
              <a:rPr lang="en-US" sz="2800" b="0" dirty="0">
                <a:solidFill>
                  <a:schemeClr val="tx2"/>
                </a:solidFill>
              </a:rPr>
              <a:t>, the team warned me that </a:t>
            </a:r>
            <a:r>
              <a:rPr lang="en-US" sz="2800" b="0" dirty="0">
                <a:solidFill>
                  <a:srgbClr val="C00000"/>
                </a:solidFill>
              </a:rPr>
              <a:t>they're going to throw me out the window</a:t>
            </a:r>
            <a:r>
              <a:rPr lang="en-US" sz="2800" b="0" dirty="0">
                <a:solidFill>
                  <a:schemeClr val="tx2"/>
                </a:solidFill>
              </a:rPr>
              <a:t>.</a:t>
            </a:r>
          </a:p>
        </p:txBody>
      </p:sp>
      <p:pic>
        <p:nvPicPr>
          <p:cNvPr id="5" name="Picture 4" descr="A comic strip of a person and person talking to a person&#10;&#10;AI-generated content may be incorrect.">
            <a:extLst>
              <a:ext uri="{FF2B5EF4-FFF2-40B4-BE49-F238E27FC236}">
                <a16:creationId xmlns:a16="http://schemas.microsoft.com/office/drawing/2014/main" id="{59A3C147-F111-C90C-3E05-6E41BF0EB6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4930" y="603925"/>
            <a:ext cx="4193040" cy="54464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01458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448A1-731A-91FE-E7B5-2FEF351D5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57D9B5-4296-FD66-6454-201612494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📖 Let’s the story begin – Setup for the tests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89D633C-3E2D-C620-330F-995671BAA0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8000" y="977317"/>
            <a:ext cx="11419970" cy="4949030"/>
          </a:xfrm>
        </p:spPr>
        <p:txBody>
          <a:bodyPr/>
          <a:lstStyle/>
          <a:p>
            <a:r>
              <a:rPr lang="en-US" sz="2800" b="0" dirty="0">
                <a:solidFill>
                  <a:schemeClr val="tx2"/>
                </a:solidFill>
              </a:rPr>
              <a:t> A utility script, to serve as “upload client”, was created to facilitate testing using different types of malicious PDF file:</a:t>
            </a:r>
          </a:p>
          <a:p>
            <a:pPr marL="0" indent="0">
              <a:buNone/>
            </a:pPr>
            <a:endParaRPr lang="en-US" sz="2800" b="0" dirty="0">
              <a:solidFill>
                <a:schemeClr val="tx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5D51B7-6C8B-DF60-8292-37CF7D79B7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1599" y="1920549"/>
            <a:ext cx="8068801" cy="414395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546162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6FFC1-FE2F-6CD6-EA62-E769DBBDB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845A4E6-506C-8A54-282B-B9A27DF97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📖 Let’s the story begin – Round n°1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A2D3DAB-E05A-AC9C-4BBB-4A581D9BF3D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8000" y="977317"/>
            <a:ext cx="11419970" cy="4949030"/>
          </a:xfrm>
        </p:spPr>
        <p:txBody>
          <a:bodyPr/>
          <a:lstStyle/>
          <a:p>
            <a:r>
              <a:rPr lang="en-US" sz="2800" b="0" dirty="0">
                <a:solidFill>
                  <a:schemeClr val="tx2"/>
                </a:solidFill>
              </a:rPr>
              <a:t> A first test was performed with a Windows binary file renamed as a pdf file:</a:t>
            </a:r>
          </a:p>
          <a:p>
            <a:endParaRPr lang="en-US" sz="2800" b="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2800" b="0" dirty="0">
                <a:solidFill>
                  <a:schemeClr val="tx2"/>
                </a:solidFill>
              </a:rPr>
              <a:t> </a:t>
            </a:r>
          </a:p>
          <a:p>
            <a:r>
              <a:rPr lang="en-US" sz="2800" b="0" dirty="0">
                <a:solidFill>
                  <a:schemeClr val="tx2"/>
                </a:solidFill>
              </a:rPr>
              <a:t> The goal was to test is the service ensure that the provided file is a valid PDF file:</a:t>
            </a:r>
          </a:p>
          <a:p>
            <a:pPr marL="0" indent="0">
              <a:buNone/>
            </a:pPr>
            <a:endParaRPr lang="en-US" sz="2800" b="0" dirty="0">
              <a:solidFill>
                <a:schemeClr val="tx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535224-3613-CF14-2DE1-50957EDA54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427" y="2381659"/>
            <a:ext cx="11025116" cy="7443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8DE0287-DB66-E698-385A-1A59D7E8C6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4186" y="4838714"/>
            <a:ext cx="9223627" cy="7443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709545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BB043-FCDD-8E77-8DD7-910EF2C44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8B1937-E229-DAB6-0930-B3E44E392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📖 Let’s the story begin – Round n°1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3029DA1-9BCD-3EBD-0C74-543E48734A9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8000" y="977317"/>
            <a:ext cx="11419970" cy="4949030"/>
          </a:xfrm>
        </p:spPr>
        <p:txBody>
          <a:bodyPr/>
          <a:lstStyle/>
          <a:p>
            <a:r>
              <a:rPr lang="en-US" sz="2800" b="0" dirty="0">
                <a:solidFill>
                  <a:schemeClr val="tx2"/>
                </a:solidFill>
              </a:rPr>
              <a:t> 🤔 Test failed so the following additional validation was proposed to the team:</a:t>
            </a:r>
          </a:p>
          <a:p>
            <a:pPr lvl="1"/>
            <a:r>
              <a:rPr lang="en-US" sz="2400" dirty="0"/>
              <a:t>Ensure that the provided file is a valid PDF by try loading it via a PDF parser.</a:t>
            </a:r>
          </a:p>
          <a:p>
            <a:pPr marL="0" lvl="1" indent="0">
              <a:buNone/>
            </a:pPr>
            <a:endParaRPr lang="en-US" sz="2400" b="0" dirty="0">
              <a:solidFill>
                <a:schemeClr val="tx2"/>
              </a:solidFill>
            </a:endParaRPr>
          </a:p>
          <a:p>
            <a:r>
              <a:rPr lang="en-US" sz="2800" b="0" dirty="0">
                <a:solidFill>
                  <a:schemeClr val="tx2"/>
                </a:solidFill>
              </a:rPr>
              <a:t> ✅ Test passed after the adding of the additional validation:</a:t>
            </a:r>
          </a:p>
          <a:p>
            <a:endParaRPr lang="en-US" sz="2800" b="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2800" b="0" dirty="0">
                <a:solidFill>
                  <a:schemeClr val="tx2"/>
                </a:solidFill>
              </a:rPr>
              <a:t> 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BD515D-220C-665B-DCFE-5BDD41EA43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4702" y="4251883"/>
            <a:ext cx="9262596" cy="67099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02C893A-AE8C-38CF-319B-BB6D877250CE}"/>
              </a:ext>
            </a:extLst>
          </p:cNvPr>
          <p:cNvSpPr txBox="1"/>
          <p:nvPr/>
        </p:nvSpPr>
        <p:spPr>
          <a:xfrm>
            <a:off x="8967059" y="113779"/>
            <a:ext cx="3040911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600" noProof="0" dirty="0">
                <a:solidFill>
                  <a:schemeClr val="accent3"/>
                </a:solidFill>
              </a:rPr>
              <a:t>🤬 Level of exasperation: 16%</a:t>
            </a:r>
          </a:p>
        </p:txBody>
      </p:sp>
    </p:spTree>
    <p:extLst>
      <p:ext uri="{BB962C8B-B14F-4D97-AF65-F5344CB8AC3E}">
        <p14:creationId xmlns:p14="http://schemas.microsoft.com/office/powerpoint/2010/main" val="3961351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365A8-FB91-8218-737D-7E75815AA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5DB75B-6770-31DB-523A-9A3D7DBF1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📖 Let’s the story begin – Round n°2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41381EB-99BC-524D-D960-85D1ABC4DC7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8000" y="977317"/>
            <a:ext cx="11419970" cy="4949030"/>
          </a:xfrm>
        </p:spPr>
        <p:txBody>
          <a:bodyPr/>
          <a:lstStyle/>
          <a:p>
            <a:r>
              <a:rPr lang="en-US" sz="2800" b="0" dirty="0">
                <a:solidFill>
                  <a:schemeClr val="tx2"/>
                </a:solidFill>
              </a:rPr>
              <a:t> A second test was performed with a valid PDF file containing a JavaScript code triggered when the file is opened:</a:t>
            </a:r>
          </a:p>
          <a:p>
            <a:endParaRPr lang="en-US" sz="2800" b="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2800" b="0" dirty="0">
                <a:solidFill>
                  <a:schemeClr val="tx2"/>
                </a:solidFill>
              </a:rPr>
              <a:t> </a:t>
            </a:r>
          </a:p>
          <a:p>
            <a:pPr marL="0" indent="0">
              <a:buNone/>
            </a:pPr>
            <a:endParaRPr lang="en-US" sz="2800" b="0" dirty="0">
              <a:solidFill>
                <a:schemeClr val="tx2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B80029-5A50-92BD-D91B-7B26F946AA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6103" y="2001809"/>
            <a:ext cx="6964977" cy="392453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99632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6E62F-D9BE-06EF-9EF1-AF13C9CF7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2FADC8-4494-0183-9CC5-4A0F2526C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📖 Let’s the story begin – Round n°2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C7D0AE3-4D9F-D903-11DB-723CC3B837B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8000" y="977317"/>
            <a:ext cx="11419970" cy="4949030"/>
          </a:xfrm>
        </p:spPr>
        <p:txBody>
          <a:bodyPr/>
          <a:lstStyle/>
          <a:p>
            <a:r>
              <a:rPr lang="en-US" sz="2800" b="0" dirty="0">
                <a:solidFill>
                  <a:schemeClr val="tx2"/>
                </a:solidFill>
              </a:rPr>
              <a:t> The goal was to test if the service ensure that the provided PDF file do not contain any JavaScript code that can trigger actions on behalf of the user</a:t>
            </a:r>
            <a:r>
              <a:rPr lang="en-US" sz="2800" b="0" dirty="0">
                <a:solidFill>
                  <a:schemeClr val="accent5"/>
                </a:solidFill>
              </a:rPr>
              <a:t> </a:t>
            </a:r>
            <a:r>
              <a:rPr lang="en-US" sz="2800" b="0" dirty="0">
                <a:solidFill>
                  <a:schemeClr val="tx2"/>
                </a:solidFill>
              </a:rPr>
              <a:t>when he open the file:</a:t>
            </a:r>
          </a:p>
          <a:p>
            <a:pPr marL="0" indent="0">
              <a:buNone/>
            </a:pPr>
            <a:endParaRPr lang="en-US" sz="2800" b="0" dirty="0">
              <a:solidFill>
                <a:schemeClr val="tx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7C562B-8E3E-0BB5-2C7F-AB3C29B44C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538" y="2978498"/>
            <a:ext cx="9964923" cy="94666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61927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AEBC2-9AC3-4712-6B5E-BD025C425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1F11321-5C53-C769-25FD-3C480E97D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📖 Let’s the story begin – Round n°2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97DF473-2026-6250-AA6D-4604CACF612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8000" y="977317"/>
            <a:ext cx="11419970" cy="4949030"/>
          </a:xfrm>
        </p:spPr>
        <p:txBody>
          <a:bodyPr/>
          <a:lstStyle/>
          <a:p>
            <a:r>
              <a:rPr lang="en-US" sz="2800" b="0" dirty="0">
                <a:solidFill>
                  <a:schemeClr val="tx2"/>
                </a:solidFill>
              </a:rPr>
              <a:t>  🤔 Test failed so the following additional validation was proposed to the team:</a:t>
            </a:r>
          </a:p>
          <a:p>
            <a:pPr lvl="1"/>
            <a:r>
              <a:rPr lang="en-US" sz="2400" dirty="0"/>
              <a:t>Ensure that the provided file do not contains any JavaScript code.</a:t>
            </a:r>
          </a:p>
          <a:p>
            <a:pPr marL="0" lvl="1" indent="0">
              <a:buNone/>
            </a:pPr>
            <a:endParaRPr lang="en-US" sz="2400" b="0" dirty="0">
              <a:solidFill>
                <a:schemeClr val="tx2"/>
              </a:solidFill>
            </a:endParaRPr>
          </a:p>
          <a:p>
            <a:r>
              <a:rPr lang="en-US" sz="2800" b="0" dirty="0">
                <a:solidFill>
                  <a:schemeClr val="tx2"/>
                </a:solidFill>
              </a:rPr>
              <a:t> ✅ Test passed after the adding of the additional validation:</a:t>
            </a:r>
          </a:p>
          <a:p>
            <a:endParaRPr lang="en-US" sz="2800" b="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2800" b="0" dirty="0">
                <a:solidFill>
                  <a:schemeClr val="tx2"/>
                </a:solidFill>
              </a:rPr>
              <a:t>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720CE7-DA57-E954-96B6-C6C46BD85D34}"/>
              </a:ext>
            </a:extLst>
          </p:cNvPr>
          <p:cNvSpPr txBox="1"/>
          <p:nvPr/>
        </p:nvSpPr>
        <p:spPr>
          <a:xfrm>
            <a:off x="8967059" y="113779"/>
            <a:ext cx="3040911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600" noProof="0" dirty="0">
                <a:solidFill>
                  <a:schemeClr val="accent3"/>
                </a:solidFill>
              </a:rPr>
              <a:t>🤬 Level of exasperation: </a:t>
            </a:r>
            <a:r>
              <a:rPr lang="en-US" sz="1600" dirty="0">
                <a:solidFill>
                  <a:schemeClr val="accent3"/>
                </a:solidFill>
              </a:rPr>
              <a:t>32</a:t>
            </a:r>
            <a:r>
              <a:rPr lang="en-US" sz="1600" noProof="0" dirty="0">
                <a:solidFill>
                  <a:schemeClr val="accent3"/>
                </a:solidFill>
              </a:rPr>
              <a:t>%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D93A08-AC91-1552-0522-6366FEE890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3321" y="4318998"/>
            <a:ext cx="8749328" cy="76336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07305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85331-1CE8-342D-C354-3CE44C288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3A0447-9D5C-7901-90EC-9DCA1B8EE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📖 Let’s the story begin – Round n°3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E353607-3A14-0643-DFFA-C974C4DCCC0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8000" y="977317"/>
            <a:ext cx="11419970" cy="4949030"/>
          </a:xfrm>
        </p:spPr>
        <p:txBody>
          <a:bodyPr/>
          <a:lstStyle/>
          <a:p>
            <a:r>
              <a:rPr lang="en-US" sz="2800" b="0" dirty="0">
                <a:solidFill>
                  <a:schemeClr val="tx2"/>
                </a:solidFill>
              </a:rPr>
              <a:t> A third test was performed with a valid PDF file containing an attached malicious file:</a:t>
            </a:r>
          </a:p>
          <a:p>
            <a:endParaRPr lang="en-US" sz="2800" b="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2800" b="0" dirty="0">
                <a:solidFill>
                  <a:schemeClr val="tx2"/>
                </a:solidFill>
              </a:rPr>
              <a:t> </a:t>
            </a:r>
          </a:p>
          <a:p>
            <a:pPr marL="0" indent="0">
              <a:buNone/>
            </a:pPr>
            <a:endParaRPr lang="en-US" sz="2800" b="0" dirty="0">
              <a:solidFill>
                <a:schemeClr val="tx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6B5590-4ED1-AC27-53F1-E62264BECC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4262" y="1945758"/>
            <a:ext cx="9368821" cy="479528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14065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5AE30-FC26-0A47-77B2-F81AA5ACC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9F313D3-9682-06E4-65D5-8FFB9CA90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📖 Let’s the story begin – Round n°3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88F0DFF-4B1E-61BD-3A0C-17B1828785F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8000" y="977317"/>
            <a:ext cx="11419970" cy="4949030"/>
          </a:xfrm>
        </p:spPr>
        <p:txBody>
          <a:bodyPr/>
          <a:lstStyle/>
          <a:p>
            <a:r>
              <a:rPr lang="en-US" sz="2800" b="0" dirty="0">
                <a:solidFill>
                  <a:schemeClr val="tx2"/>
                </a:solidFill>
              </a:rPr>
              <a:t> The goal was to test if the service ensure that the provided PDF file do not contain any dangerous attachment.</a:t>
            </a:r>
          </a:p>
          <a:p>
            <a:pPr marL="0" indent="0">
              <a:buNone/>
            </a:pPr>
            <a:endParaRPr lang="en-US" sz="2800" b="0" dirty="0">
              <a:solidFill>
                <a:schemeClr val="tx2"/>
              </a:solidFill>
            </a:endParaRPr>
          </a:p>
          <a:p>
            <a:r>
              <a:rPr lang="en-US" sz="2800" b="0" dirty="0">
                <a:solidFill>
                  <a:schemeClr val="tx2"/>
                </a:solidFill>
              </a:rPr>
              <a:t> Such attachment file can be opened and executed by the user using instruction, into the PDF, intended to trick him (phishing approach).</a:t>
            </a:r>
          </a:p>
          <a:p>
            <a:pPr marL="0" indent="0">
              <a:buNone/>
            </a:pPr>
            <a:endParaRPr lang="en-US" sz="2800" b="0" dirty="0">
              <a:solidFill>
                <a:schemeClr val="tx2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5FA4F2-50B1-AA80-BC0E-12B86ECF77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881" y="4584812"/>
            <a:ext cx="9528237" cy="82715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715954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F61FD-6440-F6E0-41D0-EFD18D41A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E27314-9212-A847-3ABE-683FE3011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📖 Let’s the story begin – Round n°3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A37EFEA-EF0C-F5AE-34D8-5C9A939C78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8000" y="977317"/>
            <a:ext cx="11419970" cy="4949030"/>
          </a:xfrm>
        </p:spPr>
        <p:txBody>
          <a:bodyPr/>
          <a:lstStyle/>
          <a:p>
            <a:r>
              <a:rPr lang="en-US" sz="2800" b="0" dirty="0">
                <a:solidFill>
                  <a:schemeClr val="tx2"/>
                </a:solidFill>
              </a:rPr>
              <a:t>  🤔 Test failed so the following additional validation was proposed to the team:</a:t>
            </a:r>
          </a:p>
          <a:p>
            <a:pPr lvl="1"/>
            <a:r>
              <a:rPr lang="en-US" sz="2400" dirty="0"/>
              <a:t>Ensure that the provided file do not contains any attachments files.</a:t>
            </a:r>
          </a:p>
          <a:p>
            <a:pPr marL="0" lvl="1" indent="0">
              <a:buNone/>
            </a:pPr>
            <a:endParaRPr lang="en-US" sz="2400" b="0" dirty="0">
              <a:solidFill>
                <a:schemeClr val="tx2"/>
              </a:solidFill>
            </a:endParaRPr>
          </a:p>
          <a:p>
            <a:r>
              <a:rPr lang="en-US" sz="2800" b="0" dirty="0">
                <a:solidFill>
                  <a:schemeClr val="tx2"/>
                </a:solidFill>
              </a:rPr>
              <a:t> ✅ Test passed after the adding of the additional validation:</a:t>
            </a:r>
          </a:p>
          <a:p>
            <a:endParaRPr lang="en-US" sz="2800" b="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2800" b="0" dirty="0">
                <a:solidFill>
                  <a:schemeClr val="tx2"/>
                </a:solidFill>
              </a:rPr>
              <a:t>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58CC15-0C5B-B386-40D7-1FC6D70E2110}"/>
              </a:ext>
            </a:extLst>
          </p:cNvPr>
          <p:cNvSpPr txBox="1"/>
          <p:nvPr/>
        </p:nvSpPr>
        <p:spPr>
          <a:xfrm>
            <a:off x="8967059" y="113779"/>
            <a:ext cx="3040911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600" noProof="0" dirty="0">
                <a:solidFill>
                  <a:schemeClr val="accent3"/>
                </a:solidFill>
              </a:rPr>
              <a:t>🤬 Level of exasperation: 48%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4CFFA8-1969-CA7F-940D-965CDD058C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179" y="4437063"/>
            <a:ext cx="8530412" cy="77289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537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2EBE0-4042-E45E-6CF2-04CE03817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4B7364-6C98-7044-CEB2-5328BCDFD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📖 Let’s the story begin – Round n°4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DBACDBD-B750-A641-A360-8510B71B52F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8000" y="977317"/>
            <a:ext cx="11419970" cy="4949030"/>
          </a:xfrm>
        </p:spPr>
        <p:txBody>
          <a:bodyPr/>
          <a:lstStyle/>
          <a:p>
            <a:r>
              <a:rPr lang="en-US" sz="2800" b="0" dirty="0">
                <a:solidFill>
                  <a:schemeClr val="tx2"/>
                </a:solidFill>
              </a:rPr>
              <a:t> A fourth test was performed with a valid PDF file containing an </a:t>
            </a:r>
            <a:r>
              <a:rPr lang="en-US" sz="2800" b="0" dirty="0">
                <a:solidFill>
                  <a:schemeClr val="tx2"/>
                </a:solidFill>
                <a:hlinkClick r:id="rId2"/>
              </a:rPr>
              <a:t>XML Forms Architecture</a:t>
            </a:r>
            <a:r>
              <a:rPr lang="en-US" sz="2800" b="0" dirty="0">
                <a:solidFill>
                  <a:schemeClr val="tx2"/>
                </a:solidFill>
              </a:rPr>
              <a:t> (XFA) form with an </a:t>
            </a:r>
            <a:r>
              <a:rPr lang="en-US" sz="2800" b="0" dirty="0">
                <a:solidFill>
                  <a:schemeClr val="tx2"/>
                </a:solidFill>
                <a:hlinkClick r:id="rId3"/>
              </a:rPr>
              <a:t>XML External Entity </a:t>
            </a:r>
            <a:r>
              <a:rPr lang="en-US" sz="2800" b="0" dirty="0">
                <a:solidFill>
                  <a:schemeClr val="tx2"/>
                </a:solidFill>
              </a:rPr>
              <a:t>reference to an external domain:</a:t>
            </a:r>
          </a:p>
          <a:p>
            <a:pPr marL="0" indent="0">
              <a:buNone/>
            </a:pPr>
            <a:endParaRPr lang="en-US" sz="2800" b="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2800" b="0" dirty="0">
                <a:solidFill>
                  <a:schemeClr val="tx2"/>
                </a:solidFill>
              </a:rPr>
              <a:t> </a:t>
            </a:r>
          </a:p>
          <a:p>
            <a:pPr marL="0" indent="0">
              <a:buNone/>
            </a:pPr>
            <a:endParaRPr lang="en-US" sz="2800" b="0" dirty="0">
              <a:solidFill>
                <a:schemeClr val="tx2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4FDD82F-A001-EF7F-B4A6-AC95A767E4F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47701"/>
          <a:stretch>
            <a:fillRect/>
          </a:stretch>
        </p:blipFill>
        <p:spPr>
          <a:xfrm>
            <a:off x="702161" y="3391786"/>
            <a:ext cx="10787676" cy="253456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A1481E2-E225-CB1E-5FC0-20D0387972C4}"/>
              </a:ext>
            </a:extLst>
          </p:cNvPr>
          <p:cNvSpPr/>
          <p:nvPr/>
        </p:nvSpPr>
        <p:spPr>
          <a:xfrm>
            <a:off x="1219032" y="4086390"/>
            <a:ext cx="10157805" cy="871870"/>
          </a:xfrm>
          <a:prstGeom prst="rect">
            <a:avLst/>
          </a:prstGeom>
          <a:noFill/>
          <a:ln w="317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4B92274F-491B-942D-FD18-C984AC21D9B6}"/>
              </a:ext>
            </a:extLst>
          </p:cNvPr>
          <p:cNvSpPr/>
          <p:nvPr/>
        </p:nvSpPr>
        <p:spPr>
          <a:xfrm>
            <a:off x="5805377" y="2977116"/>
            <a:ext cx="290623" cy="414670"/>
          </a:xfrm>
          <a:prstGeom prst="downArrow">
            <a:avLst/>
          </a:prstGeom>
          <a:gradFill>
            <a:gsLst>
              <a:gs pos="0">
                <a:schemeClr val="tx2">
                  <a:alpha val="0"/>
                </a:schemeClr>
              </a:gs>
              <a:gs pos="100000">
                <a:schemeClr val="tx2"/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6C333E4-EAB2-386F-0AA9-7808BDB89A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4930" y="2427906"/>
            <a:ext cx="5162139" cy="64383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989586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A8FBD-E92C-5064-74C3-DAF03EAFC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157380-E6C6-BFA4-9C04-458C2CBB7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📖 Let’s the story begin – Round n°4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891132A-A1FF-9CE4-2144-AF041DB3EBB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8000" y="977317"/>
            <a:ext cx="11419970" cy="4949030"/>
          </a:xfrm>
        </p:spPr>
        <p:txBody>
          <a:bodyPr/>
          <a:lstStyle/>
          <a:p>
            <a:r>
              <a:rPr lang="en-US" sz="2800" b="0" dirty="0">
                <a:solidFill>
                  <a:schemeClr val="tx2"/>
                </a:solidFill>
              </a:rPr>
              <a:t> The goal was to test if the service ensure that the library used to parse the PDF file is not prone to the following vulnerabilities:</a:t>
            </a:r>
          </a:p>
          <a:p>
            <a:pPr lvl="1"/>
            <a:r>
              <a:rPr lang="fr-FR" sz="2400" b="0" dirty="0">
                <a:solidFill>
                  <a:schemeClr val="tx2"/>
                </a:solidFill>
                <a:hlinkClick r:id="rId2"/>
              </a:rPr>
              <a:t>XML </a:t>
            </a:r>
            <a:r>
              <a:rPr lang="fr-FR" sz="2400" b="0" dirty="0" err="1">
                <a:solidFill>
                  <a:schemeClr val="tx2"/>
                </a:solidFill>
                <a:hlinkClick r:id="rId2"/>
              </a:rPr>
              <a:t>External</a:t>
            </a:r>
            <a:r>
              <a:rPr lang="fr-FR" sz="2400" b="0" dirty="0">
                <a:solidFill>
                  <a:schemeClr val="tx2"/>
                </a:solidFill>
                <a:hlinkClick r:id="rId2"/>
              </a:rPr>
              <a:t> </a:t>
            </a:r>
            <a:r>
              <a:rPr lang="fr-FR" sz="2400" b="0" dirty="0" err="1">
                <a:solidFill>
                  <a:schemeClr val="tx2"/>
                </a:solidFill>
                <a:hlinkClick r:id="rId2"/>
              </a:rPr>
              <a:t>Entity</a:t>
            </a:r>
            <a:r>
              <a:rPr lang="fr-FR" sz="2400" b="0" dirty="0">
                <a:solidFill>
                  <a:schemeClr val="tx2"/>
                </a:solidFill>
                <a:hlinkClick r:id="rId2"/>
              </a:rPr>
              <a:t> injection</a:t>
            </a:r>
            <a:r>
              <a:rPr lang="fr-FR" sz="2400" b="0" dirty="0">
                <a:solidFill>
                  <a:schemeClr val="tx2"/>
                </a:solidFill>
              </a:rPr>
              <a:t> (XXE)</a:t>
            </a:r>
          </a:p>
          <a:p>
            <a:pPr lvl="1"/>
            <a:r>
              <a:rPr lang="en-US" sz="2400" b="0" dirty="0">
                <a:solidFill>
                  <a:schemeClr val="tx2"/>
                </a:solidFill>
                <a:hlinkClick r:id="rId3"/>
              </a:rPr>
              <a:t>Server-Side Request Forgery</a:t>
            </a:r>
            <a:r>
              <a:rPr lang="en-US" sz="2400" b="0" dirty="0">
                <a:solidFill>
                  <a:schemeClr val="tx2"/>
                </a:solidFill>
              </a:rPr>
              <a:t> (SSRF)</a:t>
            </a:r>
          </a:p>
          <a:p>
            <a:pPr marL="0" indent="0">
              <a:buNone/>
            </a:pPr>
            <a:r>
              <a:rPr lang="en-US" sz="2800" b="0" dirty="0">
                <a:solidFill>
                  <a:schemeClr val="tx2"/>
                </a:solidFill>
              </a:rPr>
              <a:t> </a:t>
            </a:r>
          </a:p>
          <a:p>
            <a:r>
              <a:rPr lang="en-US" sz="2800" b="0" dirty="0">
                <a:solidFill>
                  <a:schemeClr val="tx2"/>
                </a:solidFill>
              </a:rPr>
              <a:t> Such vulnerabilities can lead to abuses like the following:</a:t>
            </a:r>
          </a:p>
          <a:p>
            <a:pPr lvl="1"/>
            <a:r>
              <a:rPr lang="en-US" sz="2400" dirty="0"/>
              <a:t>Read local files on the host on which the service is deployed.</a:t>
            </a:r>
          </a:p>
          <a:p>
            <a:pPr lvl="1"/>
            <a:r>
              <a:rPr lang="en-US" sz="2400" b="0" dirty="0">
                <a:solidFill>
                  <a:schemeClr val="tx2"/>
                </a:solidFill>
              </a:rPr>
              <a:t>Instruct the </a:t>
            </a:r>
            <a:r>
              <a:rPr lang="en-US" sz="2400" dirty="0"/>
              <a:t>host, on which the service is deployed, to perform network requests.</a:t>
            </a:r>
          </a:p>
          <a:p>
            <a:pPr lvl="1"/>
            <a:r>
              <a:rPr lang="en-US" sz="2400" dirty="0"/>
              <a:t>…</a:t>
            </a:r>
            <a:endParaRPr lang="en-US" sz="2400" b="0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 sz="2800" b="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2727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38041-9C83-A9E6-17DD-B91D2E74A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E724C6E-524B-07A1-0402-CF686FCF8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📖 Let’s the story begin – Round n°4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8E8772-F4E3-6F5A-F5C5-E01FF18810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000" y="1185530"/>
            <a:ext cx="11276782" cy="448694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58721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97D6B8-478B-2D1F-3EA0-754B136AC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15112D2-667A-5ACA-2D54-8841534A1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📖 Let’s the story begin – Round n°4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8F0DB80-3BA9-573F-68E4-4730BBA07D6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8000" y="977317"/>
            <a:ext cx="11419970" cy="4949030"/>
          </a:xfrm>
        </p:spPr>
        <p:txBody>
          <a:bodyPr/>
          <a:lstStyle/>
          <a:p>
            <a:r>
              <a:rPr lang="en-US" sz="2800" b="0" dirty="0">
                <a:solidFill>
                  <a:schemeClr val="tx2"/>
                </a:solidFill>
              </a:rPr>
              <a:t>  🤔 Test failed so the following additional validation was proposed to the team:</a:t>
            </a:r>
          </a:p>
          <a:p>
            <a:pPr lvl="1"/>
            <a:r>
              <a:rPr lang="en-US" sz="2400" dirty="0"/>
              <a:t>Ensure that the provided file do not contains any XFA forms.</a:t>
            </a:r>
          </a:p>
          <a:p>
            <a:pPr lvl="1"/>
            <a:r>
              <a:rPr lang="en-US" sz="2400" dirty="0"/>
              <a:t>That ways, PDF files stored will not contains any malicious XFA forms that can be triggered, if processed later, by an application using a vulnerable PDF library.</a:t>
            </a:r>
          </a:p>
          <a:p>
            <a:pPr marL="0" lvl="1" indent="0">
              <a:buNone/>
            </a:pPr>
            <a:endParaRPr lang="en-US" sz="2400" b="0" dirty="0">
              <a:solidFill>
                <a:schemeClr val="tx2"/>
              </a:solidFill>
            </a:endParaRPr>
          </a:p>
          <a:p>
            <a:r>
              <a:rPr lang="en-US" sz="2800" b="0" dirty="0">
                <a:solidFill>
                  <a:schemeClr val="tx2"/>
                </a:solidFill>
              </a:rPr>
              <a:t> ✅ Test passed after the adding of the additional validation:</a:t>
            </a:r>
          </a:p>
          <a:p>
            <a:endParaRPr lang="en-US" sz="2800" b="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2800" b="0" dirty="0">
                <a:solidFill>
                  <a:schemeClr val="tx2"/>
                </a:solidFill>
              </a:rPr>
              <a:t>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A1192D-9FD8-26B8-E303-C1AD3B37DEEE}"/>
              </a:ext>
            </a:extLst>
          </p:cNvPr>
          <p:cNvSpPr txBox="1"/>
          <p:nvPr/>
        </p:nvSpPr>
        <p:spPr>
          <a:xfrm>
            <a:off x="8967059" y="113779"/>
            <a:ext cx="3040911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600" noProof="0" dirty="0">
                <a:solidFill>
                  <a:schemeClr val="accent5"/>
                </a:solidFill>
              </a:rPr>
              <a:t>🤬 Level of exasperation: 64%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913B38-1455-23B0-9894-4B7225F128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851" y="5173268"/>
            <a:ext cx="7960584" cy="65338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64034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AB217-8DF4-64B1-EDD1-42A022C46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3B0007-69E6-BDDF-D1A7-F14E86700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📖 Let’s the story begin – Round n°5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78B57A3-956B-6E65-1863-5D3E5605B75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8000" y="977317"/>
            <a:ext cx="11419970" cy="4949030"/>
          </a:xfrm>
        </p:spPr>
        <p:txBody>
          <a:bodyPr/>
          <a:lstStyle/>
          <a:p>
            <a:r>
              <a:rPr lang="en-US" sz="2800" b="0" dirty="0">
                <a:solidFill>
                  <a:schemeClr val="tx2"/>
                </a:solidFill>
              </a:rPr>
              <a:t> A fifth test was performed with a valid PDF file containing a link to a malicious file:</a:t>
            </a:r>
          </a:p>
          <a:p>
            <a:endParaRPr lang="en-US" sz="2800" b="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2800" b="0" dirty="0">
                <a:solidFill>
                  <a:schemeClr val="tx2"/>
                </a:solidFill>
              </a:rPr>
              <a:t> </a:t>
            </a:r>
          </a:p>
          <a:p>
            <a:pPr marL="0" indent="0">
              <a:buNone/>
            </a:pPr>
            <a:endParaRPr lang="en-US" sz="2800" b="0" dirty="0">
              <a:solidFill>
                <a:schemeClr val="tx2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BFD8A7-ED6E-CB26-E0EE-5F2A6543B2BE}"/>
              </a:ext>
            </a:extLst>
          </p:cNvPr>
          <p:cNvSpPr txBox="1"/>
          <p:nvPr/>
        </p:nvSpPr>
        <p:spPr>
          <a:xfrm>
            <a:off x="244549" y="5847907"/>
            <a:ext cx="1030294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400" dirty="0">
                <a:latin typeface="Consolas" panose="020B0609020204030204" pitchFamily="49" charset="0"/>
              </a:rPr>
              <a:t>hxxps://github.com/AlessandroZ/LaZagne/releases/download/2.4.3/lazagne.exe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ECDF1AA-B65E-A525-23B4-1B6370788C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5147" y="1588140"/>
            <a:ext cx="7872177" cy="401178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Arrow: Bent-Up 11">
            <a:extLst>
              <a:ext uri="{FF2B5EF4-FFF2-40B4-BE49-F238E27FC236}">
                <a16:creationId xmlns:a16="http://schemas.microsoft.com/office/drawing/2014/main" id="{0364D1ED-1FFF-D3D7-3378-10C1EA44D21F}"/>
              </a:ext>
            </a:extLst>
          </p:cNvPr>
          <p:cNvSpPr/>
          <p:nvPr/>
        </p:nvSpPr>
        <p:spPr>
          <a:xfrm rot="10800000">
            <a:off x="5316278" y="5179164"/>
            <a:ext cx="1056167" cy="668742"/>
          </a:xfrm>
          <a:prstGeom prst="bentUpArrow">
            <a:avLst/>
          </a:prstGeom>
          <a:gradFill>
            <a:gsLst>
              <a:gs pos="0">
                <a:schemeClr val="tx2">
                  <a:alpha val="0"/>
                </a:schemeClr>
              </a:gs>
              <a:gs pos="100000">
                <a:schemeClr val="tx2"/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25439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F9E3A-DBAC-ED27-E37D-00F2C2AC6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300DE6-754B-0978-BC1C-9A5D3C608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📖 Let’s the story begin – Round n°5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676507D-8D55-F03F-60D5-6EA1D309D2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5626"/>
          <a:stretch>
            <a:fillRect/>
          </a:stretch>
        </p:blipFill>
        <p:spPr>
          <a:xfrm>
            <a:off x="1135939" y="2448798"/>
            <a:ext cx="10510449" cy="319077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029D462-864D-D455-3E8C-2BC2972380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0116" y="945294"/>
            <a:ext cx="8162096" cy="128754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02947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130AE-B1B4-DDD4-96EC-80A1BA7D0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8E3CF9-CB24-1DB0-A3CE-9DBCDE187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📖 Let’s the story begin – Round n°5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724CFBE-895C-529D-962F-48F3B3F99C9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8000" y="977317"/>
            <a:ext cx="11419970" cy="4949030"/>
          </a:xfrm>
        </p:spPr>
        <p:txBody>
          <a:bodyPr/>
          <a:lstStyle/>
          <a:p>
            <a:r>
              <a:rPr lang="en-US" sz="2800" b="0" dirty="0">
                <a:solidFill>
                  <a:schemeClr val="tx2"/>
                </a:solidFill>
              </a:rPr>
              <a:t> The goal was to test if the service ensure that the provided PDF file do not contain any link to dangerous content.</a:t>
            </a:r>
          </a:p>
          <a:p>
            <a:pPr marL="0" indent="0">
              <a:buNone/>
            </a:pPr>
            <a:endParaRPr lang="en-US" sz="2800" b="0" dirty="0">
              <a:solidFill>
                <a:schemeClr val="tx2"/>
              </a:solidFill>
            </a:endParaRPr>
          </a:p>
          <a:p>
            <a:r>
              <a:rPr lang="en-US" sz="2800" b="0" dirty="0">
                <a:solidFill>
                  <a:schemeClr val="tx2"/>
                </a:solidFill>
              </a:rPr>
              <a:t> Such link can be used, in addition to instruction into the PDF, to trick the user to click on the link and then download/execute the referenced malicious program (phishing approach).</a:t>
            </a:r>
          </a:p>
          <a:p>
            <a:pPr marL="0" indent="0">
              <a:buNone/>
            </a:pPr>
            <a:endParaRPr lang="en-US" sz="2800" b="0" dirty="0">
              <a:solidFill>
                <a:schemeClr val="tx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E7A59E-620D-AB2E-0ABE-776E5686CF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6525" y="5033365"/>
            <a:ext cx="9398949" cy="84731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97681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BB301-497D-CCB0-26BB-78AA2C28E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8F14790-074C-95E2-C4EF-910EA1CD2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📖 Let’s the story begin – Round n°5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E28F0C4-9907-93B2-D5DA-46FB3B31BFB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8000" y="977317"/>
            <a:ext cx="11419970" cy="4949030"/>
          </a:xfrm>
        </p:spPr>
        <p:txBody>
          <a:bodyPr/>
          <a:lstStyle/>
          <a:p>
            <a:r>
              <a:rPr lang="en-US" sz="2800" b="0" dirty="0">
                <a:solidFill>
                  <a:schemeClr val="tx2"/>
                </a:solidFill>
              </a:rPr>
              <a:t>  🤔 Test failed so the following additional validation was proposed to the team:</a:t>
            </a:r>
          </a:p>
          <a:p>
            <a:pPr lvl="1"/>
            <a:r>
              <a:rPr lang="en-US" sz="2400" dirty="0"/>
              <a:t>Ensure that the provided file contains only links to allowed domains and content.</a:t>
            </a:r>
          </a:p>
          <a:p>
            <a:pPr marL="0" lvl="1" indent="0">
              <a:buNone/>
            </a:pPr>
            <a:endParaRPr lang="en-US" sz="2400" b="0" dirty="0">
              <a:solidFill>
                <a:schemeClr val="tx2"/>
              </a:solidFill>
            </a:endParaRPr>
          </a:p>
          <a:p>
            <a:r>
              <a:rPr lang="en-US" sz="2800" b="0" dirty="0">
                <a:solidFill>
                  <a:schemeClr val="tx2"/>
                </a:solidFill>
              </a:rPr>
              <a:t> ✅ Test passed after the adding of the additional validation:</a:t>
            </a:r>
          </a:p>
          <a:p>
            <a:endParaRPr lang="en-US" sz="2800" b="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2800" b="0" dirty="0">
                <a:solidFill>
                  <a:schemeClr val="tx2"/>
                </a:solidFill>
              </a:rPr>
              <a:t>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798E0F-45CC-AAFD-85E7-A216053474BA}"/>
              </a:ext>
            </a:extLst>
          </p:cNvPr>
          <p:cNvSpPr txBox="1"/>
          <p:nvPr/>
        </p:nvSpPr>
        <p:spPr>
          <a:xfrm>
            <a:off x="8967059" y="113779"/>
            <a:ext cx="3040911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600" noProof="0" dirty="0">
                <a:solidFill>
                  <a:srgbClr val="C00000"/>
                </a:solidFill>
              </a:rPr>
              <a:t>🤬 Level of exasperation: 80%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2CF8EB-E28E-6000-70F9-43E20A4527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4490" y="4552915"/>
            <a:ext cx="7883020" cy="68893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750126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742E8-1670-204D-A8E7-0672DA537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57B4822-73D2-F2DE-4902-BDBAB052C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📖 Let’s the story begin – Round n°6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BDD3EBC-02D0-7D15-A14C-72BB94993CF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8000" y="977317"/>
            <a:ext cx="11419970" cy="4949030"/>
          </a:xfrm>
        </p:spPr>
        <p:txBody>
          <a:bodyPr/>
          <a:lstStyle/>
          <a:p>
            <a:r>
              <a:rPr lang="en-US" sz="2800" b="0" dirty="0">
                <a:solidFill>
                  <a:schemeClr val="tx2"/>
                </a:solidFill>
              </a:rPr>
              <a:t> A sixth test was performed with a valid PDF file, in which, a malicious file was hidden using “binary concatenation”:</a:t>
            </a:r>
          </a:p>
          <a:p>
            <a:endParaRPr lang="en-US" sz="2800" b="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2800" b="0" dirty="0">
                <a:solidFill>
                  <a:schemeClr val="tx2"/>
                </a:solidFill>
              </a:rPr>
              <a:t> </a:t>
            </a:r>
          </a:p>
          <a:p>
            <a:pPr marL="0" indent="0">
              <a:buNone/>
            </a:pPr>
            <a:endParaRPr lang="en-US" sz="2800" b="0" dirty="0">
              <a:solidFill>
                <a:schemeClr val="tx2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90CE54D-015D-D2E7-CC34-1D4FB47086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5782" y="2087507"/>
            <a:ext cx="6868581" cy="365114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FC012AD-54A8-0E2D-355E-196E7ABD39BA}"/>
              </a:ext>
            </a:extLst>
          </p:cNvPr>
          <p:cNvSpPr txBox="1"/>
          <p:nvPr/>
        </p:nvSpPr>
        <p:spPr>
          <a:xfrm>
            <a:off x="244549" y="5847907"/>
            <a:ext cx="1030294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400" dirty="0">
                <a:latin typeface="Consolas" panose="020B0609020204030204" pitchFamily="49" charset="0"/>
              </a:rPr>
              <a:t>hxxps://github.com/AlessandroZ/LaZagne/releases/download/2.4.6/lazagne.exe </a:t>
            </a:r>
          </a:p>
        </p:txBody>
      </p:sp>
      <p:sp>
        <p:nvSpPr>
          <p:cNvPr id="9" name="Arrow: Bent-Up 8">
            <a:extLst>
              <a:ext uri="{FF2B5EF4-FFF2-40B4-BE49-F238E27FC236}">
                <a16:creationId xmlns:a16="http://schemas.microsoft.com/office/drawing/2014/main" id="{B344369E-E6FB-4C1E-1CE7-D07FCE314B8B}"/>
              </a:ext>
            </a:extLst>
          </p:cNvPr>
          <p:cNvSpPr/>
          <p:nvPr/>
        </p:nvSpPr>
        <p:spPr>
          <a:xfrm rot="10800000">
            <a:off x="1903227" y="5138407"/>
            <a:ext cx="1056167" cy="668742"/>
          </a:xfrm>
          <a:prstGeom prst="bentUpArrow">
            <a:avLst/>
          </a:prstGeom>
          <a:gradFill>
            <a:gsLst>
              <a:gs pos="0">
                <a:schemeClr val="tx2">
                  <a:alpha val="0"/>
                </a:schemeClr>
              </a:gs>
              <a:gs pos="100000">
                <a:schemeClr val="tx2"/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9195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5C545-0934-CC13-FB4D-E7BBD1D80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09FCDA-E48F-D2A9-B927-B7D7A4B03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📖 Let’s the story begin – Round n°6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80EC70-E5DC-BD03-7AAC-61D4590B24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4957"/>
          <a:stretch>
            <a:fillRect/>
          </a:stretch>
        </p:blipFill>
        <p:spPr>
          <a:xfrm>
            <a:off x="1501317" y="3891517"/>
            <a:ext cx="9189361" cy="216698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F5BA790-A478-9E59-5252-277F6D7E87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8758" y="1022779"/>
            <a:ext cx="6594481" cy="27411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09675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5EF1A-57B2-8E2B-1523-E632B74F1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041EF8-0C4D-94FB-F2DC-A4618BD03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📖 Let’s the story begin – Round n°6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9FB248-C4F7-C526-7156-99FBE75905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357" y="2156161"/>
            <a:ext cx="10773285" cy="338620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2BC0267-92B8-9376-BAF7-8D773C495E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2600" y="1070607"/>
            <a:ext cx="8546800" cy="74427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63192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758B0-D4D2-F590-CC23-528FCCC33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D2756DE-81FF-0B4A-F059-A06C9ACD2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📖 Let’s the story begin – Round n°6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DE63D71-25FB-998D-9333-7E6F3F47424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8000" y="977317"/>
            <a:ext cx="11419970" cy="4949030"/>
          </a:xfrm>
        </p:spPr>
        <p:txBody>
          <a:bodyPr/>
          <a:lstStyle/>
          <a:p>
            <a:r>
              <a:rPr lang="en-US" sz="2800" b="0" dirty="0">
                <a:solidFill>
                  <a:schemeClr val="tx2"/>
                </a:solidFill>
              </a:rPr>
              <a:t> The goal was to test if the service ensure that the provided PDF file do not contain any “hidden content”.</a:t>
            </a:r>
          </a:p>
          <a:p>
            <a:pPr marL="0" indent="0">
              <a:buNone/>
            </a:pPr>
            <a:endParaRPr lang="en-US" sz="2800" b="0" dirty="0">
              <a:solidFill>
                <a:schemeClr val="tx2"/>
              </a:solidFill>
            </a:endParaRPr>
          </a:p>
          <a:p>
            <a:r>
              <a:rPr lang="en-US" sz="2800" b="0" dirty="0">
                <a:solidFill>
                  <a:schemeClr val="tx2"/>
                </a:solidFill>
              </a:rPr>
              <a:t> Such technique can be used to leverage the service as a relay to store a malicious file into the company information system and then retrieve the malicious file, once inside, to carry an attack in a second phase.</a:t>
            </a:r>
          </a:p>
          <a:p>
            <a:pPr marL="0" indent="0">
              <a:buNone/>
            </a:pPr>
            <a:endParaRPr lang="en-US" sz="2800" b="0" dirty="0">
              <a:solidFill>
                <a:schemeClr val="tx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AD840C-E7B9-94FC-95FB-1B1D586F6B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990" b="17779"/>
          <a:stretch>
            <a:fillRect/>
          </a:stretch>
        </p:blipFill>
        <p:spPr>
          <a:xfrm>
            <a:off x="575171" y="5146157"/>
            <a:ext cx="11354529" cy="46783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66777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BF3BB-F1F4-8E04-DC48-93790D11F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1F534F7-7EB6-BD99-0561-2DB58B39C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📖 Let’s the story begin – Round n°6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E0F90F3-7544-C418-90D2-046A579AEC6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8000" y="977317"/>
            <a:ext cx="11419970" cy="4949030"/>
          </a:xfrm>
        </p:spPr>
        <p:txBody>
          <a:bodyPr/>
          <a:lstStyle/>
          <a:p>
            <a:r>
              <a:rPr lang="en-US" sz="2800" b="0" dirty="0">
                <a:solidFill>
                  <a:schemeClr val="tx2"/>
                </a:solidFill>
              </a:rPr>
              <a:t>  🤔 Test failed so the following additional processing was proposed to the team:</a:t>
            </a:r>
          </a:p>
          <a:p>
            <a:pPr lvl="1"/>
            <a:r>
              <a:rPr lang="en-US" sz="2400" dirty="0"/>
              <a:t>Load the PDF file in memory with a PDF parsing library.</a:t>
            </a:r>
          </a:p>
          <a:p>
            <a:pPr lvl="1"/>
            <a:r>
              <a:rPr lang="en-US" sz="2400" dirty="0"/>
              <a:t> Save it, via the same PDF library, into another byte buffer to remove any additional content that is not part of the PDF structure.</a:t>
            </a:r>
          </a:p>
          <a:p>
            <a:pPr marL="0" indent="0">
              <a:buNone/>
            </a:pPr>
            <a:endParaRPr lang="en-US" sz="2800" b="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2800" b="0" dirty="0">
                <a:solidFill>
                  <a:schemeClr val="tx2"/>
                </a:solidFill>
              </a:rPr>
              <a:t>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2F7DF4-9D6F-8286-D290-A040B93FEFAB}"/>
              </a:ext>
            </a:extLst>
          </p:cNvPr>
          <p:cNvSpPr txBox="1"/>
          <p:nvPr/>
        </p:nvSpPr>
        <p:spPr>
          <a:xfrm>
            <a:off x="8967059" y="113779"/>
            <a:ext cx="3040911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600" noProof="0" dirty="0">
                <a:solidFill>
                  <a:srgbClr val="C00000"/>
                </a:solidFill>
              </a:rPr>
              <a:t>🤬 Level of exasperation: 96%</a:t>
            </a:r>
          </a:p>
        </p:txBody>
      </p:sp>
    </p:spTree>
    <p:extLst>
      <p:ext uri="{BB962C8B-B14F-4D97-AF65-F5344CB8AC3E}">
        <p14:creationId xmlns:p14="http://schemas.microsoft.com/office/powerpoint/2010/main" val="1987946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831D1-14C1-1277-C808-9F41E5161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067B626-62D2-EA15-9946-30BFD3866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📖 Let’s the story begin – Round n°6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E2D873E-EA82-331F-BE96-6FF6C749246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8000" y="977317"/>
            <a:ext cx="11419970" cy="4949030"/>
          </a:xfrm>
        </p:spPr>
        <p:txBody>
          <a:bodyPr/>
          <a:lstStyle/>
          <a:p>
            <a:r>
              <a:rPr lang="en-US" sz="2400" dirty="0"/>
              <a:t> ✅ </a:t>
            </a:r>
            <a:r>
              <a:rPr lang="en-US" sz="2800" b="0" dirty="0">
                <a:solidFill>
                  <a:schemeClr val="tx2"/>
                </a:solidFill>
              </a:rPr>
              <a:t>Test passed after the adding of the additional processing:</a:t>
            </a:r>
          </a:p>
          <a:p>
            <a:pPr marL="0" lvl="1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800" b="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2800" b="0" dirty="0">
                <a:solidFill>
                  <a:schemeClr val="tx2"/>
                </a:solidFill>
              </a:rPr>
              <a:t>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41DF18-1CF0-931C-81B5-A98B795EC1DA}"/>
              </a:ext>
            </a:extLst>
          </p:cNvPr>
          <p:cNvSpPr txBox="1"/>
          <p:nvPr/>
        </p:nvSpPr>
        <p:spPr>
          <a:xfrm>
            <a:off x="8967059" y="113779"/>
            <a:ext cx="3040911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600" noProof="0" dirty="0">
                <a:solidFill>
                  <a:srgbClr val="C00000"/>
                </a:solidFill>
              </a:rPr>
              <a:t>🤬 Level of exasperation: 96%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55F110-8AF1-2B31-E1A2-CFC2EDCA9C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02" y="1919076"/>
            <a:ext cx="12048050" cy="311012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AA48129-48A1-5BBC-2D82-2E12693E909F}"/>
              </a:ext>
            </a:extLst>
          </p:cNvPr>
          <p:cNvSpPr/>
          <p:nvPr/>
        </p:nvSpPr>
        <p:spPr>
          <a:xfrm>
            <a:off x="99102" y="2052084"/>
            <a:ext cx="2856749" cy="446567"/>
          </a:xfrm>
          <a:prstGeom prst="rect">
            <a:avLst/>
          </a:prstGeom>
          <a:noFill/>
          <a:ln w="317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E977823-69F0-55F7-53CF-8292EF184EAF}"/>
              </a:ext>
            </a:extLst>
          </p:cNvPr>
          <p:cNvSpPr/>
          <p:nvPr/>
        </p:nvSpPr>
        <p:spPr>
          <a:xfrm>
            <a:off x="99102" y="3834443"/>
            <a:ext cx="3473438" cy="446567"/>
          </a:xfrm>
          <a:prstGeom prst="rect">
            <a:avLst/>
          </a:prstGeom>
          <a:noFill/>
          <a:ln w="317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65579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1B662-827E-673B-C37F-BDDBA873F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364BF5-2AAB-E072-15D0-CBDC92026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📖 Let’s the story begin – Final state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57E7D38-3558-049A-380D-1044EA6C69A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8000" y="977317"/>
            <a:ext cx="11419970" cy="4949030"/>
          </a:xfrm>
        </p:spPr>
        <p:txBody>
          <a:bodyPr/>
          <a:lstStyle/>
          <a:p>
            <a:r>
              <a:rPr lang="en-US" sz="2800" b="0" dirty="0">
                <a:solidFill>
                  <a:schemeClr val="tx2"/>
                </a:solidFill>
              </a:rPr>
              <a:t> ✅ All malicious variation of a PDF file, know by your servitor, were applied against the upload service:</a:t>
            </a:r>
          </a:p>
          <a:p>
            <a:pPr lvl="1"/>
            <a:r>
              <a:rPr lang="en-US" sz="2400" b="0" dirty="0">
                <a:solidFill>
                  <a:schemeClr val="tx2"/>
                </a:solidFill>
              </a:rPr>
              <a:t>It can be considered as safe (for the moment).</a:t>
            </a:r>
          </a:p>
          <a:p>
            <a:pPr marL="0" indent="0">
              <a:buNone/>
            </a:pPr>
            <a:endParaRPr lang="en-US" sz="2800" b="0" dirty="0">
              <a:solidFill>
                <a:schemeClr val="tx2"/>
              </a:solidFill>
            </a:endParaRPr>
          </a:p>
          <a:p>
            <a:r>
              <a:rPr lang="en-US" sz="2800" b="0" dirty="0">
                <a:solidFill>
                  <a:schemeClr val="tx2"/>
                </a:solidFill>
              </a:rPr>
              <a:t> 🔬 The following additional validations/processing were added:</a:t>
            </a:r>
          </a:p>
          <a:p>
            <a:pPr lvl="1"/>
            <a:r>
              <a:rPr lang="en-US" sz="2400" b="0" dirty="0">
                <a:solidFill>
                  <a:schemeClr val="tx2"/>
                </a:solidFill>
              </a:rPr>
              <a:t>File is a valid PDF file.</a:t>
            </a:r>
          </a:p>
          <a:p>
            <a:pPr lvl="1"/>
            <a:r>
              <a:rPr lang="en-US" sz="2400" b="0" dirty="0">
                <a:solidFill>
                  <a:schemeClr val="tx2"/>
                </a:solidFill>
              </a:rPr>
              <a:t>File do not contain any JavaScript code, attachments files or XFA forms.</a:t>
            </a:r>
          </a:p>
          <a:p>
            <a:pPr lvl="1"/>
            <a:r>
              <a:rPr lang="en-US" sz="2400" b="0" dirty="0">
                <a:solidFill>
                  <a:schemeClr val="tx2"/>
                </a:solidFill>
              </a:rPr>
              <a:t>File contains only links to allowed domains and content.</a:t>
            </a:r>
          </a:p>
          <a:p>
            <a:pPr lvl="1"/>
            <a:r>
              <a:rPr lang="en-US" sz="2400" b="0" dirty="0">
                <a:solidFill>
                  <a:schemeClr val="tx2"/>
                </a:solidFill>
              </a:rPr>
              <a:t>File do not contain any "hidden content".</a:t>
            </a:r>
            <a:endParaRPr lang="en-US" sz="2400" dirty="0"/>
          </a:p>
          <a:p>
            <a:pPr marL="0" indent="0">
              <a:buNone/>
            </a:pPr>
            <a:endParaRPr lang="en-US" sz="2800" b="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2800" b="0" dirty="0">
                <a:solidFill>
                  <a:schemeClr val="tx2"/>
                </a:solidFill>
              </a:rPr>
              <a:t> 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CC2FC8-F95B-EF24-A541-FCCC55DB0D71}"/>
              </a:ext>
            </a:extLst>
          </p:cNvPr>
          <p:cNvSpPr/>
          <p:nvPr/>
        </p:nvSpPr>
        <p:spPr>
          <a:xfrm>
            <a:off x="6096000" y="123276"/>
            <a:ext cx="5911970" cy="80837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😉 Final level of exasperation not reached 100%. </a:t>
            </a:r>
          </a:p>
          <a:p>
            <a:pPr algn="ctr"/>
            <a:r>
              <a:rPr lang="en-US" dirty="0"/>
              <a:t>So, I have not tested the effect of the gravity. </a:t>
            </a:r>
          </a:p>
        </p:txBody>
      </p:sp>
    </p:spTree>
    <p:extLst>
      <p:ext uri="{BB962C8B-B14F-4D97-AF65-F5344CB8AC3E}">
        <p14:creationId xmlns:p14="http://schemas.microsoft.com/office/powerpoint/2010/main" val="261788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400B5-6B1B-4521-5FD8-A1304FCF4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B5F710B-7C72-92A7-2EC6-B37F1470C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🛣️ Conclusion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F2CBF5E-E258-4CD8-1B47-F4CFE1D148C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8000" y="977317"/>
            <a:ext cx="11419970" cy="4949030"/>
          </a:xfrm>
        </p:spPr>
        <p:txBody>
          <a:bodyPr/>
          <a:lstStyle/>
          <a:p>
            <a:r>
              <a:rPr lang="en-US" sz="2800" b="0" dirty="0">
                <a:solidFill>
                  <a:schemeClr val="tx2"/>
                </a:solidFill>
              </a:rPr>
              <a:t> ❌ Regarding the following statement</a:t>
            </a:r>
          </a:p>
          <a:p>
            <a:pPr lvl="1"/>
            <a:r>
              <a:rPr lang="en-US" sz="2400" b="0" dirty="0">
                <a:solidFill>
                  <a:schemeClr val="tx2"/>
                </a:solidFill>
              </a:rPr>
              <a:t> PDF is a safe format </a:t>
            </a:r>
            <a:r>
              <a:rPr lang="en-US" sz="2400" b="0" dirty="0">
                <a:solidFill>
                  <a:schemeClr val="tx2"/>
                </a:solidFill>
                <a:sym typeface="Wingdings" panose="05000000000000000000" pitchFamily="2" charset="2"/>
              </a:rPr>
              <a:t> No, it require validation like all file formats.</a:t>
            </a:r>
            <a:endParaRPr lang="en-US" sz="2400" b="0" dirty="0">
              <a:solidFill>
                <a:schemeClr val="tx2"/>
              </a:solidFill>
            </a:endParaRPr>
          </a:p>
          <a:p>
            <a:pPr lvl="1"/>
            <a:r>
              <a:rPr lang="en-US" sz="2400" b="0" dirty="0">
                <a:solidFill>
                  <a:schemeClr val="tx2"/>
                </a:solidFill>
              </a:rPr>
              <a:t>A "file upload" is simple to implement </a:t>
            </a:r>
            <a:r>
              <a:rPr lang="en-US" sz="2400" b="0" dirty="0">
                <a:solidFill>
                  <a:schemeClr val="tx2"/>
                </a:solidFill>
                <a:sym typeface="Wingdings" panose="05000000000000000000" pitchFamily="2" charset="2"/>
              </a:rPr>
              <a:t> Not really.</a:t>
            </a:r>
          </a:p>
          <a:p>
            <a:pPr lvl="1"/>
            <a:endParaRPr lang="en-US" sz="2400" dirty="0">
              <a:sym typeface="Wingdings" panose="05000000000000000000" pitchFamily="2" charset="2"/>
            </a:endParaRPr>
          </a:p>
          <a:p>
            <a:r>
              <a:rPr lang="en-US" sz="2800" b="0" dirty="0">
                <a:solidFill>
                  <a:schemeClr val="tx2"/>
                </a:solidFill>
                <a:sym typeface="Wingdings" panose="05000000000000000000" pitchFamily="2" charset="2"/>
              </a:rPr>
              <a:t> ✅ All the frustration meet could be avoided by a more precise User Story based on the analysis of:</a:t>
            </a:r>
          </a:p>
          <a:p>
            <a:pPr lvl="1"/>
            <a:r>
              <a:rPr lang="en-US" sz="2400" b="0" dirty="0">
                <a:solidFill>
                  <a:schemeClr val="tx2"/>
                </a:solidFill>
                <a:sym typeface="Wingdings" panose="05000000000000000000" pitchFamily="2" charset="2"/>
              </a:rPr>
              <a:t> Real use cases of the wanted file format from a </a:t>
            </a:r>
            <a:r>
              <a:rPr lang="en-US" sz="2400" b="0" dirty="0">
                <a:solidFill>
                  <a:schemeClr val="accent1"/>
                </a:solidFill>
                <a:sym typeface="Wingdings" panose="05000000000000000000" pitchFamily="2" charset="2"/>
              </a:rPr>
              <a:t>business perspective</a:t>
            </a:r>
            <a:r>
              <a:rPr lang="en-US" sz="2400" b="0" dirty="0">
                <a:solidFill>
                  <a:schemeClr val="tx2"/>
                </a:solidFill>
                <a:sym typeface="Wingdings" panose="05000000000000000000" pitchFamily="2" charset="2"/>
              </a:rPr>
              <a:t>.</a:t>
            </a:r>
          </a:p>
          <a:p>
            <a:pPr lvl="1"/>
            <a:r>
              <a:rPr lang="en-US" sz="2400" dirty="0">
                <a:sym typeface="Wingdings" panose="05000000000000000000" pitchFamily="2" charset="2"/>
              </a:rPr>
              <a:t> Attack vectors exposed by the wanted file format from a </a:t>
            </a:r>
            <a:r>
              <a:rPr lang="en-US" sz="2400" dirty="0">
                <a:solidFill>
                  <a:schemeClr val="accent5"/>
                </a:solidFill>
                <a:sym typeface="Wingdings" panose="05000000000000000000" pitchFamily="2" charset="2"/>
              </a:rPr>
              <a:t>security perspective</a:t>
            </a:r>
            <a:r>
              <a:rPr lang="en-US" sz="2400" dirty="0">
                <a:sym typeface="Wingdings" panose="05000000000000000000" pitchFamily="2" charset="2"/>
              </a:rPr>
              <a:t>.</a:t>
            </a:r>
            <a:endParaRPr lang="en-US" sz="2400" b="0" dirty="0">
              <a:solidFill>
                <a:schemeClr val="tx2"/>
              </a:solidFill>
            </a:endParaRPr>
          </a:p>
          <a:p>
            <a:endParaRPr lang="en-US" sz="2800" b="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2800" b="0" dirty="0">
                <a:solidFill>
                  <a:schemeClr val="tx2"/>
                </a:solidFill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469469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7EABB-3AF8-3E8A-42D7-048E653F7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607D1A-0517-89C0-44D0-2201B6D63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🤖 Misc: Code generated via AI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780FB18-5DA9-5DB8-969B-6A863CD1387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8000" y="977317"/>
            <a:ext cx="11419970" cy="4949030"/>
          </a:xfrm>
        </p:spPr>
        <p:txBody>
          <a:bodyPr/>
          <a:lstStyle/>
          <a:p>
            <a:r>
              <a:rPr lang="en-US" sz="2800" b="0" dirty="0">
                <a:solidFill>
                  <a:schemeClr val="tx2"/>
                </a:solidFill>
              </a:rPr>
              <a:t> Using ChatGPT (model GPT-5.2–class) with a user prompt </a:t>
            </a:r>
            <a:r>
              <a:rPr lang="en-US" sz="2800" b="0" dirty="0">
                <a:solidFill>
                  <a:schemeClr val="accent1"/>
                </a:solidFill>
              </a:rPr>
              <a:t>without any mention to the security aspect</a:t>
            </a:r>
            <a:r>
              <a:rPr lang="en-US" sz="2800" b="0" dirty="0">
                <a:solidFill>
                  <a:schemeClr val="tx2"/>
                </a:solidFill>
              </a:rPr>
              <a:t>:</a:t>
            </a:r>
          </a:p>
          <a:p>
            <a:pPr marL="0" lvl="1" indent="0">
              <a:buNone/>
            </a:pPr>
            <a:endParaRPr lang="en-US" sz="2800" b="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2800" b="0" dirty="0">
                <a:solidFill>
                  <a:schemeClr val="tx2"/>
                </a:solidFill>
              </a:rPr>
              <a:t>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2B787C-EEA3-8CF3-11B1-F44B3B2C8115}"/>
              </a:ext>
            </a:extLst>
          </p:cNvPr>
          <p:cNvSpPr txBox="1"/>
          <p:nvPr/>
        </p:nvSpPr>
        <p:spPr>
          <a:xfrm>
            <a:off x="184031" y="2466753"/>
            <a:ext cx="11724434" cy="276998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dirty="0">
                <a:latin typeface="Consolas" panose="020B0609020204030204" pitchFamily="49" charset="0"/>
              </a:rPr>
              <a:t>Give me the Java code of a REST web service intended to be an upload service accepting only PDF file.</a:t>
            </a:r>
          </a:p>
          <a:p>
            <a:pPr algn="l"/>
            <a:endParaRPr lang="en-US" dirty="0">
              <a:latin typeface="Consolas" panose="020B0609020204030204" pitchFamily="49" charset="0"/>
            </a:endParaRPr>
          </a:p>
          <a:p>
            <a:pPr algn="l"/>
            <a:r>
              <a:rPr lang="en-US" dirty="0">
                <a:latin typeface="Consolas" panose="020B0609020204030204" pitchFamily="49" charset="0"/>
              </a:rPr>
              <a:t>You must make the code compact and easy to read/understand/maintain.</a:t>
            </a:r>
          </a:p>
          <a:p>
            <a:pPr algn="l"/>
            <a:endParaRPr lang="en-US" dirty="0">
              <a:latin typeface="Consolas" panose="020B0609020204030204" pitchFamily="49" charset="0"/>
            </a:endParaRPr>
          </a:p>
          <a:p>
            <a:pPr algn="l"/>
            <a:r>
              <a:rPr lang="en-US" dirty="0">
                <a:latin typeface="Consolas" panose="020B0609020204030204" pitchFamily="49" charset="0"/>
              </a:rPr>
              <a:t>You must fulfil all theses constraints: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latin typeface="Consolas" panose="020B0609020204030204" pitchFamily="49" charset="0"/>
              </a:rPr>
              <a:t>The REST web service must use Spring Boot.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latin typeface="Consolas" panose="020B0609020204030204" pitchFamily="49" charset="0"/>
              </a:rPr>
              <a:t>You must use a recommended, maintained and open-source Java PDF library as much as possible.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latin typeface="Consolas" panose="020B0609020204030204" pitchFamily="49" charset="0"/>
              </a:rPr>
              <a:t>The maximum size of the size must be 10 MB.</a:t>
            </a:r>
            <a:endParaRPr lang="fr-FR" dirty="0" err="1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78112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31B11-40A8-25E6-9F3C-A5A774E44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1EA181-EAD7-0C9B-6075-CCAFB9E06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🤖 Misc: Code generated via AI</a:t>
            </a:r>
          </a:p>
        </p:txBody>
      </p:sp>
      <p:pic>
        <p:nvPicPr>
          <p:cNvPr id="6" name="Picture 5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F20E73DB-B25D-FC4B-C15E-75CFC79FC8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3632" y="808228"/>
            <a:ext cx="9884735" cy="524154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283691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E6023-F693-7699-F89F-1086663FC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53230D-FF16-0731-521D-D75C9FDA4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🤖 Misc: Code generated via AI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5681DCE-E000-7EA1-F0DD-4559669AEBC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8000" y="977317"/>
            <a:ext cx="11419970" cy="4949030"/>
          </a:xfrm>
        </p:spPr>
        <p:txBody>
          <a:bodyPr/>
          <a:lstStyle/>
          <a:p>
            <a:r>
              <a:rPr lang="en-US" sz="2800" b="0" dirty="0">
                <a:solidFill>
                  <a:schemeClr val="tx2"/>
                </a:solidFill>
              </a:rPr>
              <a:t> Using ChatGPT (model GPT-5.2–class) with a user prompt </a:t>
            </a:r>
            <a:r>
              <a:rPr lang="en-US" sz="2800" b="0" dirty="0">
                <a:solidFill>
                  <a:schemeClr val="accent1"/>
                </a:solidFill>
              </a:rPr>
              <a:t>with explicit mention to the security aspect</a:t>
            </a:r>
            <a:r>
              <a:rPr lang="en-US" sz="2800" b="0" dirty="0">
                <a:solidFill>
                  <a:schemeClr val="tx2"/>
                </a:solidFill>
              </a:rPr>
              <a:t>:</a:t>
            </a:r>
          </a:p>
          <a:p>
            <a:pPr marL="0" lvl="1" indent="0">
              <a:buNone/>
            </a:pPr>
            <a:endParaRPr lang="en-US" sz="2800" b="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2800" b="0" dirty="0">
                <a:solidFill>
                  <a:schemeClr val="tx2"/>
                </a:solidFill>
              </a:rPr>
              <a:t>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B76E6F-8926-EBC9-DD7E-FE5362608BC0}"/>
              </a:ext>
            </a:extLst>
          </p:cNvPr>
          <p:cNvSpPr txBox="1"/>
          <p:nvPr/>
        </p:nvSpPr>
        <p:spPr>
          <a:xfrm>
            <a:off x="184030" y="2466753"/>
            <a:ext cx="11823939" cy="30469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dirty="0">
                <a:latin typeface="Consolas" panose="020B0609020204030204" pitchFamily="49" charset="0"/>
              </a:rPr>
              <a:t>Give me the Java code of a REST web service intended to be an upload service accepting only PDF file.</a:t>
            </a:r>
          </a:p>
          <a:p>
            <a:pPr algn="l"/>
            <a:endParaRPr lang="en-US" dirty="0">
              <a:latin typeface="Consolas" panose="020B0609020204030204" pitchFamily="49" charset="0"/>
            </a:endParaRPr>
          </a:p>
          <a:p>
            <a:pPr algn="l"/>
            <a:r>
              <a:rPr lang="en-US" dirty="0">
                <a:latin typeface="Consolas" panose="020B0609020204030204" pitchFamily="49" charset="0"/>
              </a:rPr>
              <a:t>You must make the code compact and easy to read/understand/maintain.</a:t>
            </a:r>
          </a:p>
          <a:p>
            <a:pPr algn="l"/>
            <a:endParaRPr lang="en-US" dirty="0">
              <a:latin typeface="Consolas" panose="020B0609020204030204" pitchFamily="49" charset="0"/>
            </a:endParaRPr>
          </a:p>
          <a:p>
            <a:pPr algn="l"/>
            <a:r>
              <a:rPr lang="en-US" dirty="0">
                <a:latin typeface="Consolas" panose="020B0609020204030204" pitchFamily="49" charset="0"/>
              </a:rPr>
              <a:t>You must fulfil all theses constraints: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latin typeface="Consolas" panose="020B0609020204030204" pitchFamily="49" charset="0"/>
              </a:rPr>
              <a:t>The REST web service must use Spring Boot.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latin typeface="Consolas" panose="020B0609020204030204" pitchFamily="49" charset="0"/>
              </a:rPr>
              <a:t>You must use a recommended, maintained and open-source Java PDF library as much as possible.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3"/>
                </a:solidFill>
                <a:latin typeface="Consolas" panose="020B0609020204030204" pitchFamily="49" charset="0"/>
              </a:rPr>
              <a:t>You must include all the security validations to ensure that the PDF file is safe from a security perspective.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latin typeface="Consolas" panose="020B0609020204030204" pitchFamily="49" charset="0"/>
              </a:rPr>
              <a:t>The maximum size of the size must be 10 MB.</a:t>
            </a:r>
            <a:endParaRPr lang="fr-FR" dirty="0" err="1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82732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8BB4A-AC8A-D165-E2D8-05BCF03F1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605F23-5A77-C36A-9682-F6BD4D100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🤖 Misc: Code generated via AI</a:t>
            </a:r>
          </a:p>
        </p:txBody>
      </p:sp>
      <p:pic>
        <p:nvPicPr>
          <p:cNvPr id="8" name="Picture 7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B4048B82-FBF4-4A7F-8FBB-5B914E6206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4939" y="729332"/>
            <a:ext cx="6482122" cy="607142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372706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6D07B-C31F-BF95-3011-3A7884290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81167CB-24A0-FE75-AD5B-86EBD429F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🤖 Misc: Code generated via AI</a:t>
            </a:r>
          </a:p>
        </p:txBody>
      </p:sp>
      <p:pic>
        <p:nvPicPr>
          <p:cNvPr id="8" name="Picture 7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C0D52F15-9F76-2129-C1A9-80B906F005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42" t="33346" b="7287"/>
          <a:stretch>
            <a:fillRect/>
          </a:stretch>
        </p:blipFill>
        <p:spPr>
          <a:xfrm>
            <a:off x="1608786" y="842970"/>
            <a:ext cx="8683530" cy="517206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29878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BD849-7A21-E6E0-A641-E4CD4B578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51865A-00A9-5E7D-A929-9DDAA7372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🤖 Misc: Code generated via AI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7F83F62-19C4-CAB5-9BFB-6728903D6D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8000" y="977317"/>
            <a:ext cx="11419970" cy="4949030"/>
          </a:xfrm>
        </p:spPr>
        <p:txBody>
          <a:bodyPr/>
          <a:lstStyle/>
          <a:p>
            <a:r>
              <a:rPr lang="en-US" sz="2800" b="0" dirty="0">
                <a:solidFill>
                  <a:schemeClr val="tx2"/>
                </a:solidFill>
              </a:rPr>
              <a:t> ⚠️ Security aspect need to be mentioned in the user prompt.</a:t>
            </a:r>
          </a:p>
          <a:p>
            <a:pPr marL="0" indent="0">
              <a:buNone/>
            </a:pPr>
            <a:endParaRPr lang="en-US" sz="2800" b="0" dirty="0">
              <a:solidFill>
                <a:schemeClr val="tx2"/>
              </a:solidFill>
            </a:endParaRPr>
          </a:p>
          <a:p>
            <a:r>
              <a:rPr lang="en-US" sz="2800" b="0" dirty="0">
                <a:solidFill>
                  <a:schemeClr val="tx2"/>
                </a:solidFill>
              </a:rPr>
              <a:t> 📋 When mentioned, a good foundation of validations are applied.</a:t>
            </a:r>
          </a:p>
          <a:p>
            <a:pPr marL="0" indent="0">
              <a:buNone/>
            </a:pPr>
            <a:endParaRPr lang="en-US" sz="2800" b="0" dirty="0">
              <a:solidFill>
                <a:schemeClr val="tx2"/>
              </a:solidFill>
            </a:endParaRPr>
          </a:p>
          <a:p>
            <a:r>
              <a:rPr lang="en-US" sz="2800" b="0" dirty="0">
                <a:solidFill>
                  <a:schemeClr val="tx2"/>
                </a:solidFill>
              </a:rPr>
              <a:t> 🔬 Some validation still miss so either:</a:t>
            </a:r>
          </a:p>
          <a:p>
            <a:pPr lvl="1"/>
            <a:r>
              <a:rPr lang="en-US" sz="2400" dirty="0"/>
              <a:t>User prompt must be tuned to indicate to add the missing validations.</a:t>
            </a:r>
          </a:p>
          <a:p>
            <a:pPr lvl="1"/>
            <a:r>
              <a:rPr lang="en-US" sz="2400" b="0" dirty="0">
                <a:solidFill>
                  <a:schemeClr val="tx2"/>
                </a:solidFill>
              </a:rPr>
              <a:t>The generated code need to be manually enriched.</a:t>
            </a:r>
          </a:p>
          <a:p>
            <a:pPr marL="0" lvl="1" indent="0">
              <a:buNone/>
            </a:pPr>
            <a:endParaRPr lang="en-US" sz="2800" b="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2800" b="0" dirty="0">
                <a:solidFill>
                  <a:schemeClr val="tx2"/>
                </a:solidFill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6697017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CEB59-3FB1-8406-0357-F47AA97C3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6F0257B-0D8F-597A-7407-0281BEA54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📦 Resources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7471A2E-57F3-AB6A-4E4E-33D39DC06A4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8000" y="977317"/>
            <a:ext cx="11419970" cy="4949030"/>
          </a:xfrm>
        </p:spPr>
        <p:txBody>
          <a:bodyPr/>
          <a:lstStyle/>
          <a:p>
            <a:r>
              <a:rPr lang="en-US" sz="2800" b="0" dirty="0">
                <a:solidFill>
                  <a:schemeClr val="tx2"/>
                </a:solidFill>
              </a:rPr>
              <a:t> </a:t>
            </a:r>
            <a:r>
              <a:rPr lang="en-US" sz="2800" b="0" dirty="0">
                <a:solidFill>
                  <a:schemeClr val="tx2"/>
                </a:solidFill>
                <a:hlinkClick r:id="rId2"/>
              </a:rPr>
              <a:t>https://github.com/righettod/voxxeddays-lux-2026</a:t>
            </a:r>
            <a:endParaRPr lang="en-US" sz="2800" b="0" dirty="0">
              <a:solidFill>
                <a:schemeClr val="tx2"/>
              </a:solidFill>
            </a:endParaRPr>
          </a:p>
          <a:p>
            <a:r>
              <a:rPr lang="en-US" sz="2800" b="0" dirty="0">
                <a:solidFill>
                  <a:schemeClr val="tx2"/>
                </a:solidFill>
              </a:rPr>
              <a:t> </a:t>
            </a:r>
            <a:r>
              <a:rPr lang="en-US" sz="2800" b="0" dirty="0">
                <a:solidFill>
                  <a:schemeClr val="tx2"/>
                </a:solidFill>
                <a:hlinkClick r:id="rId3"/>
              </a:rPr>
              <a:t>https://github.com/righettod/code-snippets-security-utils</a:t>
            </a:r>
            <a:r>
              <a:rPr lang="en-US" sz="2800" b="0" dirty="0">
                <a:solidFill>
                  <a:schemeClr val="tx2"/>
                </a:solidFill>
              </a:rPr>
              <a:t> </a:t>
            </a:r>
          </a:p>
          <a:p>
            <a:r>
              <a:rPr lang="en-US" sz="2800" b="0" dirty="0">
                <a:solidFill>
                  <a:schemeClr val="tx2"/>
                </a:solidFill>
              </a:rPr>
              <a:t> </a:t>
            </a:r>
            <a:r>
              <a:rPr lang="en-US" sz="2800" b="0" dirty="0">
                <a:solidFill>
                  <a:schemeClr val="tx2"/>
                </a:solidFill>
                <a:hlinkClick r:id="rId4"/>
              </a:rPr>
              <a:t>https://github.com/corkami/mitra</a:t>
            </a:r>
            <a:r>
              <a:rPr lang="en-US" sz="2800" b="0" dirty="0">
                <a:solidFill>
                  <a:schemeClr val="tx2"/>
                </a:solidFill>
              </a:rPr>
              <a:t> </a:t>
            </a:r>
          </a:p>
          <a:p>
            <a:r>
              <a:rPr lang="en-US" sz="2800" b="0" dirty="0">
                <a:solidFill>
                  <a:schemeClr val="tx2"/>
                </a:solidFill>
              </a:rPr>
              <a:t> </a:t>
            </a:r>
            <a:r>
              <a:rPr lang="en-US" sz="2800" b="0" dirty="0">
                <a:solidFill>
                  <a:schemeClr val="tx2"/>
                </a:solidFill>
                <a:hlinkClick r:id="rId5"/>
              </a:rPr>
              <a:t>https://github.com/corkami/pics</a:t>
            </a:r>
            <a:r>
              <a:rPr lang="en-US" sz="2800" b="0" dirty="0">
                <a:solidFill>
                  <a:schemeClr val="tx2"/>
                </a:solidFill>
              </a:rPr>
              <a:t> </a:t>
            </a:r>
          </a:p>
          <a:p>
            <a:pPr marL="0" indent="0">
              <a:buNone/>
            </a:pPr>
            <a:r>
              <a:rPr lang="en-US" sz="2800" b="0" dirty="0">
                <a:solidFill>
                  <a:schemeClr val="tx2"/>
                </a:solidFill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864351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7138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Office Theme">
  <a:themeElements>
    <a:clrScheme name="Thales">
      <a:dk1>
        <a:srgbClr val="181A22"/>
      </a:dk1>
      <a:lt1>
        <a:srgbClr val="FFFFFF"/>
      </a:lt1>
      <a:dk2>
        <a:srgbClr val="242A75"/>
      </a:dk2>
      <a:lt2>
        <a:srgbClr val="00BBDD"/>
      </a:lt2>
      <a:accent1>
        <a:srgbClr val="AE2573"/>
      </a:accent1>
      <a:accent2>
        <a:srgbClr val="7C7FAB"/>
      </a:accent2>
      <a:accent3>
        <a:srgbClr val="00AB8E"/>
      </a:accent3>
      <a:accent4>
        <a:srgbClr val="EE2737"/>
      </a:accent4>
      <a:accent5>
        <a:srgbClr val="FFA300"/>
      </a:accent5>
      <a:accent6>
        <a:srgbClr val="FDDA24"/>
      </a:accent6>
      <a:hlink>
        <a:srgbClr val="242A75"/>
      </a:hlink>
      <a:folHlink>
        <a:srgbClr val="242A75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>
          <a:gsLst>
            <a:gs pos="0">
              <a:schemeClr val="tx2">
                <a:alpha val="0"/>
              </a:schemeClr>
            </a:gs>
            <a:gs pos="100000">
              <a:schemeClr val="tx2"/>
            </a:gs>
          </a:gsLst>
          <a:lin ang="16800000" scaled="0"/>
        </a:gra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lIns="0" tIns="0" rIns="0" bIns="0" rtlCol="0">
        <a:spAutoFit/>
      </a:bodyPr>
      <a:lstStyle>
        <a:defPPr algn="l"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548</TotalTime>
  <Words>2136</Words>
  <Application>Microsoft Office PowerPoint</Application>
  <PresentationFormat>Widescreen</PresentationFormat>
  <Paragraphs>228</Paragraphs>
  <Slides>42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9" baseType="lpstr">
      <vt:lpstr>Aptos</vt:lpstr>
      <vt:lpstr>Arial</vt:lpstr>
      <vt:lpstr>Century Gothic</vt:lpstr>
      <vt:lpstr>Consolas</vt:lpstr>
      <vt:lpstr>Wingdings</vt:lpstr>
      <vt:lpstr>Wingdings 3</vt:lpstr>
      <vt:lpstr>1_Office Theme</vt:lpstr>
      <vt:lpstr>Devil is in the Payloads.</vt:lpstr>
      <vt:lpstr>ℹ️ Introduction</vt:lpstr>
      <vt:lpstr>ℹ️ Introduction</vt:lpstr>
      <vt:lpstr>ℹ️ Introduction</vt:lpstr>
      <vt:lpstr>📜 Context of our story</vt:lpstr>
      <vt:lpstr>📜 Context of our story</vt:lpstr>
      <vt:lpstr>📜 Context of our story</vt:lpstr>
      <vt:lpstr>PowerPoint Presentation</vt:lpstr>
      <vt:lpstr>🥵 My challenge</vt:lpstr>
      <vt:lpstr>📖 Let’s the story begin – Setup for the tests</vt:lpstr>
      <vt:lpstr>📖 Let’s the story begin – Round n°1</vt:lpstr>
      <vt:lpstr>📖 Let’s the story begin – Round n°1</vt:lpstr>
      <vt:lpstr>📖 Let’s the story begin – Round n°2</vt:lpstr>
      <vt:lpstr>📖 Let’s the story begin – Round n°2</vt:lpstr>
      <vt:lpstr>📖 Let’s the story begin – Round n°2</vt:lpstr>
      <vt:lpstr>📖 Let’s the story begin – Round n°3</vt:lpstr>
      <vt:lpstr>📖 Let’s the story begin – Round n°3</vt:lpstr>
      <vt:lpstr>📖 Let’s the story begin – Round n°3</vt:lpstr>
      <vt:lpstr>📖 Let’s the story begin – Round n°4</vt:lpstr>
      <vt:lpstr>📖 Let’s the story begin – Round n°4</vt:lpstr>
      <vt:lpstr>📖 Let’s the story begin – Round n°4</vt:lpstr>
      <vt:lpstr>📖 Let’s the story begin – Round n°4</vt:lpstr>
      <vt:lpstr>📖 Let’s the story begin – Round n°5</vt:lpstr>
      <vt:lpstr>📖 Let’s the story begin – Round n°5</vt:lpstr>
      <vt:lpstr>📖 Let’s the story begin – Round n°5</vt:lpstr>
      <vt:lpstr>📖 Let’s the story begin – Round n°5</vt:lpstr>
      <vt:lpstr>📖 Let’s the story begin – Round n°6</vt:lpstr>
      <vt:lpstr>📖 Let’s the story begin – Round n°6</vt:lpstr>
      <vt:lpstr>📖 Let’s the story begin – Round n°6</vt:lpstr>
      <vt:lpstr>📖 Let’s the story begin – Round n°6</vt:lpstr>
      <vt:lpstr>📖 Let’s the story begin – Round n°6</vt:lpstr>
      <vt:lpstr>📖 Let’s the story begin – Round n°6</vt:lpstr>
      <vt:lpstr>📖 Let’s the story begin – Final state</vt:lpstr>
      <vt:lpstr>🛣️ Conclusion</vt:lpstr>
      <vt:lpstr>🤖 Misc: Code generated via AI</vt:lpstr>
      <vt:lpstr>🤖 Misc: Code generated via AI</vt:lpstr>
      <vt:lpstr>🤖 Misc: Code generated via AI</vt:lpstr>
      <vt:lpstr>🤖 Misc: Code generated via AI</vt:lpstr>
      <vt:lpstr>🤖 Misc: Code generated via AI</vt:lpstr>
      <vt:lpstr>🤖 Misc: Code generated via AI</vt:lpstr>
      <vt:lpstr>📦 Resources</vt:lpstr>
      <vt:lpstr>PowerPoint Presentation</vt:lpstr>
    </vt:vector>
  </TitlesOfParts>
  <Company>Thales UK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Devil is in the Payloads: The grueling journey of implementing a file upload feature.</dc:title>
  <dc:creator/>
  <cp:lastModifiedBy>righettod</cp:lastModifiedBy>
  <cp:revision>21</cp:revision>
  <dcterms:created xsi:type="dcterms:W3CDTF">2024-01-22T13:28:36Z</dcterms:created>
  <dcterms:modified xsi:type="dcterms:W3CDTF">2026-01-06T08:40:32Z</dcterms:modified>
</cp:coreProperties>
</file>