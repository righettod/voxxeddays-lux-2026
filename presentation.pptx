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8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30" r:id="rId18"/>
    <p:sldId id="331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1" r:id="rId27"/>
    <p:sldId id="310" r:id="rId28"/>
    <p:sldId id="312" r:id="rId29"/>
    <p:sldId id="313" r:id="rId30"/>
    <p:sldId id="314" r:id="rId31"/>
    <p:sldId id="315" r:id="rId32"/>
    <p:sldId id="316" r:id="rId33"/>
    <p:sldId id="332" r:id="rId34"/>
    <p:sldId id="317" r:id="rId35"/>
    <p:sldId id="320" r:id="rId36"/>
    <p:sldId id="319" r:id="rId37"/>
    <p:sldId id="322" r:id="rId38"/>
    <p:sldId id="324" r:id="rId39"/>
    <p:sldId id="325" r:id="rId40"/>
    <p:sldId id="326" r:id="rId41"/>
    <p:sldId id="327" r:id="rId42"/>
    <p:sldId id="334" r:id="rId43"/>
    <p:sldId id="333" r:id="rId44"/>
    <p:sldId id="328" r:id="rId45"/>
    <p:sldId id="323" r:id="rId46"/>
    <p:sldId id="288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8E2EC8-760B-4B79-844A-A108C8A5A2C0}" v="7" dt="2026-05-14T09:57:41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6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1290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5-14T12:30:09.445" v="8982" actId="20577"/>
      <pc:docMkLst>
        <pc:docMk/>
      </pc:docMkLst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34628389" sldId="257"/>
            <ac:spMk id="3" creationId="{2C93C62D-952C-3866-AA5A-CA17B8DBDB19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34628389" sldId="257"/>
            <ac:spMk id="4" creationId="{7F66B005-FAEF-EACE-8082-427A0F560E9F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121745454" sldId="262"/>
            <ac:spMk id="3" creationId="{00000000-0000-0000-0000-000000000000}"/>
          </ac:spMkLst>
        </pc:spChg>
      </pc:sldChg>
      <pc:sldChg chg="modSp mod">
        <pc:chgData name="Dominique RIGHETTO" userId="512fe077-82ad-424c-88a3-15e852b5861d" providerId="ADAL" clId="{8B7CB91F-10CE-42C2-B9B8-BFF2D3401655}" dt="2026-05-14T12:30:09.445" v="8982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700977977" sldId="289"/>
            <ac:spMk id="2" creationId="{ECC41D0F-4E65-EE8F-6EC1-60C60CADE2A0}"/>
          </ac:spMkLst>
        </pc:spChg>
        <pc:spChg chg="mod">
          <ac:chgData name="Dominique RIGHETTO" userId="512fe077-82ad-424c-88a3-15e852b5861d" providerId="ADAL" clId="{8B7CB91F-10CE-42C2-B9B8-BFF2D3401655}" dt="2026-05-14T12:30:09.445" v="8982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617813205" sldId="290"/>
            <ac:spMk id="2" creationId="{4C0CAB36-7800-3785-6EB6-597BA8E3E466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617813205" sldId="290"/>
            <ac:spMk id="3" creationId="{F9B0CA82-1172-E064-A39F-91CE0E6141A1}"/>
          </ac:spMkLst>
        </pc:spChg>
      </pc:sldChg>
      <pc:sldChg chg="modSp mod modNotesTx">
        <pc:chgData name="Dominique RIGHETTO" userId="512fe077-82ad-424c-88a3-15e852b5861d" providerId="ADAL" clId="{8B7CB91F-10CE-42C2-B9B8-BFF2D3401655}" dt="2026-05-14T10:03:46.325" v="8977" actId="790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084432784" sldId="291"/>
            <ac:spMk id="3" creationId="{A7541EE2-30B3-B306-B7D8-3F0B5DDEBCBF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031573305" sldId="292"/>
            <ac:spMk id="3" creationId="{1FA3B382-E549-6472-3A22-5EDE38691E62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30804740" sldId="293"/>
            <ac:spMk id="3" creationId="{6854D427-D7FC-33E3-A100-64B6FC01393B}"/>
          </ac:spMkLst>
        </pc:spChg>
        <pc:picChg chg="add mod">
          <ac:chgData name="Dominique RIGHETTO" userId="512fe077-82ad-424c-88a3-15e852b5861d" providerId="ADAL" clId="{8B7CB91F-10CE-42C2-B9B8-BFF2D3401655}" dt="2026-05-09T13:53:58.549" v="8725" actId="14861"/>
          <ac:picMkLst>
            <pc:docMk/>
            <pc:sldMk cId="730804740" sldId="293"/>
            <ac:picMk id="10" creationId="{374319D4-680A-759C-60BE-C352FE38F8B5}"/>
          </ac:picMkLst>
        </pc:picChg>
      </pc:sldChg>
      <pc:sldChg chg="addSp delSp modSp mod">
        <pc:chgData name="Dominique RIGHETTO" userId="512fe077-82ad-424c-88a3-15e852b5861d" providerId="ADAL" clId="{8B7CB91F-10CE-42C2-B9B8-BFF2D3401655}" dt="2026-05-09T13:54:11.716" v="8731" actId="1076"/>
        <pc:sldMkLst>
          <pc:docMk/>
          <pc:sldMk cId="617590533" sldId="294"/>
        </pc:sldMkLst>
        <pc:picChg chg="add mod">
          <ac:chgData name="Dominique RIGHETTO" userId="512fe077-82ad-424c-88a3-15e852b5861d" providerId="ADAL" clId="{8B7CB91F-10CE-42C2-B9B8-BFF2D3401655}" dt="2026-05-09T13:54:11.716" v="8731" actId="1076"/>
          <ac:picMkLst>
            <pc:docMk/>
            <pc:sldMk cId="617590533" sldId="294"/>
            <ac:picMk id="4" creationId="{A19EC75C-ED00-33DC-237E-ACBDFDEB5187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901458821" sldId="295"/>
            <ac:spMk id="3" creationId="{4A7A6585-062B-EC32-2F44-7A3C47246AFE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546162947" sldId="296"/>
            <ac:spMk id="3" creationId="{C89D633C-3E2D-C620-330F-995671BAA090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546162947" sldId="296"/>
            <ac:spMk id="4" creationId="{DB4E5291-4FF3-C031-1DA5-26005B6E6CC0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546162947" sldId="296"/>
            <ac:spMk id="6" creationId="{19B2A4CF-87A8-DAA1-7D37-4DD3141B455D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09545358" sldId="297"/>
            <ac:spMk id="3" creationId="{EA2D3DAB-E05A-AC9C-4BBB-4A581D9BF3D5}"/>
          </ac:spMkLst>
        </pc:spChg>
        <pc:picChg chg="add mod">
          <ac:chgData name="Dominique RIGHETTO" userId="512fe077-82ad-424c-88a3-15e852b5861d" providerId="ADAL" clId="{8B7CB91F-10CE-42C2-B9B8-BFF2D3401655}" dt="2026-05-14T09:56:39.445" v="8844" actId="1076"/>
          <ac:picMkLst>
            <pc:docMk/>
            <pc:sldMk cId="709545358" sldId="297"/>
            <ac:picMk id="7" creationId="{57F5E47D-8CAC-644E-4707-E84481499ECC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61351739" sldId="298"/>
            <ac:spMk id="3" creationId="{83029DA1-9BCD-3EBD-0C74-543E48734A9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61351739" sldId="298"/>
            <ac:spMk id="7" creationId="{902C893A-AE8C-38CF-319B-BB6D877250CE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399632653" sldId="299"/>
            <ac:spMk id="3" creationId="{741381EB-99BC-524D-D960-85D1ABC4DC70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761927550" sldId="300"/>
            <ac:spMk id="2" creationId="{F12FADC8-4494-0183-9CC5-4A0F2526C85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761927550" sldId="300"/>
            <ac:spMk id="3" creationId="{0C7D0AE3-4D9F-D903-11DB-723CC3B837B9}"/>
          </ac:spMkLst>
        </pc:spChg>
        <pc:picChg chg="add mod">
          <ac:chgData name="Dominique RIGHETTO" userId="512fe077-82ad-424c-88a3-15e852b5861d" providerId="ADAL" clId="{8B7CB91F-10CE-42C2-B9B8-BFF2D3401655}" dt="2026-05-14T09:56:06.932" v="8833" actId="1036"/>
          <ac:picMkLst>
            <pc:docMk/>
            <pc:sldMk cId="1761927550" sldId="300"/>
            <ac:picMk id="4" creationId="{2B1440EB-F781-55DC-9C77-1AFB59EA7EA0}"/>
          </ac:picMkLst>
        </pc:picChg>
        <pc:picChg chg="add mod">
          <ac:chgData name="Dominique RIGHETTO" userId="512fe077-82ad-424c-88a3-15e852b5861d" providerId="ADAL" clId="{8B7CB91F-10CE-42C2-B9B8-BFF2D3401655}" dt="2026-05-14T09:56:54.912" v="8849" actId="1035"/>
          <ac:picMkLst>
            <pc:docMk/>
            <pc:sldMk cId="1761927550" sldId="300"/>
            <ac:picMk id="6" creationId="{E655E99E-D72F-F65E-CFDC-361411107FBA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4107305617" sldId="301"/>
            <ac:spMk id="7" creationId="{00720CE7-DA57-E954-96B6-C6C46BD85D34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214065329" sldId="302"/>
            <ac:spMk id="3" creationId="{AE353607-3A14-0643-DFFA-C974C4DCCC09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15954666" sldId="303"/>
            <ac:spMk id="3" creationId="{488F0DFF-4B1E-61BD-3A0C-17B1828785FB}"/>
          </ac:spMkLst>
        </pc:spChg>
        <pc:picChg chg="add mod">
          <ac:chgData name="Dominique RIGHETTO" userId="512fe077-82ad-424c-88a3-15e852b5861d" providerId="ADAL" clId="{8B7CB91F-10CE-42C2-B9B8-BFF2D3401655}" dt="2026-05-14T09:57:09.142" v="8856" actId="1036"/>
          <ac:picMkLst>
            <pc:docMk/>
            <pc:sldMk cId="715954666" sldId="303"/>
            <ac:picMk id="4" creationId="{45265AB5-4297-0883-1D9B-13E652C52975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4537132" sldId="304"/>
            <ac:spMk id="7" creationId="{6158CC15-0C5B-B386-40D7-1FC6D70E2110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989586433" sldId="305"/>
            <ac:spMk id="3" creationId="{4DBACDBD-B750-A641-A360-8510B71B52F8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989586433" sldId="305"/>
            <ac:spMk id="4" creationId="{4B92274F-491B-942D-FD18-C984AC21D9B6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989586433" sldId="305"/>
            <ac:spMk id="7" creationId="{AA1481E2-E225-CB1E-5FC0-20D0387972C4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692727651" sldId="306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692727651" sldId="306"/>
            <ac:spMk id="2" creationId="{11157380-E6C6-BFA4-9C04-458C2CBB76E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692727651" sldId="306"/>
            <ac:spMk id="3" creationId="{3891132A-A1FF-9CE4-2144-AF041DB3EBB3}"/>
          </ac:spMkLst>
        </pc:spChg>
        <pc:picChg chg="add mod">
          <ac:chgData name="Dominique RIGHETTO" userId="512fe077-82ad-424c-88a3-15e852b5861d" providerId="ADAL" clId="{8B7CB91F-10CE-42C2-B9B8-BFF2D3401655}" dt="2026-05-14T09:57:23.092" v="8870" actId="1038"/>
          <ac:picMkLst>
            <pc:docMk/>
            <pc:sldMk cId="1692727651" sldId="306"/>
            <ac:picMk id="4" creationId="{898A4871-1952-C938-72F4-3D9565E87C82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958721667" sldId="307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58721667" sldId="307"/>
            <ac:spMk id="2" creationId="{4E724C6E-524B-07A1-0402-CF686FCF8071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964034352" sldId="308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964034352" sldId="308"/>
            <ac:spMk id="2" creationId="{315112D2-667A-5ACA-2D54-8841534A1F0B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964034352" sldId="308"/>
            <ac:spMk id="3" creationId="{A8F0DB80-3BA9-573F-68E4-4730BBA07D6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964034352" sldId="308"/>
            <ac:spMk id="7" creationId="{57A1192D-9FD8-26B8-E303-C1AD3B37DEEE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625439952" sldId="309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625439952" sldId="309"/>
            <ac:spMk id="2" creationId="{0F3B0007-69E6-BDDF-D1A7-F14E8670077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625439952" sldId="309"/>
            <ac:spMk id="3" creationId="{278B57A3-956B-6E65-1863-5D3E5605B75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625439952" sldId="309"/>
            <ac:spMk id="10" creationId="{A7BFD8A7-ED6E-CB26-E0EE-5F2A6543B2B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625439952" sldId="309"/>
            <ac:spMk id="12" creationId="{0364D1ED-1FFF-D3D7-3378-10C1EA44D21F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497681082" sldId="310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497681082" sldId="310"/>
            <ac:spMk id="2" creationId="{C48E3CF9-CB24-1DB0-A3CE-9DBCDE18715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497681082" sldId="310"/>
            <ac:spMk id="3" creationId="{7724CFBE-895C-529D-962F-48F3B3F99C9A}"/>
          </ac:spMkLst>
        </pc:spChg>
        <pc:picChg chg="add mod">
          <ac:chgData name="Dominique RIGHETTO" userId="512fe077-82ad-424c-88a3-15e852b5861d" providerId="ADAL" clId="{8B7CB91F-10CE-42C2-B9B8-BFF2D3401655}" dt="2026-05-14T09:57:33.391" v="8879" actId="1038"/>
          <ac:picMkLst>
            <pc:docMk/>
            <pc:sldMk cId="497681082" sldId="310"/>
            <ac:picMk id="4" creationId="{A4000364-B85F-4ED0-4181-E830FCCA3B61}"/>
          </ac:picMkLst>
        </pc:picChg>
      </pc:sldChg>
      <pc:sldChg chg="addSp del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502947638" sldId="311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502947638" sldId="311"/>
            <ac:spMk id="2" creationId="{74300DE6-754B-0978-BC1C-9A5D3C6088FA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502947638" sldId="311"/>
            <ac:spMk id="3" creationId="{0447DF56-3A01-AEBB-C440-FD5B70F1AB43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502947638" sldId="311"/>
            <ac:spMk id="5" creationId="{C31C9B39-3EB6-2F28-91BC-023A9DD3409A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750126829" sldId="31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50126829" sldId="312"/>
            <ac:spMk id="2" creationId="{98F14790-074C-95E2-C4EF-910EA1CD2AF1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50126829" sldId="312"/>
            <ac:spMk id="3" creationId="{BE28F0C4-9907-93B2-D5DA-46FB3B31BFBF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750126829" sldId="312"/>
            <ac:spMk id="7" creationId="{BA798E0F-45CC-AAFD-85E7-A216053474BA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989195103" sldId="313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9195103" sldId="313"/>
            <ac:spMk id="2" creationId="{C57B4822-73D2-F2DE-4902-BDBAB052CFDC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9195103" sldId="313"/>
            <ac:spMk id="3" creationId="{2BDD3EBC-02D0-7D15-A14C-72BB94993CF4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9195103" sldId="313"/>
            <ac:spMk id="8" creationId="{1FC012AD-54A8-0E2D-355E-196E7ABD39BA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9195103" sldId="313"/>
            <ac:spMk id="9" creationId="{B344369E-E6FB-4C1E-1CE7-D07FCE314B8B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209675377" sldId="314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209675377" sldId="314"/>
            <ac:spMk id="2" creationId="{5B09FCDA-E48F-D2A9-B927-B7D7A4B03154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209675377" sldId="314"/>
            <ac:spMk id="3" creationId="{29A57597-86D6-1977-E435-70D11356F338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209675377" sldId="314"/>
            <ac:spMk id="4" creationId="{F83A617A-9ACC-E25D-2D41-9F583CFFA2FD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209675377" sldId="314"/>
            <ac:spMk id="6" creationId="{AEB8C20C-EF20-3861-94E8-C58A6CD093D3}"/>
          </ac:spMkLst>
        </pc:spChg>
      </pc:sldChg>
      <pc:sldChg chg="add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163192230" sldId="315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163192230" sldId="315"/>
            <ac:spMk id="2" creationId="{B6041EF8-0C4D-94FB-F2DC-A4618BD039B3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163192230" sldId="315"/>
            <ac:spMk id="3" creationId="{51E8C977-ADEC-2479-33D9-EB6672BC644A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163192230" sldId="315"/>
            <ac:spMk id="5" creationId="{9ED5C52D-8915-2B45-D7AB-6DB933CFA733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966777535" sldId="316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66777535" sldId="316"/>
            <ac:spMk id="2" creationId="{CD2756DE-81FF-0B4A-F059-A06C9ACD2CB4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966777535" sldId="316"/>
            <ac:spMk id="3" creationId="{ADE63D71-25FB-998D-9333-7E6F3F474244}"/>
          </ac:spMkLst>
        </pc:spChg>
        <pc:picChg chg="add mod">
          <ac:chgData name="Dominique RIGHETTO" userId="512fe077-82ad-424c-88a3-15e852b5861d" providerId="ADAL" clId="{8B7CB91F-10CE-42C2-B9B8-BFF2D3401655}" dt="2026-05-14T09:57:45.739" v="8884" actId="1036"/>
          <ac:picMkLst>
            <pc:docMk/>
            <pc:sldMk cId="3966777535" sldId="316"/>
            <ac:picMk id="4" creationId="{58F710F1-DD3C-906F-A057-E0F7E9D4418B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987946601" sldId="317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7946601" sldId="317"/>
            <ac:spMk id="2" creationId="{61F534F7-7EB6-BD99-0561-2DB58B39C6E1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7946601" sldId="317"/>
            <ac:spMk id="3" creationId="{4E0F90F3-7544-C418-90D2-046A579AEC6B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987946601" sldId="317"/>
            <ac:spMk id="7" creationId="{282F7DF4-9D6F-8286-D290-A040B93FEFAB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61788013" sldId="319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61788013" sldId="319"/>
            <ac:spMk id="2" creationId="{D4364BF5-2AAB-E072-15D0-CBDC9202657D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61788013" sldId="319"/>
            <ac:spMk id="3" creationId="{E57E7D38-3558-049A-380D-1044EA6C69AF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61788013" sldId="319"/>
            <ac:spMk id="4" creationId="{75CC2FC8-F95B-EF24-A541-FCCC55DB0D71}"/>
          </ac:spMkLst>
        </pc:spChg>
      </pc:sldChg>
      <pc:sldChg chg="addSp delSp 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465579828" sldId="320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2" creationId="{0067B626-62D2-EA15-9946-30BFD3866D6C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3" creationId="{DE2D873E-EA82-331F-BE96-6FF6C7492461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4" creationId="{6AA48129-48A1-5BBC-2D82-2E12693E909F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7" creationId="{FA41DF18-1CF0-931C-81B5-A98B795EC1DA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8" creationId="{1F9D45D0-447E-BD6E-BD7D-D94A1F4B1D12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465579828" sldId="320"/>
            <ac:spMk id="11" creationId="{83AAEDF6-18D7-8808-1288-EBA4A88BB068}"/>
          </ac:spMkLst>
        </pc:spChg>
        <pc:picChg chg="add mod ord">
          <ac:chgData name="Dominique RIGHETTO" userId="512fe077-82ad-424c-88a3-15e852b5861d" providerId="ADAL" clId="{8B7CB91F-10CE-42C2-B9B8-BFF2D3401655}" dt="2026-05-09T12:44:53.134" v="8367" actId="167"/>
          <ac:picMkLst>
            <pc:docMk/>
            <pc:sldMk cId="1465579828" sldId="320"/>
            <ac:picMk id="10" creationId="{2B3BC93F-F296-481D-2987-6AE737808F23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469469424" sldId="32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469469424" sldId="322"/>
            <ac:spMk id="2" creationId="{7B5F710B-7C72-92A7-2EC6-B37F1470C8F2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469469424" sldId="322"/>
            <ac:spMk id="3" creationId="{FF2CBF5E-E258-4CD8-1B47-F4CFE1D148C1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864351332" sldId="323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864351332" sldId="323"/>
            <ac:spMk id="2" creationId="{D6F0257B-0D8F-597A-7407-0281BEA541A4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864351332" sldId="323"/>
            <ac:spMk id="3" creationId="{67471A2E-57F3-AB6A-4E4E-33D39DC06A46}"/>
          </ac:spMkLst>
        </pc:sp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357811245" sldId="324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357811245" sldId="324"/>
            <ac:spMk id="2" creationId="{99607D1A-0517-89C0-44D0-2201B6D632E0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357811245" sldId="324"/>
            <ac:spMk id="3" creationId="{D780FB18-5DA9-5DB8-969B-6A863CD13878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357811245" sldId="324"/>
            <ac:spMk id="4" creationId="{0E2B787C-EEA3-8CF3-11B1-F44B3B2C8115}"/>
          </ac:spMkLst>
        </pc:spChg>
      </pc:sldChg>
      <pc:sldChg chg="addSp delSp modSp mod modAnim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2828369189" sldId="325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828369189" sldId="325"/>
            <ac:spMk id="2" creationId="{961EA181-EAD7-0C9B-6075-CCAFB9E06DE2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2828369189" sldId="325"/>
            <ac:spMk id="8" creationId="{8758C063-4C3B-FFCD-59BA-9F7D9A7B3B2F}"/>
          </ac:spMkLst>
        </pc:spChg>
        <pc:picChg chg="add mod modCrop">
          <ac:chgData name="Dominique RIGHETTO" userId="512fe077-82ad-424c-88a3-15e852b5861d" providerId="ADAL" clId="{8B7CB91F-10CE-42C2-B9B8-BFF2D3401655}" dt="2026-05-09T13:17:43.705" v="8595" actId="1076"/>
          <ac:picMkLst>
            <pc:docMk/>
            <pc:sldMk cId="2828369189" sldId="325"/>
            <ac:picMk id="7" creationId="{DA3545AE-7F6F-D02F-27A0-8861F173A941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318273276" sldId="326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318273276" sldId="326"/>
            <ac:spMk id="2" creationId="{B253230D-FF16-0731-521D-D75C9FDA4B5D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318273276" sldId="326"/>
            <ac:spMk id="3" creationId="{05681DCE-E000-7EA1-F0DD-4559669AEBCB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318273276" sldId="326"/>
            <ac:spMk id="4" creationId="{E4B76E6F-8926-EBC9-DD7E-FE5362608BC0}"/>
          </ac:spMkLst>
        </pc:spChg>
      </pc:sldChg>
      <pc:sldChg chg="addSp delSp modSp mod modAnim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737270670" sldId="327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737270670" sldId="327"/>
            <ac:spMk id="2" creationId="{25605F23-5A77-C36A-9682-F6BD4D1007A7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737270670" sldId="327"/>
            <ac:spMk id="5" creationId="{32E4286E-89EF-2D2A-0229-506DF7FE3ECA}"/>
          </ac:spMkLst>
        </pc:spChg>
        <pc:picChg chg="add mod">
          <ac:chgData name="Dominique RIGHETTO" userId="512fe077-82ad-424c-88a3-15e852b5861d" providerId="ADAL" clId="{8B7CB91F-10CE-42C2-B9B8-BFF2D3401655}" dt="2026-05-09T13:18:07.435" v="8598" actId="1076"/>
          <ac:picMkLst>
            <pc:docMk/>
            <pc:sldMk cId="3737270670" sldId="327"/>
            <ac:picMk id="4" creationId="{8EA0712E-D652-C226-B9E6-D733FC10F768}"/>
          </ac:picMkLst>
        </pc:picChg>
      </pc:sldChg>
      <pc:sldChg chg="modSp mod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669701748" sldId="328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669701748" sldId="328"/>
            <ac:spMk id="2" creationId="{DB51865A-00A9-5E7D-A929-9DDAA73724EE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669701748" sldId="328"/>
            <ac:spMk id="3" creationId="{A7F83F62-19C4-CAB5-9BFB-6728903D6D68}"/>
          </ac:spMkLst>
        </pc:spChg>
      </pc:sldChg>
      <pc:sldChg chg="addSp modSp add mod modTransition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474088291" sldId="330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474088291" sldId="330"/>
            <ac:spMk id="2" creationId="{FAC46617-5CFF-4AA6-184B-21566F6883A3}"/>
          </ac:spMkLst>
        </pc:spChg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474088291" sldId="330"/>
            <ac:spMk id="3" creationId="{A35AEF19-125B-3C3A-9C1D-49869541C97D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474088291" sldId="330"/>
            <ac:spMk id="4" creationId="{18BA3881-C1BA-2385-3947-E2C6162D7205}"/>
          </ac:spMkLst>
        </pc:spChg>
        <pc:picChg chg="mod modCrop">
          <ac:chgData name="Dominique RIGHETTO" userId="512fe077-82ad-424c-88a3-15e852b5861d" providerId="ADAL" clId="{8B7CB91F-10CE-42C2-B9B8-BFF2D3401655}" dt="2026-05-09T11:58:55.678" v="8015" actId="1076"/>
          <ac:picMkLst>
            <pc:docMk/>
            <pc:sldMk cId="3474088291" sldId="330"/>
            <ac:picMk id="5" creationId="{D2F4ED0F-4FAA-D797-ABF1-3F2F38292DB1}"/>
          </ac:picMkLst>
        </pc:picChg>
      </pc:sldChg>
      <pc:sldChg chg="addSp delSp modSp add mod modTransition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3164403635" sldId="331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64403635" sldId="331"/>
            <ac:spMk id="2" creationId="{A4F23D99-F75E-7B2E-65B0-14CBE99C51FB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64403635" sldId="331"/>
            <ac:spMk id="7" creationId="{5C6D2E9A-D10D-9758-CF1D-A854D4EFF41B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3164403635" sldId="331"/>
            <ac:spMk id="8" creationId="{4D10DD66-92D0-5535-DB34-A54B6206BF0E}"/>
          </ac:spMkLst>
        </pc:spChg>
        <pc:picChg chg="mod modCrop">
          <ac:chgData name="Dominique RIGHETTO" userId="512fe077-82ad-424c-88a3-15e852b5861d" providerId="ADAL" clId="{8B7CB91F-10CE-42C2-B9B8-BFF2D3401655}" dt="2026-05-09T12:00:31.150" v="8033" actId="1076"/>
          <ac:picMkLst>
            <pc:docMk/>
            <pc:sldMk cId="3164403635" sldId="331"/>
            <ac:picMk id="5" creationId="{2D5AE245-00BE-A16E-8570-F052FDF0B804}"/>
          </ac:picMkLst>
        </pc:picChg>
      </pc:sldChg>
      <pc:sldChg chg="addSp delSp modSp add mod modAnim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273305529" sldId="332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273305529" sldId="332"/>
            <ac:spMk id="2" creationId="{02B81B4E-1561-9B47-389A-F088C64829B2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273305529" sldId="332"/>
            <ac:spMk id="9" creationId="{B08EA7B6-F031-68EF-BFD0-0171D484A263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273305529" sldId="332"/>
            <ac:spMk id="10" creationId="{4136DF96-760C-47AF-AA9D-BD79405E47C4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273305529" sldId="332"/>
            <ac:spMk id="11" creationId="{5CD7E399-0A5A-D95C-E502-C9A774A09E38}"/>
          </ac:spMkLst>
        </pc:spChg>
        <pc:spChg chg="add 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273305529" sldId="332"/>
            <ac:spMk id="12" creationId="{1D3AB877-F8A2-1F5B-5AA4-0999A0998EC5}"/>
          </ac:spMkLst>
        </pc:spChg>
        <pc:picChg chg="add mod">
          <ac:chgData name="Dominique RIGHETTO" userId="512fe077-82ad-424c-88a3-15e852b5861d" providerId="ADAL" clId="{8B7CB91F-10CE-42C2-B9B8-BFF2D3401655}" dt="2026-05-09T12:29:32.099" v="8101" actId="14861"/>
          <ac:picMkLst>
            <pc:docMk/>
            <pc:sldMk cId="1273305529" sldId="332"/>
            <ac:picMk id="8" creationId="{E187C630-AFC0-4518-3446-3E04AE825682}"/>
          </ac:picMkLst>
        </pc:picChg>
      </pc:sldChg>
      <pc:sldChg chg="modSp add mod modTransition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699415481" sldId="333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699415481" sldId="333"/>
            <ac:spMk id="2" creationId="{D0176EE0-02B2-817F-E2A4-DFF8E39EE365}"/>
          </ac:spMkLst>
        </pc:spChg>
        <pc:picChg chg="mod modCrop">
          <ac:chgData name="Dominique RIGHETTO" userId="512fe077-82ad-424c-88a3-15e852b5861d" providerId="ADAL" clId="{8B7CB91F-10CE-42C2-B9B8-BFF2D3401655}" dt="2026-05-14T10:02:41.757" v="8901" actId="14100"/>
          <ac:picMkLst>
            <pc:docMk/>
            <pc:sldMk cId="1699415481" sldId="333"/>
            <ac:picMk id="4" creationId="{48119B59-00E5-1A7E-5111-4086316DF5F5}"/>
          </ac:picMkLst>
        </pc:picChg>
      </pc:sldChg>
      <pc:sldChg chg="modSp add mod modTransition">
        <pc:chgData name="Dominique RIGHETTO" userId="512fe077-82ad-424c-88a3-15e852b5861d" providerId="ADAL" clId="{8B7CB91F-10CE-42C2-B9B8-BFF2D3401655}" dt="2026-05-14T10:03:39.814" v="8976" actId="790"/>
        <pc:sldMkLst>
          <pc:docMk/>
          <pc:sldMk cId="1173886756" sldId="334"/>
        </pc:sldMkLst>
        <pc:spChg chg="mod">
          <ac:chgData name="Dominique RIGHETTO" userId="512fe077-82ad-424c-88a3-15e852b5861d" providerId="ADAL" clId="{8B7CB91F-10CE-42C2-B9B8-BFF2D3401655}" dt="2026-05-14T10:03:39.814" v="8976" actId="790"/>
          <ac:spMkLst>
            <pc:docMk/>
            <pc:sldMk cId="1173886756" sldId="334"/>
            <ac:spMk id="2" creationId="{C8723601-C3C9-3B8D-3A08-6B2DDEB13BDA}"/>
          </ac:spMkLst>
        </pc:spChg>
        <pc:picChg chg="mod modCrop">
          <ac:chgData name="Dominique RIGHETTO" userId="512fe077-82ad-424c-88a3-15e852b5861d" providerId="ADAL" clId="{8B7CB91F-10CE-42C2-B9B8-BFF2D3401655}" dt="2026-05-09T13:13:12.834" v="8490" actId="1076"/>
          <ac:picMkLst>
            <pc:docMk/>
            <pc:sldMk cId="1173886756" sldId="334"/>
            <ac:picMk id="4" creationId="{5BBC0FEA-5A12-C2EC-C948-F82A385F6F28}"/>
          </ac:picMkLst>
        </pc:picChg>
      </pc:sldChg>
      <pc:sldChg chg="modSp add del mod modTransition">
        <pc:chgData name="Dominique RIGHETTO" userId="512fe077-82ad-424c-88a3-15e852b5861d" providerId="ADAL" clId="{8B7CB91F-10CE-42C2-B9B8-BFF2D3401655}" dt="2026-05-14T10:02:49.191" v="8902" actId="47"/>
        <pc:sldMkLst>
          <pc:docMk/>
          <pc:sldMk cId="3164441729" sldId="33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14/05/2026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Use the style « Once upon a time… 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068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13742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1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righettod.eu/about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benjitrapp.github.io/cultures/2022-04-27-evil-user-stories/" TargetMode="Externa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ghettod/code-assistant-skills-security-utils" TargetMode="External"/><Relationship Id="rId7" Type="http://schemas.openxmlformats.org/officeDocument/2006/relationships/hyperlink" Target="https://www.headmind.com/evil-user-stories/" TargetMode="External"/><Relationship Id="rId2" Type="http://schemas.openxmlformats.org/officeDocument/2006/relationships/hyperlink" Target="https://github.com/righettod/voxxeddays-lux-2026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corkami/pics" TargetMode="External"/><Relationship Id="rId5" Type="http://schemas.openxmlformats.org/officeDocument/2006/relationships/hyperlink" Target="https://github.com/corkami/mitra" TargetMode="External"/><Relationship Id="rId4" Type="http://schemas.openxmlformats.org/officeDocument/2006/relationships/hyperlink" Target="https://github.com/righettod/code-snippets-security-utils" TargetMode="Externa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noProof="0" dirty="0">
                <a:solidFill>
                  <a:schemeClr val="accent5"/>
                </a:solidFill>
              </a:rPr>
              <a:t>Devil is in the Payloads.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noProof="0" dirty="0"/>
              <a:t>The grueling journey of implementing a file upload feature.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66B005-FAEF-EACE-8082-427A0F560E9F}"/>
              </a:ext>
            </a:extLst>
          </p:cNvPr>
          <p:cNvSpPr txBox="1"/>
          <p:nvPr/>
        </p:nvSpPr>
        <p:spPr>
          <a:xfrm>
            <a:off x="0" y="6127893"/>
            <a:ext cx="441251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bg1"/>
                </a:solidFill>
              </a:rPr>
              <a:t>🌍 </a:t>
            </a:r>
            <a:r>
              <a:rPr lang="en-US" sz="1600" noProof="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Dominique Righetto</a:t>
            </a:r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noProof="0" dirty="0">
                <a:solidFill>
                  <a:schemeClr val="accent1"/>
                </a:solidFill>
                <a:latin typeface="Consolas" panose="020B0609020204030204" pitchFamily="49" charset="0"/>
              </a:rPr>
              <a:t>file upload</a:t>
            </a:r>
            <a:r>
              <a:rPr lang="en-US" sz="2800" b="0" noProof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It is very common that </a:t>
            </a:r>
            <a:r>
              <a:rPr lang="en-US" sz="2800" b="0" noProof="0" dirty="0">
                <a:solidFill>
                  <a:schemeClr val="accent1"/>
                </a:solidFill>
              </a:rPr>
              <a:t>PDF format</a:t>
            </a:r>
            <a:r>
              <a:rPr lang="en-US" sz="2800" b="0" noProof="0" dirty="0">
                <a:solidFill>
                  <a:schemeClr val="tx2"/>
                </a:solidFill>
              </a:rPr>
              <a:t>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noProof="0" dirty="0">
                <a:solidFill>
                  <a:schemeClr val="tx2"/>
                </a:solidFill>
              </a:rPr>
              <a:t>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noProof="0" dirty="0">
                <a:solidFill>
                  <a:schemeClr val="tx2"/>
                </a:solidFill>
              </a:rPr>
              <a:t>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Across all security assessment I performed </a:t>
            </a:r>
            <a:r>
              <a:rPr lang="en-US" sz="2800" b="0" noProof="0">
                <a:solidFill>
                  <a:schemeClr val="tx2"/>
                </a:solidFill>
              </a:rPr>
              <a:t>in 2025/2026, </a:t>
            </a:r>
            <a:r>
              <a:rPr lang="en-US" sz="2800" b="0" noProof="0" dirty="0">
                <a:solidFill>
                  <a:schemeClr val="tx2"/>
                </a:solidFill>
              </a:rPr>
              <a:t>almost all of “file upload” feature evaluated were accepting malicious files.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noProof="0" dirty="0"/>
              <a:t>A</a:t>
            </a:r>
            <a:r>
              <a:rPr lang="en-US" sz="2400" b="0" noProof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noProof="0" dirty="0"/>
          </a:p>
          <a:p>
            <a:r>
              <a:rPr lang="en-US" sz="2800" b="0" noProof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noProof="0" dirty="0">
                <a:solidFill>
                  <a:schemeClr val="accent1"/>
                </a:solidFill>
              </a:rPr>
              <a:t>The Devil is in the Payloads</a:t>
            </a:r>
            <a:r>
              <a:rPr lang="en-US" sz="2800" b="0" noProof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noProof="0" dirty="0">
                <a:solidFill>
                  <a:schemeClr val="tx2"/>
                </a:solidFill>
              </a:rPr>
              <a:t>team</a:t>
            </a:r>
            <a:r>
              <a:rPr lang="en-US" sz="2800" b="0" noProof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noProof="0" dirty="0">
                <a:solidFill>
                  <a:schemeClr val="accent1"/>
                </a:solidFill>
              </a:rPr>
              <a:t>client to attach files alongside their private chat</a:t>
            </a:r>
            <a:r>
              <a:rPr lang="en-US" sz="2800" b="0" noProof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noProof="0" dirty="0">
                <a:solidFill>
                  <a:schemeClr val="tx2"/>
                </a:solidFill>
              </a:rPr>
              <a:t>single page application</a:t>
            </a:r>
            <a:r>
              <a:rPr lang="en-US" sz="2800" b="0" noProof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8000" y="2321004"/>
            <a:ext cx="11511852" cy="22159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b="1" noProof="0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b="1" noProof="0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noProof="0" dirty="0">
                <a:latin typeface="Consolas" panose="020B0609020204030204" pitchFamily="49" charset="0"/>
              </a:rPr>
              <a:t>File size is limited to 10 MB.</a:t>
            </a: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4319D4-680A-759C-60BE-C352FE38F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3644" y="4167543"/>
            <a:ext cx="1274877" cy="15750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9EC75C-ED00-33DC-237E-ACBDFDEB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717" y="132930"/>
            <a:ext cx="5335674" cy="659213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noProof="0" dirty="0">
                <a:solidFill>
                  <a:schemeClr val="accent1"/>
                </a:solidFill>
              </a:rPr>
              <a:t>the level of exasperation of the team</a:t>
            </a:r>
            <a:r>
              <a:rPr lang="en-US" sz="2800" b="0" noProof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If it reach </a:t>
            </a:r>
            <a:r>
              <a:rPr lang="en-US" sz="2800" b="0" noProof="0" dirty="0">
                <a:solidFill>
                  <a:srgbClr val="C00000"/>
                </a:solidFill>
              </a:rPr>
              <a:t>100%</a:t>
            </a:r>
            <a:r>
              <a:rPr lang="en-US" sz="2800" b="0" noProof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noProof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noProof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utility script, to serve as “upload client”, was created to facilitate testing using different types of malicious PDF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D51B7-6C8B-DF60-8292-37CF7D79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99" y="1920549"/>
            <a:ext cx="8068801" cy="41439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B4E5291-4FF3-C031-1DA5-26005B6E6CC0}"/>
              </a:ext>
            </a:extLst>
          </p:cNvPr>
          <p:cNvSpPr/>
          <p:nvPr/>
        </p:nvSpPr>
        <p:spPr>
          <a:xfrm>
            <a:off x="2381693" y="3157870"/>
            <a:ext cx="4614530" cy="1095153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B2A4CF-87A8-DAA1-7D37-4DD3141B455D}"/>
              </a:ext>
            </a:extLst>
          </p:cNvPr>
          <p:cNvSpPr/>
          <p:nvPr/>
        </p:nvSpPr>
        <p:spPr>
          <a:xfrm>
            <a:off x="2381692" y="5688420"/>
            <a:ext cx="7666075" cy="23792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provided file is a valid PDF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DE0287-DB66-E698-385A-1A59D7E8C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38714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5E47D-8CAC-644E-4707-E84481499E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30" y="3609134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is a valid PDF by try loading it via a PDF parser.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provided PDF file do not contain any JavaScript code that can trigger actions on behalf of the user</a:t>
            </a:r>
            <a:r>
              <a:rPr lang="en-US" sz="2800" b="0" noProof="0" dirty="0">
                <a:solidFill>
                  <a:schemeClr val="accent5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55E99E-D72F-F65E-CFDC-361411107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30" y="1036054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32%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62" y="1945758"/>
            <a:ext cx="9368821" cy="479528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213DD-2C23-2513-10BE-2301BC08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C46617-5CFF-4AA6-184B-21566F688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35AEF19-125B-3C3A-9C1D-49869541C97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4ED0F-4FAA-D797-ABF1-3F2F38292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8304" b="68881"/>
          <a:stretch>
            <a:fillRect/>
          </a:stretch>
        </p:blipFill>
        <p:spPr>
          <a:xfrm>
            <a:off x="3214240" y="1977352"/>
            <a:ext cx="5525721" cy="40564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BA3881-C1BA-2385-3947-E2C6162D7205}"/>
              </a:ext>
            </a:extLst>
          </p:cNvPr>
          <p:cNvSpPr/>
          <p:nvPr/>
        </p:nvSpPr>
        <p:spPr>
          <a:xfrm>
            <a:off x="3214240" y="5161973"/>
            <a:ext cx="1559779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4088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C72D0-FC28-AAA8-63D5-6131DC85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F23D99-F75E-7B2E-65B0-14CBE99C5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5AE245-00BE-A16E-8570-F052FDF0B8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655" t="23745"/>
          <a:stretch>
            <a:fillRect/>
          </a:stretch>
        </p:blipFill>
        <p:spPr>
          <a:xfrm>
            <a:off x="1116799" y="760951"/>
            <a:ext cx="10164345" cy="53360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C6D2E9A-D10D-9758-CF1D-A854D4EFF41B}"/>
              </a:ext>
            </a:extLst>
          </p:cNvPr>
          <p:cNvSpPr/>
          <p:nvPr/>
        </p:nvSpPr>
        <p:spPr>
          <a:xfrm>
            <a:off x="1250931" y="2562445"/>
            <a:ext cx="9834904" cy="233916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10DD66-92D0-5535-DB34-A54B6206BF0E}"/>
              </a:ext>
            </a:extLst>
          </p:cNvPr>
          <p:cNvSpPr/>
          <p:nvPr/>
        </p:nvSpPr>
        <p:spPr>
          <a:xfrm>
            <a:off x="3249850" y="4661653"/>
            <a:ext cx="2640587" cy="369332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64403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attachment file can be opened and executed by the user using instruction, into the PDF, intended to trick him (phishing approach).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265AB5-4297-0883-1D9B-13E652C52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30" y="1030482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noProof="0" dirty="0">
                <a:solidFill>
                  <a:schemeClr val="tx2"/>
                </a:solidFill>
              </a:rPr>
              <a:t> (XFA) form with an 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noProof="0" dirty="0">
                <a:solidFill>
                  <a:schemeClr val="tx2"/>
                </a:solidFill>
              </a:rPr>
              <a:t>reference to an external domain: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701"/>
          <a:stretch>
            <a:fillRect/>
          </a:stretch>
        </p:blipFill>
        <p:spPr>
          <a:xfrm>
            <a:off x="702161" y="3391786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219032" y="4086390"/>
            <a:ext cx="10157805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B92274F-491B-942D-FD18-C984AC21D9B6}"/>
              </a:ext>
            </a:extLst>
          </p:cNvPr>
          <p:cNvSpPr/>
          <p:nvPr/>
        </p:nvSpPr>
        <p:spPr>
          <a:xfrm>
            <a:off x="5805377" y="2977116"/>
            <a:ext cx="290623" cy="414670"/>
          </a:xfrm>
          <a:prstGeom prst="down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930" y="2427906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library used to parse the PDF file is not prone to the following vulnerabilities: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hlinkClick r:id="rId2"/>
              </a:rPr>
              <a:t>XML External Entity injection</a:t>
            </a:r>
            <a:r>
              <a:rPr lang="en-US" sz="2400" b="0" noProof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noProof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Such vulnerabilities can lead to abuses like the following:</a:t>
            </a:r>
          </a:p>
          <a:p>
            <a:pPr lvl="1"/>
            <a:r>
              <a:rPr lang="en-US" sz="2400" noProof="0" dirty="0"/>
              <a:t>Read local files on the host on which the service is deployed.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Instruct the </a:t>
            </a:r>
            <a:r>
              <a:rPr lang="en-US" sz="2400" noProof="0" dirty="0"/>
              <a:t>host, on which the service is deployed, to perform network requests.</a:t>
            </a:r>
          </a:p>
          <a:p>
            <a:pPr lvl="1"/>
            <a:r>
              <a:rPr lang="en-US" sz="2400" noProof="0" dirty="0"/>
              <a:t>…</a:t>
            </a:r>
            <a:endParaRPr lang="en-US" sz="24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8A4871-1952-C938-72F4-3D9565E87C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63" y="1030482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do not contains any XFA forms.</a:t>
            </a:r>
          </a:p>
          <a:p>
            <a:pPr lvl="1"/>
            <a:r>
              <a:rPr lang="en-US" sz="2400" noProof="0" dirty="0"/>
              <a:t>That ways, PDF files stored will not contains any malicious XFA forms that can be triggered, if processed later, by an application using a vulnerable PDF library.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5173268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noProof="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 – Linked file detection by antivirus tools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447DF56-3A01-AEBB-C440-FD5B70F1AB43}"/>
              </a:ext>
            </a:extLst>
          </p:cNvPr>
          <p:cNvSpPr/>
          <p:nvPr/>
        </p:nvSpPr>
        <p:spPr>
          <a:xfrm>
            <a:off x="4185516" y="3809943"/>
            <a:ext cx="3703841" cy="464345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1C9B39-3EB6-2F28-91BC-023A9DD3409A}"/>
              </a:ext>
            </a:extLst>
          </p:cNvPr>
          <p:cNvSpPr/>
          <p:nvPr/>
        </p:nvSpPr>
        <p:spPr>
          <a:xfrm>
            <a:off x="2310116" y="1924492"/>
            <a:ext cx="7280451" cy="28707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link can be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000364-B85F-4ED0-4181-E830FCCA3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63" y="1036054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validation was proposed to the team:</a:t>
            </a:r>
          </a:p>
          <a:p>
            <a:pPr lvl="1"/>
            <a:r>
              <a:rPr lang="en-US" sz="2400" noProof="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A sixth test was performed with a valid PDF file, in which, a malicious file was hidden using “binary concatenation”:</a:t>
            </a: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CE54D-015D-D2E7-CC34-1D4FB470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782" y="2087507"/>
            <a:ext cx="6868581" cy="36511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C012AD-54A8-0E2D-355E-196E7ABD39BA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noProof="0" dirty="0">
                <a:latin typeface="Consolas" panose="020B0609020204030204" pitchFamily="49" charset="0"/>
              </a:rPr>
              <a:t>hxxps://github.com/AlessandroZ/LaZagne/releases/download/2.4.6/lazagne.exe 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344369E-E6FB-4C1E-1CE7-D07FCE314B8B}"/>
              </a:ext>
            </a:extLst>
          </p:cNvPr>
          <p:cNvSpPr/>
          <p:nvPr/>
        </p:nvSpPr>
        <p:spPr>
          <a:xfrm rot="10800000">
            <a:off x="1903227" y="5138407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545-0934-CC13-FB4D-E7BBD1D8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09FCDA-E48F-D2A9-B927-B7D7A4B0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 – Test file content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0EC70-E5DC-BD03-7AAC-61D4590B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957"/>
          <a:stretch>
            <a:fillRect/>
          </a:stretch>
        </p:blipFill>
        <p:spPr>
          <a:xfrm>
            <a:off x="1501317" y="3891517"/>
            <a:ext cx="9189361" cy="216698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BA790-A478-9E59-5252-277F6D7E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758" y="1022779"/>
            <a:ext cx="6594481" cy="2741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A57597-86D6-1977-E435-70D11356F338}"/>
              </a:ext>
            </a:extLst>
          </p:cNvPr>
          <p:cNvSpPr/>
          <p:nvPr/>
        </p:nvSpPr>
        <p:spPr>
          <a:xfrm>
            <a:off x="2798758" y="2062717"/>
            <a:ext cx="6594481" cy="180754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3A617A-9ACC-E25D-2D41-9F583CFFA2FD}"/>
              </a:ext>
            </a:extLst>
          </p:cNvPr>
          <p:cNvSpPr/>
          <p:nvPr/>
        </p:nvSpPr>
        <p:spPr>
          <a:xfrm>
            <a:off x="2798759" y="3283409"/>
            <a:ext cx="4856684" cy="48051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B8C20C-EF20-3861-94E8-C58A6CD093D3}"/>
              </a:ext>
            </a:extLst>
          </p:cNvPr>
          <p:cNvSpPr/>
          <p:nvPr/>
        </p:nvSpPr>
        <p:spPr>
          <a:xfrm>
            <a:off x="1501317" y="5688367"/>
            <a:ext cx="8695306" cy="29370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0967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EF1A-57B2-8E2B-1523-E632B74F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41EF8-0C4D-94FB-F2DC-A4618BD0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 – Hidden file detection by antivirus tools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FB248-C4F7-C526-7156-99FBE759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57" y="2156161"/>
            <a:ext cx="10773285" cy="33862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BC0267-92B8-9376-BAF7-8D773C4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00" y="1070607"/>
            <a:ext cx="8546800" cy="7442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E8C977-ADEC-2479-33D9-EB6672BC644A}"/>
              </a:ext>
            </a:extLst>
          </p:cNvPr>
          <p:cNvSpPr/>
          <p:nvPr/>
        </p:nvSpPr>
        <p:spPr>
          <a:xfrm>
            <a:off x="4221125" y="3671721"/>
            <a:ext cx="4125433" cy="560037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D5C52D-8915-2B45-D7AB-6DB933CFA733}"/>
              </a:ext>
            </a:extLst>
          </p:cNvPr>
          <p:cNvSpPr/>
          <p:nvPr/>
        </p:nvSpPr>
        <p:spPr>
          <a:xfrm>
            <a:off x="1822600" y="1521179"/>
            <a:ext cx="8546800" cy="29370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6319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8B0-D4D2-F590-CC23-528FCCC33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756DE-81FF-0B4A-F059-A06C9ACD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E63D71-25FB-998D-9333-7E6F3F4742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noProof="0" dirty="0">
                <a:solidFill>
                  <a:schemeClr val="accent1"/>
                </a:solidFill>
              </a:rPr>
              <a:t>The goal </a:t>
            </a:r>
            <a:r>
              <a:rPr lang="en-US" sz="2800" b="0" noProof="0" dirty="0">
                <a:solidFill>
                  <a:schemeClr val="tx2"/>
                </a:solidFill>
              </a:rPr>
              <a:t>was to test if the service ensure that the provided PDF file do not contain any “hidden content”.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Such technique can be used to leverage the service as a relay to store a malicious file into the company information system and then retrieve the malicious file, once inside, to carry an attack in a second phase.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710F1-DD3C-906F-A057-E0F7E9D44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30" y="1009216"/>
            <a:ext cx="305252" cy="3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77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C5239-3290-81E8-61B7-BD327BA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B81B4E-1561-9B47-389A-F088C6482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7C630-AFC0-4518-3446-3E04AE825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4" y="1499918"/>
            <a:ext cx="11929303" cy="39764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B08EA7B6-F031-68EF-BFD0-0171D484A263}"/>
              </a:ext>
            </a:extLst>
          </p:cNvPr>
          <p:cNvSpPr/>
          <p:nvPr/>
        </p:nvSpPr>
        <p:spPr>
          <a:xfrm>
            <a:off x="9103806" y="1608575"/>
            <a:ext cx="2150347" cy="555372"/>
          </a:xfrm>
          <a:prstGeom prst="wedgeRectCallout">
            <a:avLst>
              <a:gd name="adj1" fmla="val -82510"/>
              <a:gd name="adj2" fmla="val 18180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File was accepted.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4136DF96-760C-47AF-AA9D-BD79405E47C4}"/>
              </a:ext>
            </a:extLst>
          </p:cNvPr>
          <p:cNvSpPr/>
          <p:nvPr/>
        </p:nvSpPr>
        <p:spPr>
          <a:xfrm>
            <a:off x="8402097" y="2827975"/>
            <a:ext cx="3356149" cy="960254"/>
          </a:xfrm>
          <a:prstGeom prst="wedgeRectCallout">
            <a:avLst>
              <a:gd name="adj1" fmla="val 1023"/>
              <a:gd name="adj2" fmla="val -82068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Download the stored file to check if the hidden file was removed?</a:t>
            </a: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CD7E399-0A5A-D95C-E502-C9A774A09E38}"/>
              </a:ext>
            </a:extLst>
          </p:cNvPr>
          <p:cNvSpPr/>
          <p:nvPr/>
        </p:nvSpPr>
        <p:spPr>
          <a:xfrm>
            <a:off x="4595447" y="2827975"/>
            <a:ext cx="3356149" cy="960254"/>
          </a:xfrm>
          <a:prstGeom prst="wedgeRectCallout">
            <a:avLst>
              <a:gd name="adj1" fmla="val -99276"/>
              <a:gd name="adj2" fmla="val 17342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Replace the source file to use the extraction script.</a:t>
            </a: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1D3AB877-F8A2-1F5B-5AA4-0999A0998EC5}"/>
              </a:ext>
            </a:extLst>
          </p:cNvPr>
          <p:cNvSpPr/>
          <p:nvPr/>
        </p:nvSpPr>
        <p:spPr>
          <a:xfrm>
            <a:off x="8247851" y="4367985"/>
            <a:ext cx="3356149" cy="960254"/>
          </a:xfrm>
          <a:prstGeom prst="wedgeRectCallout">
            <a:avLst>
              <a:gd name="adj1" fmla="val -88498"/>
              <a:gd name="adj2" fmla="val -20329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Hidden file was present.</a:t>
            </a:r>
          </a:p>
        </p:txBody>
      </p:sp>
    </p:spTree>
    <p:extLst>
      <p:ext uri="{BB962C8B-B14F-4D97-AF65-F5344CB8AC3E}">
        <p14:creationId xmlns:p14="http://schemas.microsoft.com/office/powerpoint/2010/main" val="1273305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F3BB-F1F4-8E04-DC48-93790D11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F534F7-7EB6-BD99-0561-2DB58B39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0F90F3-7544-C418-90D2-046A579AEC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 🤔 </a:t>
            </a:r>
            <a:r>
              <a:rPr lang="en-US" sz="2800" b="0" noProof="0" dirty="0">
                <a:solidFill>
                  <a:schemeClr val="accent5"/>
                </a:solidFill>
              </a:rPr>
              <a:t>Test failed </a:t>
            </a:r>
            <a:r>
              <a:rPr lang="en-US" sz="2800" b="0" noProof="0" dirty="0">
                <a:solidFill>
                  <a:schemeClr val="tx2"/>
                </a:solidFill>
              </a:rPr>
              <a:t>so the following additional processing was proposed to the team:</a:t>
            </a:r>
          </a:p>
          <a:p>
            <a:pPr lvl="1"/>
            <a:r>
              <a:rPr lang="en-US" sz="2400" noProof="0" dirty="0"/>
              <a:t>Load the PDF file in memory with a PDF parsing library.</a:t>
            </a:r>
          </a:p>
          <a:p>
            <a:pPr lvl="1"/>
            <a:r>
              <a:rPr lang="en-US" sz="2400" noProof="0" dirty="0"/>
              <a:t> Save it, via the same PDF library, into another byte buffer to remove any additional content that is not part of the PDF structure.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F7DF4-9D6F-8286-D290-A040B93FEFAB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</p:spTree>
    <p:extLst>
      <p:ext uri="{BB962C8B-B14F-4D97-AF65-F5344CB8AC3E}">
        <p14:creationId xmlns:p14="http://schemas.microsoft.com/office/powerpoint/2010/main" val="198794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31D1-14C1-1277-C808-9F41E516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B3BC93F-F296-481D-2987-6AE737808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02" y="2038646"/>
            <a:ext cx="12071523" cy="281470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067B626-62D2-EA15-9946-30BFD3866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2D873E-EA82-331F-BE96-6FF6C749246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400" noProof="0" dirty="0"/>
              <a:t> ✅ </a:t>
            </a:r>
            <a:r>
              <a:rPr lang="en-US" sz="2800" b="0" noProof="0" dirty="0">
                <a:solidFill>
                  <a:schemeClr val="tx2"/>
                </a:solidFill>
              </a:rPr>
              <a:t>Test passed after the adding of the additional processing:</a:t>
            </a:r>
          </a:p>
          <a:p>
            <a:pPr marL="0" lvl="1" indent="0">
              <a:buNone/>
            </a:pPr>
            <a:endParaRPr lang="en-US" sz="2400" noProof="0" dirty="0"/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1DF18-1CF0-931C-81B5-A98B795EC1D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A48129-48A1-5BBC-2D82-2E12693E909F}"/>
              </a:ext>
            </a:extLst>
          </p:cNvPr>
          <p:cNvSpPr/>
          <p:nvPr/>
        </p:nvSpPr>
        <p:spPr>
          <a:xfrm>
            <a:off x="119198" y="2670416"/>
            <a:ext cx="2856749" cy="373238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9D45D0-447E-BD6E-BD7D-D94A1F4B1D12}"/>
              </a:ext>
            </a:extLst>
          </p:cNvPr>
          <p:cNvSpPr/>
          <p:nvPr/>
        </p:nvSpPr>
        <p:spPr>
          <a:xfrm>
            <a:off x="10711543" y="3938954"/>
            <a:ext cx="1459082" cy="243965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AAEDF6-18D7-8808-1288-EBA4A88BB068}"/>
              </a:ext>
            </a:extLst>
          </p:cNvPr>
          <p:cNvSpPr/>
          <p:nvPr/>
        </p:nvSpPr>
        <p:spPr>
          <a:xfrm>
            <a:off x="99102" y="4391130"/>
            <a:ext cx="3468063" cy="462223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557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B662-827E-673B-C37F-BDDBA873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64BF5-2AAB-E072-15D0-CBDC92026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📖 Final state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7E7D38-3558-049A-380D-1044EA6C6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✅ All malicious variation of a PDF file, know by your servitor, were applied against the upload service: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It can be considered as safe (for the moment).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🔬 The following additional validations/processing were added: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is a valid PDF file.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do not contain any JavaScript code, attachments files or XFA forms.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contains only links to allowed domains and content.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File do not contain any "hidden content".</a:t>
            </a:r>
            <a:endParaRPr lang="en-US" sz="2400" noProof="0" dirty="0"/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CC2FC8-F95B-EF24-A541-FCCC55DB0D71}"/>
              </a:ext>
            </a:extLst>
          </p:cNvPr>
          <p:cNvSpPr/>
          <p:nvPr/>
        </p:nvSpPr>
        <p:spPr>
          <a:xfrm>
            <a:off x="3044651" y="5880683"/>
            <a:ext cx="5834586" cy="80837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 😉 Final level of exasperation not reached 100%. </a:t>
            </a:r>
          </a:p>
          <a:p>
            <a:pPr algn="ctr"/>
            <a:r>
              <a:rPr lang="en-US" noProof="0" dirty="0"/>
              <a:t>So, I have not tested the effect of the gravity. </a:t>
            </a:r>
          </a:p>
        </p:txBody>
      </p:sp>
    </p:spTree>
    <p:extLst>
      <p:ext uri="{BB962C8B-B14F-4D97-AF65-F5344CB8AC3E}">
        <p14:creationId xmlns:p14="http://schemas.microsoft.com/office/powerpoint/2010/main" val="2617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400B5-6B1B-4521-5FD8-A1304FCF4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F710B-7C72-92A7-2EC6-B37F1470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🛣️ Conclusion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2CBF5E-E258-4CD8-1B47-F4CFE1D148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❌ Regarding the following statement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 PDF is a safe format 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 No, it require validation like all file formats.</a:t>
            </a:r>
            <a:endParaRPr lang="en-US" sz="2400" b="0" noProof="0" dirty="0">
              <a:solidFill>
                <a:schemeClr val="tx2"/>
              </a:solidFill>
            </a:endParaRP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A "file upload" is simple to implement 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 Not really.</a:t>
            </a:r>
          </a:p>
          <a:p>
            <a:pPr lvl="1"/>
            <a:endParaRPr lang="en-US" sz="2400" noProof="0" dirty="0">
              <a:sym typeface="Wingdings" panose="05000000000000000000" pitchFamily="2" charset="2"/>
            </a:endParaRPr>
          </a:p>
          <a:p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✅ All the frustration meet could be avoided by a User Story enhanced with corresponding </a:t>
            </a:r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  <a:hlinkClick r:id="rId2"/>
              </a:rPr>
              <a:t>Evil User Stories</a:t>
            </a:r>
            <a:r>
              <a:rPr lang="en-US" sz="28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based on the analysis of: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 Real use cases of the wanted file format from a </a:t>
            </a:r>
            <a:r>
              <a:rPr lang="en-US" sz="2400" b="0" noProof="0" dirty="0">
                <a:solidFill>
                  <a:schemeClr val="accent1"/>
                </a:solidFill>
                <a:sym typeface="Wingdings" panose="05000000000000000000" pitchFamily="2" charset="2"/>
              </a:rPr>
              <a:t>business perspective</a:t>
            </a:r>
            <a:r>
              <a:rPr lang="en-US" sz="2400" b="0" noProof="0" dirty="0">
                <a:solidFill>
                  <a:schemeClr val="tx2"/>
                </a:solidFill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en-US" sz="2400" noProof="0" dirty="0">
                <a:sym typeface="Wingdings" panose="05000000000000000000" pitchFamily="2" charset="2"/>
              </a:rPr>
              <a:t> Attack vectors exposed by the wanted file format from a </a:t>
            </a:r>
            <a:r>
              <a:rPr lang="en-US" sz="2400" noProof="0" dirty="0">
                <a:solidFill>
                  <a:schemeClr val="accent5"/>
                </a:solidFill>
                <a:sym typeface="Wingdings" panose="05000000000000000000" pitchFamily="2" charset="2"/>
              </a:rPr>
              <a:t>security perspective</a:t>
            </a:r>
            <a:r>
              <a:rPr lang="en-US" sz="2400" noProof="0" dirty="0">
                <a:sym typeface="Wingdings" panose="05000000000000000000" pitchFamily="2" charset="2"/>
              </a:rPr>
              <a:t>.</a:t>
            </a:r>
            <a:endParaRPr lang="en-US" sz="2400" b="0" noProof="0" dirty="0">
              <a:solidFill>
                <a:schemeClr val="tx2"/>
              </a:solidFill>
            </a:endParaRPr>
          </a:p>
          <a:p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469469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EABB-3AF8-3E8A-42D7-048E653F7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07D1A-0517-89C0-44D0-2201B6D63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0FB18-5DA9-5DB8-969B-6A863CD1387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Using Claude (model Sonnet 4.6 without adaptive thinking) with a user prompt </a:t>
            </a:r>
            <a:r>
              <a:rPr lang="en-US" sz="2800" noProof="0" dirty="0">
                <a:solidFill>
                  <a:schemeClr val="accent1"/>
                </a:solidFill>
              </a:rPr>
              <a:t>without any mention </a:t>
            </a:r>
            <a:r>
              <a:rPr lang="en-US" sz="2800" b="0" noProof="0" dirty="0">
                <a:solidFill>
                  <a:schemeClr val="accent1"/>
                </a:solidFill>
              </a:rPr>
              <a:t>to the security aspect</a:t>
            </a:r>
            <a:r>
              <a:rPr lang="en-US" sz="2800" b="0" noProof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2B787C-EEA3-8CF3-11B1-F44B3B2C8115}"/>
              </a:ext>
            </a:extLst>
          </p:cNvPr>
          <p:cNvSpPr txBox="1"/>
          <p:nvPr/>
        </p:nvSpPr>
        <p:spPr>
          <a:xfrm>
            <a:off x="184031" y="2466753"/>
            <a:ext cx="11724434" cy="27699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noProof="0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maximum size of the size must be 10 MB.</a:t>
            </a:r>
          </a:p>
        </p:txBody>
      </p:sp>
    </p:spTree>
    <p:extLst>
      <p:ext uri="{BB962C8B-B14F-4D97-AF65-F5344CB8AC3E}">
        <p14:creationId xmlns:p14="http://schemas.microsoft.com/office/powerpoint/2010/main" val="3357811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1B11-40A8-25E6-9F3C-A5A774E44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1EA181-EAD7-0C9B-6075-CCAFB9E06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3545AE-7F6F-D02F-27A0-8861F173A9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573"/>
          <a:stretch>
            <a:fillRect/>
          </a:stretch>
        </p:blipFill>
        <p:spPr>
          <a:xfrm>
            <a:off x="107609" y="1759300"/>
            <a:ext cx="11976781" cy="42102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8758C063-4C3B-FFCD-59BA-9F7D9A7B3B2F}"/>
              </a:ext>
            </a:extLst>
          </p:cNvPr>
          <p:cNvSpPr/>
          <p:nvPr/>
        </p:nvSpPr>
        <p:spPr>
          <a:xfrm>
            <a:off x="6219930" y="888441"/>
            <a:ext cx="4391130" cy="555372"/>
          </a:xfrm>
          <a:prstGeom prst="wedgeRectCallout">
            <a:avLst>
              <a:gd name="adj1" fmla="val -40223"/>
              <a:gd name="adj2" fmla="val 291385"/>
            </a:avLst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Minimal validations added.</a:t>
            </a:r>
          </a:p>
        </p:txBody>
      </p:sp>
    </p:spTree>
    <p:extLst>
      <p:ext uri="{BB962C8B-B14F-4D97-AF65-F5344CB8AC3E}">
        <p14:creationId xmlns:p14="http://schemas.microsoft.com/office/powerpoint/2010/main" val="2828369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E6023-F693-7699-F89F-1086663F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3230D-FF16-0731-521D-D75C9FDA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681DCE-E000-7EA1-F0DD-4559669AEB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Using ChatGPT (model Sonnet 4.6 without adaptive thinking) with a user prompt </a:t>
            </a:r>
            <a:r>
              <a:rPr lang="en-US" sz="2800" noProof="0" dirty="0">
                <a:solidFill>
                  <a:schemeClr val="accent1"/>
                </a:solidFill>
              </a:rPr>
              <a:t>with explicit mention </a:t>
            </a:r>
            <a:r>
              <a:rPr lang="en-US" sz="2800" b="0" noProof="0" dirty="0">
                <a:solidFill>
                  <a:schemeClr val="accent1"/>
                </a:solidFill>
              </a:rPr>
              <a:t>to the security aspect</a:t>
            </a:r>
            <a:r>
              <a:rPr lang="en-US" sz="2800" b="0" noProof="0" dirty="0">
                <a:solidFill>
                  <a:schemeClr val="tx2"/>
                </a:solidFill>
              </a:rPr>
              <a:t>: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B76E6F-8926-EBC9-DD7E-FE5362608BC0}"/>
              </a:ext>
            </a:extLst>
          </p:cNvPr>
          <p:cNvSpPr txBox="1"/>
          <p:nvPr/>
        </p:nvSpPr>
        <p:spPr>
          <a:xfrm>
            <a:off x="184030" y="2466753"/>
            <a:ext cx="11823939" cy="30469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noProof="0" dirty="0">
                <a:latin typeface="Consolas" panose="020B0609020204030204" pitchFamily="49" charset="0"/>
              </a:rPr>
              <a:t>Give me the Java code of a REST web service intended to be an upload service accepting only PDF file.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make the code compact and easy to read/understand/maintain.</a:t>
            </a:r>
          </a:p>
          <a:p>
            <a:pPr algn="l"/>
            <a:endParaRPr lang="en-US" noProof="0" dirty="0">
              <a:latin typeface="Consolas" panose="020B0609020204030204" pitchFamily="49" charset="0"/>
            </a:endParaRPr>
          </a:p>
          <a:p>
            <a:pPr algn="l"/>
            <a:r>
              <a:rPr lang="en-US" noProof="0" dirty="0">
                <a:latin typeface="Consolas" panose="020B0609020204030204" pitchFamily="49" charset="0"/>
              </a:rPr>
              <a:t>You must fulfil all theses constraints: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REST web service must use Spring Boot.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You must use a recommended, maintained and open-source Java PDF library as much as possible.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noProof="0" dirty="0">
                <a:solidFill>
                  <a:schemeClr val="accent3"/>
                </a:solidFill>
                <a:latin typeface="Consolas" panose="020B0609020204030204" pitchFamily="49" charset="0"/>
              </a:rPr>
              <a:t>You must include all the security validations to ensure that the PDF file is safe from a security perspective.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latin typeface="Consolas" panose="020B0609020204030204" pitchFamily="49" charset="0"/>
              </a:rPr>
              <a:t>The maximum size of the size must be 10 MB.</a:t>
            </a:r>
          </a:p>
        </p:txBody>
      </p:sp>
    </p:spTree>
    <p:extLst>
      <p:ext uri="{BB962C8B-B14F-4D97-AF65-F5344CB8AC3E}">
        <p14:creationId xmlns:p14="http://schemas.microsoft.com/office/powerpoint/2010/main" val="131827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8BB4A-AC8A-D165-E2D8-05BCF03F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605F23-5A77-C36A-9682-F6BD4D10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A0712E-D652-C226-B9E6-D733FC10F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421" y="840685"/>
            <a:ext cx="7287817" cy="592688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2E4286E-89EF-2D2A-0229-506DF7FE3ECA}"/>
              </a:ext>
            </a:extLst>
          </p:cNvPr>
          <p:cNvSpPr/>
          <p:nvPr/>
        </p:nvSpPr>
        <p:spPr>
          <a:xfrm>
            <a:off x="190919" y="1360714"/>
            <a:ext cx="3064747" cy="819778"/>
          </a:xfrm>
          <a:prstGeom prst="wedgeRectCallout">
            <a:avLst>
              <a:gd name="adj1" fmla="val 73220"/>
              <a:gd name="adj2" fmla="val 37657"/>
            </a:avLst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latin typeface="Consolas" panose="020B0609020204030204" pitchFamily="49" charset="0"/>
              </a:rPr>
              <a:t>A strong sequence of validation was added!</a:t>
            </a:r>
          </a:p>
        </p:txBody>
      </p:sp>
    </p:spTree>
    <p:extLst>
      <p:ext uri="{BB962C8B-B14F-4D97-AF65-F5344CB8AC3E}">
        <p14:creationId xmlns:p14="http://schemas.microsoft.com/office/powerpoint/2010/main" val="3737270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BC560-4144-30AC-9315-39F62985C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23601-C3C9-3B8D-3A08-6B2DDEB13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C0FEA-5A12-C2EC-C948-F82A385F6F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2817"/>
          <a:stretch>
            <a:fillRect/>
          </a:stretch>
        </p:blipFill>
        <p:spPr>
          <a:xfrm>
            <a:off x="264771" y="1993788"/>
            <a:ext cx="11662458" cy="25782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73886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1ACE7-742F-7213-027B-33DFC7CE2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176EE0-02B2-817F-E2A4-DFF8E39EE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119B59-00E5-1A7E-5111-4086316DF5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76" t="28392" b="19211"/>
          <a:stretch>
            <a:fillRect/>
          </a:stretch>
        </p:blipFill>
        <p:spPr>
          <a:xfrm>
            <a:off x="435934" y="893134"/>
            <a:ext cx="11015999" cy="504081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99415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BD849-7A21-E6E0-A641-E4CD4B57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1865A-00A9-5E7D-A929-9DDAA737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🤖 </a:t>
            </a:r>
            <a:r>
              <a:rPr lang="en-US" noProof="0" dirty="0" err="1"/>
              <a:t>Misc</a:t>
            </a:r>
            <a:r>
              <a:rPr lang="en-US" noProof="0" dirty="0"/>
              <a:t>: Code generated via AI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F83F62-19C4-CAB5-9BFB-6728903D6D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⚠️ Security aspect need to be mentioned in the user prompt.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📋 When mentioned, a good foundation of validations are applied.</a:t>
            </a:r>
          </a:p>
          <a:p>
            <a:pPr marL="0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🔬 Some validation still miss so either:</a:t>
            </a:r>
          </a:p>
          <a:p>
            <a:pPr lvl="1"/>
            <a:r>
              <a:rPr lang="en-US" sz="2400" noProof="0" dirty="0"/>
              <a:t>User prompt must be tuned to indicate to add the missing validations.</a:t>
            </a:r>
          </a:p>
          <a:p>
            <a:pPr lvl="1"/>
            <a:r>
              <a:rPr lang="en-US" sz="2400" b="0" noProof="0" dirty="0">
                <a:solidFill>
                  <a:schemeClr val="tx2"/>
                </a:solidFill>
              </a:rPr>
              <a:t>The generated code need to be manually enriched.</a:t>
            </a:r>
          </a:p>
          <a:p>
            <a:pPr marL="0" lvl="1" indent="0">
              <a:buNone/>
            </a:pPr>
            <a:endParaRPr lang="en-US" sz="2800" b="0" noProof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669701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EB59-3FB1-8406-0357-F47AA97C3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F0257B-0D8F-597A-7407-0281BEA5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📦 Resources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471A2E-57F3-AB6A-4E4E-33D39DC06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2"/>
              </a:rPr>
              <a:t>https://github.com/righettod/voxxeddays-lux-2026</a:t>
            </a:r>
            <a:endParaRPr lang="en-US" sz="2800" b="0" noProof="0" dirty="0">
              <a:solidFill>
                <a:schemeClr val="tx2"/>
              </a:solidFill>
            </a:endParaRP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3"/>
              </a:rPr>
              <a:t>https://github.com/righettod/code-assistant-skills-security-utils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4"/>
              </a:rPr>
              <a:t>https://github.com/righettod/code-snippets-security-utils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5"/>
              </a:rPr>
              <a:t>https://github.com/corkami/mitra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6"/>
              </a:rPr>
              <a:t>https://github.com/corkami/pics</a:t>
            </a:r>
            <a:r>
              <a:rPr lang="en-US" sz="2800" b="0" noProof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noProof="0" dirty="0">
                <a:solidFill>
                  <a:schemeClr val="tx2"/>
                </a:solidFill>
              </a:rPr>
              <a:t> </a:t>
            </a:r>
            <a:r>
              <a:rPr lang="en-US" sz="2800" b="0" noProof="0" dirty="0">
                <a:solidFill>
                  <a:schemeClr val="tx2"/>
                </a:solidFill>
                <a:hlinkClick r:id="rId7"/>
              </a:rPr>
              <a:t>https://www.headmind.com/evil-user-stories/</a:t>
            </a:r>
            <a:r>
              <a:rPr lang="en-US" sz="2800" b="0" noProof="0" dirty="0">
                <a:solidFill>
                  <a:schemeClr val="tx2"/>
                </a:solidFill>
              </a:rPr>
              <a:t> (FR)</a:t>
            </a:r>
          </a:p>
          <a:p>
            <a:pPr marL="0" indent="0">
              <a:buNone/>
            </a:pPr>
            <a:r>
              <a:rPr lang="en-US" sz="2800" b="0" noProof="0" dirty="0">
                <a:solidFill>
                  <a:schemeClr val="tx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86435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fbe6025-1d0f-498d-ae44-23b34f048283}" enabled="0" method="" siteId="{6fbe6025-1d0f-498d-ae44-23b34f04828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2166</Words>
  <Application>Microsoft Office PowerPoint</Application>
  <PresentationFormat>Widescreen</PresentationFormat>
  <Paragraphs>245</Paragraphs>
  <Slides>46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Aptos</vt:lpstr>
      <vt:lpstr>Arial</vt:lpstr>
      <vt:lpstr>Century Gothic</vt:lpstr>
      <vt:lpstr>Consolas</vt:lpstr>
      <vt:lpstr>Wingdings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Round n°1</vt:lpstr>
      <vt:lpstr>📖 Round n°1</vt:lpstr>
      <vt:lpstr>📖 Round n°2</vt:lpstr>
      <vt:lpstr>📖 Round n°2</vt:lpstr>
      <vt:lpstr>📖 Round n°2</vt:lpstr>
      <vt:lpstr>📖 Round n°3</vt:lpstr>
      <vt:lpstr>📖 Round n°3</vt:lpstr>
      <vt:lpstr>📖 Round n°3</vt:lpstr>
      <vt:lpstr>📖 Round n°3</vt:lpstr>
      <vt:lpstr>📖 Round n°3</vt:lpstr>
      <vt:lpstr>📖 Round n°4</vt:lpstr>
      <vt:lpstr>📖 Round n°4</vt:lpstr>
      <vt:lpstr>📖 Round n°4</vt:lpstr>
      <vt:lpstr>📖 Round n°4</vt:lpstr>
      <vt:lpstr>📖 Round n°5</vt:lpstr>
      <vt:lpstr>📖 Round n°5 – Linked file detection by antivirus tools</vt:lpstr>
      <vt:lpstr>📖 Round n°5</vt:lpstr>
      <vt:lpstr>📖 Round n°5</vt:lpstr>
      <vt:lpstr>📖 Round n°6</vt:lpstr>
      <vt:lpstr>📖 Round n°6 – Test file content</vt:lpstr>
      <vt:lpstr>📖 Round n°6 – Hidden file detection by antivirus tools</vt:lpstr>
      <vt:lpstr>📖 Round n°6</vt:lpstr>
      <vt:lpstr>📖 Round n°6</vt:lpstr>
      <vt:lpstr>📖 Round n°6</vt:lpstr>
      <vt:lpstr>📖 Round n°6</vt:lpstr>
      <vt:lpstr>📖 Final state</vt:lpstr>
      <vt:lpstr>🛣️ Conclusion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🤖 Misc: Code generated via AI</vt:lpstr>
      <vt:lpstr>📦 Resources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2026-05-14T12:30:16Z</dcterms:modified>
</cp:coreProperties>
</file>